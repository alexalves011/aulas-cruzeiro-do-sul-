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revisionInfo.xml" ContentType="application/vnd.ms-powerpoint.revisioninfo+xml"/>
  <Override PartName="/ppt/changesInfos/changesInfo1.xml" ContentType="application/vnd.ms-powerpoint.changesinfo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1" r:id="rId1"/>
  </p:sldMasterIdLst>
  <p:notesMasterIdLst>
    <p:notesMasterId r:id="rId31"/>
  </p:notesMasterIdLst>
  <p:sldIdLst>
    <p:sldId id="256" r:id="rId2"/>
    <p:sldId id="258" r:id="rId3"/>
    <p:sldId id="461" r:id="rId4"/>
    <p:sldId id="462" r:id="rId5"/>
    <p:sldId id="463" r:id="rId6"/>
    <p:sldId id="464" r:id="rId7"/>
    <p:sldId id="465" r:id="rId8"/>
    <p:sldId id="456" r:id="rId9"/>
    <p:sldId id="466" r:id="rId10"/>
    <p:sldId id="467" r:id="rId11"/>
    <p:sldId id="468" r:id="rId12"/>
    <p:sldId id="469" r:id="rId13"/>
    <p:sldId id="470" r:id="rId14"/>
    <p:sldId id="471" r:id="rId15"/>
    <p:sldId id="472" r:id="rId16"/>
    <p:sldId id="473" r:id="rId17"/>
    <p:sldId id="474" r:id="rId18"/>
    <p:sldId id="475" r:id="rId19"/>
    <p:sldId id="476" r:id="rId20"/>
    <p:sldId id="477" r:id="rId21"/>
    <p:sldId id="478" r:id="rId22"/>
    <p:sldId id="479" r:id="rId23"/>
    <p:sldId id="480" r:id="rId24"/>
    <p:sldId id="481" r:id="rId25"/>
    <p:sldId id="486" r:id="rId26"/>
    <p:sldId id="482" r:id="rId27"/>
    <p:sldId id="487" r:id="rId28"/>
    <p:sldId id="485" r:id="rId29"/>
    <p:sldId id="488" r:id="rId3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Seção Padrão" id="{0AB01902-1789-4A79-8F95-9C1226EA6FFF}">
          <p14:sldIdLst>
            <p14:sldId id="256"/>
          </p14:sldIdLst>
        </p14:section>
        <p14:section name="Parte 1" id="{EFE3C5F1-EDB1-4EF6-9690-AF7FAB2C5A1F}">
          <p14:sldIdLst>
            <p14:sldId id="258"/>
            <p14:sldId id="461"/>
            <p14:sldId id="462"/>
            <p14:sldId id="463"/>
            <p14:sldId id="464"/>
            <p14:sldId id="465"/>
            <p14:sldId id="456"/>
            <p14:sldId id="466"/>
            <p14:sldId id="467"/>
            <p14:sldId id="468"/>
            <p14:sldId id="469"/>
            <p14:sldId id="470"/>
            <p14:sldId id="471"/>
            <p14:sldId id="472"/>
            <p14:sldId id="473"/>
            <p14:sldId id="474"/>
            <p14:sldId id="475"/>
            <p14:sldId id="476"/>
            <p14:sldId id="477"/>
            <p14:sldId id="478"/>
            <p14:sldId id="479"/>
            <p14:sldId id="480"/>
            <p14:sldId id="481"/>
            <p14:sldId id="486"/>
            <p14:sldId id="482"/>
            <p14:sldId id="487"/>
            <p14:sldId id="485"/>
          </p14:sldIdLst>
        </p14:section>
        <p14:section name="Fechamento" id="{9877D3F4-6CDD-4355-92B9-A82E606F2816}">
          <p14:sldIdLst>
            <p14:sldId id="488"/>
          </p14:sldIdLst>
        </p14:section>
      </p14:sectionLst>
    </p:ext>
    <p:ext uri="{EFAFB233-063F-42B5-8137-9DF3F51BA10A}">
      <p15:sldGuideLst xmlns:p15="http://schemas.microsoft.com/office/powerpoint/2012/main" xmlns="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Marco Sanches" initials="MS" lastIdx="1" clrIdx="0">
    <p:extLst/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66FF"/>
    <a:srgbClr val="FFCC99"/>
    <a:srgbClr val="FFFFFF"/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xmlns="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6508AF9-B03F-71E6-E3C2-03FEF62B0C62}" v="258" dt="2024-02-16T22:08:49.97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C2FFA5D-87B4-456A-9821-1D502468CF0F}" styleName="Estilo com Tema 1 - Ênfase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69C7853C-536D-4A76-A0AE-DD22124D55A5}" styleName="Estilo com Tema 1 - Ênfase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93296810-A885-4BE3-A3E7-6D5BEEA58F35}" styleName="Estilo Médio 2 - Ênfase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361" autoAdjust="0"/>
    <p:restoredTop sz="90899" autoAdjust="0"/>
  </p:normalViewPr>
  <p:slideViewPr>
    <p:cSldViewPr snapToGrid="0">
      <p:cViewPr>
        <p:scale>
          <a:sx n="112" d="100"/>
          <a:sy n="112" d="100"/>
        </p:scale>
        <p:origin x="-492" y="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38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commentAuthors" Target="commentAuthors.xml"/><Relationship Id="rId37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rco Sanches" userId="301bf0f768bc15fc" providerId="LiveId" clId="{B85DB71C-C6B1-48ED-96F7-AD72D6F70FE8}"/>
    <pc:docChg chg="addSld delSld modSld modSection">
      <pc:chgData name="Marco Sanches" userId="301bf0f768bc15fc" providerId="LiveId" clId="{B85DB71C-C6B1-48ED-96F7-AD72D6F70FE8}" dt="2020-11-24T14:41:43.521" v="33" actId="47"/>
      <pc:docMkLst>
        <pc:docMk/>
      </pc:docMkLst>
      <pc:sldChg chg="modSp mod">
        <pc:chgData name="Marco Sanches" userId="301bf0f768bc15fc" providerId="LiveId" clId="{B85DB71C-C6B1-48ED-96F7-AD72D6F70FE8}" dt="2020-11-24T14:18:12.321" v="0" actId="2711"/>
        <pc:sldMkLst>
          <pc:docMk/>
          <pc:sldMk cId="1622163198" sldId="258"/>
        </pc:sldMkLst>
        <pc:spChg chg="mod">
          <ac:chgData name="Marco Sanches" userId="301bf0f768bc15fc" providerId="LiveId" clId="{B85DB71C-C6B1-48ED-96F7-AD72D6F70FE8}" dt="2020-11-24T14:18:12.321" v="0" actId="2711"/>
          <ac:spMkLst>
            <pc:docMk/>
            <pc:sldMk cId="1622163198" sldId="258"/>
            <ac:spMk id="2" creationId="{414298B5-57DB-48CF-898B-E1CDF856070D}"/>
          </ac:spMkLst>
        </pc:spChg>
      </pc:sldChg>
      <pc:sldChg chg="modSp mod">
        <pc:chgData name="Marco Sanches" userId="301bf0f768bc15fc" providerId="LiveId" clId="{B85DB71C-C6B1-48ED-96F7-AD72D6F70FE8}" dt="2020-11-24T14:19:33.950" v="26" actId="2711"/>
        <pc:sldMkLst>
          <pc:docMk/>
          <pc:sldMk cId="730759220" sldId="396"/>
        </pc:sldMkLst>
        <pc:spChg chg="mod">
          <ac:chgData name="Marco Sanches" userId="301bf0f768bc15fc" providerId="LiveId" clId="{B85DB71C-C6B1-48ED-96F7-AD72D6F70FE8}" dt="2020-11-24T14:19:33.950" v="26" actId="2711"/>
          <ac:spMkLst>
            <pc:docMk/>
            <pc:sldMk cId="730759220" sldId="396"/>
            <ac:spMk id="2" creationId="{897856AD-9995-4A2C-83BB-7CDC555080CE}"/>
          </ac:spMkLst>
        </pc:spChg>
      </pc:sldChg>
      <pc:sldChg chg="modSp mod">
        <pc:chgData name="Marco Sanches" userId="301bf0f768bc15fc" providerId="LiveId" clId="{B85DB71C-C6B1-48ED-96F7-AD72D6F70FE8}" dt="2020-11-24T14:18:33.898" v="6" actId="2711"/>
        <pc:sldMkLst>
          <pc:docMk/>
          <pc:sldMk cId="887854594" sldId="456"/>
        </pc:sldMkLst>
        <pc:spChg chg="mod">
          <ac:chgData name="Marco Sanches" userId="301bf0f768bc15fc" providerId="LiveId" clId="{B85DB71C-C6B1-48ED-96F7-AD72D6F70FE8}" dt="2020-11-24T14:18:33.898" v="6" actId="2711"/>
          <ac:spMkLst>
            <pc:docMk/>
            <pc:sldMk cId="887854594" sldId="456"/>
            <ac:spMk id="2" creationId="{414298B5-57DB-48CF-898B-E1CDF856070D}"/>
          </ac:spMkLst>
        </pc:spChg>
      </pc:sldChg>
      <pc:sldChg chg="modSp mod">
        <pc:chgData name="Marco Sanches" userId="301bf0f768bc15fc" providerId="LiveId" clId="{B85DB71C-C6B1-48ED-96F7-AD72D6F70FE8}" dt="2020-11-24T14:18:18.063" v="1" actId="2711"/>
        <pc:sldMkLst>
          <pc:docMk/>
          <pc:sldMk cId="1520984208" sldId="461"/>
        </pc:sldMkLst>
        <pc:spChg chg="mod">
          <ac:chgData name="Marco Sanches" userId="301bf0f768bc15fc" providerId="LiveId" clId="{B85DB71C-C6B1-48ED-96F7-AD72D6F70FE8}" dt="2020-11-24T14:18:18.063" v="1" actId="2711"/>
          <ac:spMkLst>
            <pc:docMk/>
            <pc:sldMk cId="1520984208" sldId="461"/>
            <ac:spMk id="2" creationId="{414298B5-57DB-48CF-898B-E1CDF856070D}"/>
          </ac:spMkLst>
        </pc:spChg>
      </pc:sldChg>
      <pc:sldChg chg="modSp mod">
        <pc:chgData name="Marco Sanches" userId="301bf0f768bc15fc" providerId="LiveId" clId="{B85DB71C-C6B1-48ED-96F7-AD72D6F70FE8}" dt="2020-11-24T14:18:20.673" v="2" actId="2711"/>
        <pc:sldMkLst>
          <pc:docMk/>
          <pc:sldMk cId="2948883427" sldId="462"/>
        </pc:sldMkLst>
        <pc:spChg chg="mod">
          <ac:chgData name="Marco Sanches" userId="301bf0f768bc15fc" providerId="LiveId" clId="{B85DB71C-C6B1-48ED-96F7-AD72D6F70FE8}" dt="2020-11-24T14:18:20.673" v="2" actId="2711"/>
          <ac:spMkLst>
            <pc:docMk/>
            <pc:sldMk cId="2948883427" sldId="462"/>
            <ac:spMk id="2" creationId="{414298B5-57DB-48CF-898B-E1CDF856070D}"/>
          </ac:spMkLst>
        </pc:spChg>
      </pc:sldChg>
      <pc:sldChg chg="modSp mod">
        <pc:chgData name="Marco Sanches" userId="301bf0f768bc15fc" providerId="LiveId" clId="{B85DB71C-C6B1-48ED-96F7-AD72D6F70FE8}" dt="2020-11-24T14:18:25.277" v="3" actId="2711"/>
        <pc:sldMkLst>
          <pc:docMk/>
          <pc:sldMk cId="2460081098" sldId="463"/>
        </pc:sldMkLst>
        <pc:spChg chg="mod">
          <ac:chgData name="Marco Sanches" userId="301bf0f768bc15fc" providerId="LiveId" clId="{B85DB71C-C6B1-48ED-96F7-AD72D6F70FE8}" dt="2020-11-24T14:18:25.277" v="3" actId="2711"/>
          <ac:spMkLst>
            <pc:docMk/>
            <pc:sldMk cId="2460081098" sldId="463"/>
            <ac:spMk id="2" creationId="{414298B5-57DB-48CF-898B-E1CDF856070D}"/>
          </ac:spMkLst>
        </pc:spChg>
      </pc:sldChg>
      <pc:sldChg chg="modSp mod">
        <pc:chgData name="Marco Sanches" userId="301bf0f768bc15fc" providerId="LiveId" clId="{B85DB71C-C6B1-48ED-96F7-AD72D6F70FE8}" dt="2020-11-24T14:18:27.518" v="4" actId="2711"/>
        <pc:sldMkLst>
          <pc:docMk/>
          <pc:sldMk cId="4234405321" sldId="464"/>
        </pc:sldMkLst>
        <pc:spChg chg="mod">
          <ac:chgData name="Marco Sanches" userId="301bf0f768bc15fc" providerId="LiveId" clId="{B85DB71C-C6B1-48ED-96F7-AD72D6F70FE8}" dt="2020-11-24T14:18:27.518" v="4" actId="2711"/>
          <ac:spMkLst>
            <pc:docMk/>
            <pc:sldMk cId="4234405321" sldId="464"/>
            <ac:spMk id="2" creationId="{414298B5-57DB-48CF-898B-E1CDF856070D}"/>
          </ac:spMkLst>
        </pc:spChg>
      </pc:sldChg>
      <pc:sldChg chg="modSp mod">
        <pc:chgData name="Marco Sanches" userId="301bf0f768bc15fc" providerId="LiveId" clId="{B85DB71C-C6B1-48ED-96F7-AD72D6F70FE8}" dt="2020-11-24T14:18:30.654" v="5" actId="2711"/>
        <pc:sldMkLst>
          <pc:docMk/>
          <pc:sldMk cId="859420527" sldId="465"/>
        </pc:sldMkLst>
        <pc:spChg chg="mod">
          <ac:chgData name="Marco Sanches" userId="301bf0f768bc15fc" providerId="LiveId" clId="{B85DB71C-C6B1-48ED-96F7-AD72D6F70FE8}" dt="2020-11-24T14:18:30.654" v="5" actId="2711"/>
          <ac:spMkLst>
            <pc:docMk/>
            <pc:sldMk cId="859420527" sldId="465"/>
            <ac:spMk id="2" creationId="{414298B5-57DB-48CF-898B-E1CDF856070D}"/>
          </ac:spMkLst>
        </pc:spChg>
      </pc:sldChg>
      <pc:sldChg chg="modSp mod">
        <pc:chgData name="Marco Sanches" userId="301bf0f768bc15fc" providerId="LiveId" clId="{B85DB71C-C6B1-48ED-96F7-AD72D6F70FE8}" dt="2020-11-24T14:18:36.286" v="7" actId="2711"/>
        <pc:sldMkLst>
          <pc:docMk/>
          <pc:sldMk cId="1858832267" sldId="466"/>
        </pc:sldMkLst>
        <pc:spChg chg="mod">
          <ac:chgData name="Marco Sanches" userId="301bf0f768bc15fc" providerId="LiveId" clId="{B85DB71C-C6B1-48ED-96F7-AD72D6F70FE8}" dt="2020-11-24T14:18:36.286" v="7" actId="2711"/>
          <ac:spMkLst>
            <pc:docMk/>
            <pc:sldMk cId="1858832267" sldId="466"/>
            <ac:spMk id="2" creationId="{414298B5-57DB-48CF-898B-E1CDF856070D}"/>
          </ac:spMkLst>
        </pc:spChg>
      </pc:sldChg>
      <pc:sldChg chg="modSp mod">
        <pc:chgData name="Marco Sanches" userId="301bf0f768bc15fc" providerId="LiveId" clId="{B85DB71C-C6B1-48ED-96F7-AD72D6F70FE8}" dt="2020-11-24T14:18:39.543" v="8" actId="2711"/>
        <pc:sldMkLst>
          <pc:docMk/>
          <pc:sldMk cId="126828081" sldId="467"/>
        </pc:sldMkLst>
        <pc:spChg chg="mod">
          <ac:chgData name="Marco Sanches" userId="301bf0f768bc15fc" providerId="LiveId" clId="{B85DB71C-C6B1-48ED-96F7-AD72D6F70FE8}" dt="2020-11-24T14:18:39.543" v="8" actId="2711"/>
          <ac:spMkLst>
            <pc:docMk/>
            <pc:sldMk cId="126828081" sldId="467"/>
            <ac:spMk id="2" creationId="{414298B5-57DB-48CF-898B-E1CDF856070D}"/>
          </ac:spMkLst>
        </pc:spChg>
      </pc:sldChg>
      <pc:sldChg chg="modSp mod">
        <pc:chgData name="Marco Sanches" userId="301bf0f768bc15fc" providerId="LiveId" clId="{B85DB71C-C6B1-48ED-96F7-AD72D6F70FE8}" dt="2020-11-24T14:18:42.586" v="9" actId="2711"/>
        <pc:sldMkLst>
          <pc:docMk/>
          <pc:sldMk cId="3355683838" sldId="468"/>
        </pc:sldMkLst>
        <pc:spChg chg="mod">
          <ac:chgData name="Marco Sanches" userId="301bf0f768bc15fc" providerId="LiveId" clId="{B85DB71C-C6B1-48ED-96F7-AD72D6F70FE8}" dt="2020-11-24T14:18:42.586" v="9" actId="2711"/>
          <ac:spMkLst>
            <pc:docMk/>
            <pc:sldMk cId="3355683838" sldId="468"/>
            <ac:spMk id="2" creationId="{414298B5-57DB-48CF-898B-E1CDF856070D}"/>
          </ac:spMkLst>
        </pc:spChg>
      </pc:sldChg>
      <pc:sldChg chg="modSp mod">
        <pc:chgData name="Marco Sanches" userId="301bf0f768bc15fc" providerId="LiveId" clId="{B85DB71C-C6B1-48ED-96F7-AD72D6F70FE8}" dt="2020-11-24T14:18:47.035" v="10" actId="2711"/>
        <pc:sldMkLst>
          <pc:docMk/>
          <pc:sldMk cId="401545026" sldId="469"/>
        </pc:sldMkLst>
        <pc:spChg chg="mod">
          <ac:chgData name="Marco Sanches" userId="301bf0f768bc15fc" providerId="LiveId" clId="{B85DB71C-C6B1-48ED-96F7-AD72D6F70FE8}" dt="2020-11-24T14:18:47.035" v="10" actId="2711"/>
          <ac:spMkLst>
            <pc:docMk/>
            <pc:sldMk cId="401545026" sldId="469"/>
            <ac:spMk id="2" creationId="{414298B5-57DB-48CF-898B-E1CDF856070D}"/>
          </ac:spMkLst>
        </pc:spChg>
      </pc:sldChg>
      <pc:sldChg chg="modSp mod">
        <pc:chgData name="Marco Sanches" userId="301bf0f768bc15fc" providerId="LiveId" clId="{B85DB71C-C6B1-48ED-96F7-AD72D6F70FE8}" dt="2020-11-24T14:18:50.147" v="11" actId="2711"/>
        <pc:sldMkLst>
          <pc:docMk/>
          <pc:sldMk cId="1748727675" sldId="470"/>
        </pc:sldMkLst>
        <pc:spChg chg="mod">
          <ac:chgData name="Marco Sanches" userId="301bf0f768bc15fc" providerId="LiveId" clId="{B85DB71C-C6B1-48ED-96F7-AD72D6F70FE8}" dt="2020-11-24T14:18:50.147" v="11" actId="2711"/>
          <ac:spMkLst>
            <pc:docMk/>
            <pc:sldMk cId="1748727675" sldId="470"/>
            <ac:spMk id="2" creationId="{414298B5-57DB-48CF-898B-E1CDF856070D}"/>
          </ac:spMkLst>
        </pc:spChg>
      </pc:sldChg>
      <pc:sldChg chg="modSp mod">
        <pc:chgData name="Marco Sanches" userId="301bf0f768bc15fc" providerId="LiveId" clId="{B85DB71C-C6B1-48ED-96F7-AD72D6F70FE8}" dt="2020-11-24T14:18:52.509" v="12" actId="2711"/>
        <pc:sldMkLst>
          <pc:docMk/>
          <pc:sldMk cId="3891695666" sldId="471"/>
        </pc:sldMkLst>
        <pc:spChg chg="mod">
          <ac:chgData name="Marco Sanches" userId="301bf0f768bc15fc" providerId="LiveId" clId="{B85DB71C-C6B1-48ED-96F7-AD72D6F70FE8}" dt="2020-11-24T14:18:52.509" v="12" actId="2711"/>
          <ac:spMkLst>
            <pc:docMk/>
            <pc:sldMk cId="3891695666" sldId="471"/>
            <ac:spMk id="2" creationId="{414298B5-57DB-48CF-898B-E1CDF856070D}"/>
          </ac:spMkLst>
        </pc:spChg>
      </pc:sldChg>
      <pc:sldChg chg="modSp mod">
        <pc:chgData name="Marco Sanches" userId="301bf0f768bc15fc" providerId="LiveId" clId="{B85DB71C-C6B1-48ED-96F7-AD72D6F70FE8}" dt="2020-11-24T14:18:54.943" v="13" actId="2711"/>
        <pc:sldMkLst>
          <pc:docMk/>
          <pc:sldMk cId="922861715" sldId="472"/>
        </pc:sldMkLst>
        <pc:spChg chg="mod">
          <ac:chgData name="Marco Sanches" userId="301bf0f768bc15fc" providerId="LiveId" clId="{B85DB71C-C6B1-48ED-96F7-AD72D6F70FE8}" dt="2020-11-24T14:18:54.943" v="13" actId="2711"/>
          <ac:spMkLst>
            <pc:docMk/>
            <pc:sldMk cId="922861715" sldId="472"/>
            <ac:spMk id="2" creationId="{414298B5-57DB-48CF-898B-E1CDF856070D}"/>
          </ac:spMkLst>
        </pc:spChg>
      </pc:sldChg>
      <pc:sldChg chg="modSp mod">
        <pc:chgData name="Marco Sanches" userId="301bf0f768bc15fc" providerId="LiveId" clId="{B85DB71C-C6B1-48ED-96F7-AD72D6F70FE8}" dt="2020-11-24T14:18:58.363" v="14" actId="2711"/>
        <pc:sldMkLst>
          <pc:docMk/>
          <pc:sldMk cId="1725870178" sldId="473"/>
        </pc:sldMkLst>
        <pc:spChg chg="mod">
          <ac:chgData name="Marco Sanches" userId="301bf0f768bc15fc" providerId="LiveId" clId="{B85DB71C-C6B1-48ED-96F7-AD72D6F70FE8}" dt="2020-11-24T14:18:58.363" v="14" actId="2711"/>
          <ac:spMkLst>
            <pc:docMk/>
            <pc:sldMk cId="1725870178" sldId="473"/>
            <ac:spMk id="2" creationId="{414298B5-57DB-48CF-898B-E1CDF856070D}"/>
          </ac:spMkLst>
        </pc:spChg>
      </pc:sldChg>
      <pc:sldChg chg="modSp mod">
        <pc:chgData name="Marco Sanches" userId="301bf0f768bc15fc" providerId="LiveId" clId="{B85DB71C-C6B1-48ED-96F7-AD72D6F70FE8}" dt="2020-11-24T14:19:02.150" v="15" actId="2711"/>
        <pc:sldMkLst>
          <pc:docMk/>
          <pc:sldMk cId="2312632231" sldId="474"/>
        </pc:sldMkLst>
        <pc:spChg chg="mod">
          <ac:chgData name="Marco Sanches" userId="301bf0f768bc15fc" providerId="LiveId" clId="{B85DB71C-C6B1-48ED-96F7-AD72D6F70FE8}" dt="2020-11-24T14:19:02.150" v="15" actId="2711"/>
          <ac:spMkLst>
            <pc:docMk/>
            <pc:sldMk cId="2312632231" sldId="474"/>
            <ac:spMk id="2" creationId="{414298B5-57DB-48CF-898B-E1CDF856070D}"/>
          </ac:spMkLst>
        </pc:spChg>
      </pc:sldChg>
      <pc:sldChg chg="modSp mod">
        <pc:chgData name="Marco Sanches" userId="301bf0f768bc15fc" providerId="LiveId" clId="{B85DB71C-C6B1-48ED-96F7-AD72D6F70FE8}" dt="2020-11-24T14:19:05.571" v="16" actId="2711"/>
        <pc:sldMkLst>
          <pc:docMk/>
          <pc:sldMk cId="118439225" sldId="475"/>
        </pc:sldMkLst>
        <pc:spChg chg="mod">
          <ac:chgData name="Marco Sanches" userId="301bf0f768bc15fc" providerId="LiveId" clId="{B85DB71C-C6B1-48ED-96F7-AD72D6F70FE8}" dt="2020-11-24T14:19:05.571" v="16" actId="2711"/>
          <ac:spMkLst>
            <pc:docMk/>
            <pc:sldMk cId="118439225" sldId="475"/>
            <ac:spMk id="2" creationId="{414298B5-57DB-48CF-898B-E1CDF856070D}"/>
          </ac:spMkLst>
        </pc:spChg>
      </pc:sldChg>
      <pc:sldChg chg="modSp mod">
        <pc:chgData name="Marco Sanches" userId="301bf0f768bc15fc" providerId="LiveId" clId="{B85DB71C-C6B1-48ED-96F7-AD72D6F70FE8}" dt="2020-11-24T14:19:08.759" v="17" actId="2711"/>
        <pc:sldMkLst>
          <pc:docMk/>
          <pc:sldMk cId="812971124" sldId="476"/>
        </pc:sldMkLst>
        <pc:spChg chg="mod">
          <ac:chgData name="Marco Sanches" userId="301bf0f768bc15fc" providerId="LiveId" clId="{B85DB71C-C6B1-48ED-96F7-AD72D6F70FE8}" dt="2020-11-24T14:19:08.759" v="17" actId="2711"/>
          <ac:spMkLst>
            <pc:docMk/>
            <pc:sldMk cId="812971124" sldId="476"/>
            <ac:spMk id="2" creationId="{414298B5-57DB-48CF-898B-E1CDF856070D}"/>
          </ac:spMkLst>
        </pc:spChg>
      </pc:sldChg>
      <pc:sldChg chg="modSp mod">
        <pc:chgData name="Marco Sanches" userId="301bf0f768bc15fc" providerId="LiveId" clId="{B85DB71C-C6B1-48ED-96F7-AD72D6F70FE8}" dt="2020-11-24T14:19:12.674" v="18" actId="2711"/>
        <pc:sldMkLst>
          <pc:docMk/>
          <pc:sldMk cId="621818439" sldId="477"/>
        </pc:sldMkLst>
        <pc:spChg chg="mod">
          <ac:chgData name="Marco Sanches" userId="301bf0f768bc15fc" providerId="LiveId" clId="{B85DB71C-C6B1-48ED-96F7-AD72D6F70FE8}" dt="2020-11-24T14:19:12.674" v="18" actId="2711"/>
          <ac:spMkLst>
            <pc:docMk/>
            <pc:sldMk cId="621818439" sldId="477"/>
            <ac:spMk id="2" creationId="{414298B5-57DB-48CF-898B-E1CDF856070D}"/>
          </ac:spMkLst>
        </pc:spChg>
      </pc:sldChg>
      <pc:sldChg chg="modSp mod">
        <pc:chgData name="Marco Sanches" userId="301bf0f768bc15fc" providerId="LiveId" clId="{B85DB71C-C6B1-48ED-96F7-AD72D6F70FE8}" dt="2020-11-24T14:19:15.547" v="19" actId="2711"/>
        <pc:sldMkLst>
          <pc:docMk/>
          <pc:sldMk cId="1478214926" sldId="478"/>
        </pc:sldMkLst>
        <pc:spChg chg="mod">
          <ac:chgData name="Marco Sanches" userId="301bf0f768bc15fc" providerId="LiveId" clId="{B85DB71C-C6B1-48ED-96F7-AD72D6F70FE8}" dt="2020-11-24T14:19:15.547" v="19" actId="2711"/>
          <ac:spMkLst>
            <pc:docMk/>
            <pc:sldMk cId="1478214926" sldId="478"/>
            <ac:spMk id="2" creationId="{414298B5-57DB-48CF-898B-E1CDF856070D}"/>
          </ac:spMkLst>
        </pc:spChg>
      </pc:sldChg>
      <pc:sldChg chg="modSp mod">
        <pc:chgData name="Marco Sanches" userId="301bf0f768bc15fc" providerId="LiveId" clId="{B85DB71C-C6B1-48ED-96F7-AD72D6F70FE8}" dt="2020-11-24T14:19:18.632" v="20" actId="2711"/>
        <pc:sldMkLst>
          <pc:docMk/>
          <pc:sldMk cId="5044342" sldId="479"/>
        </pc:sldMkLst>
        <pc:spChg chg="mod">
          <ac:chgData name="Marco Sanches" userId="301bf0f768bc15fc" providerId="LiveId" clId="{B85DB71C-C6B1-48ED-96F7-AD72D6F70FE8}" dt="2020-11-24T14:19:18.632" v="20" actId="2711"/>
          <ac:spMkLst>
            <pc:docMk/>
            <pc:sldMk cId="5044342" sldId="479"/>
            <ac:spMk id="2" creationId="{414298B5-57DB-48CF-898B-E1CDF856070D}"/>
          </ac:spMkLst>
        </pc:spChg>
      </pc:sldChg>
      <pc:sldChg chg="modSp mod">
        <pc:chgData name="Marco Sanches" userId="301bf0f768bc15fc" providerId="LiveId" clId="{B85DB71C-C6B1-48ED-96F7-AD72D6F70FE8}" dt="2020-11-24T14:19:21.163" v="21" actId="2711"/>
        <pc:sldMkLst>
          <pc:docMk/>
          <pc:sldMk cId="2823691288" sldId="480"/>
        </pc:sldMkLst>
        <pc:spChg chg="mod">
          <ac:chgData name="Marco Sanches" userId="301bf0f768bc15fc" providerId="LiveId" clId="{B85DB71C-C6B1-48ED-96F7-AD72D6F70FE8}" dt="2020-11-24T14:19:21.163" v="21" actId="2711"/>
          <ac:spMkLst>
            <pc:docMk/>
            <pc:sldMk cId="2823691288" sldId="480"/>
            <ac:spMk id="2" creationId="{414298B5-57DB-48CF-898B-E1CDF856070D}"/>
          </ac:spMkLst>
        </pc:spChg>
      </pc:sldChg>
      <pc:sldChg chg="modSp mod">
        <pc:chgData name="Marco Sanches" userId="301bf0f768bc15fc" providerId="LiveId" clId="{B85DB71C-C6B1-48ED-96F7-AD72D6F70FE8}" dt="2020-11-24T14:19:23.826" v="22" actId="2711"/>
        <pc:sldMkLst>
          <pc:docMk/>
          <pc:sldMk cId="2173497000" sldId="481"/>
        </pc:sldMkLst>
        <pc:spChg chg="mod">
          <ac:chgData name="Marco Sanches" userId="301bf0f768bc15fc" providerId="LiveId" clId="{B85DB71C-C6B1-48ED-96F7-AD72D6F70FE8}" dt="2020-11-24T14:19:23.826" v="22" actId="2711"/>
          <ac:spMkLst>
            <pc:docMk/>
            <pc:sldMk cId="2173497000" sldId="481"/>
            <ac:spMk id="2" creationId="{414298B5-57DB-48CF-898B-E1CDF856070D}"/>
          </ac:spMkLst>
        </pc:spChg>
      </pc:sldChg>
      <pc:sldChg chg="modSp mod">
        <pc:chgData name="Marco Sanches" userId="301bf0f768bc15fc" providerId="LiveId" clId="{B85DB71C-C6B1-48ED-96F7-AD72D6F70FE8}" dt="2020-11-24T14:19:28.818" v="24" actId="2711"/>
        <pc:sldMkLst>
          <pc:docMk/>
          <pc:sldMk cId="161017943" sldId="482"/>
        </pc:sldMkLst>
        <pc:spChg chg="mod">
          <ac:chgData name="Marco Sanches" userId="301bf0f768bc15fc" providerId="LiveId" clId="{B85DB71C-C6B1-48ED-96F7-AD72D6F70FE8}" dt="2020-11-24T14:19:28.818" v="24" actId="2711"/>
          <ac:spMkLst>
            <pc:docMk/>
            <pc:sldMk cId="161017943" sldId="482"/>
            <ac:spMk id="10" creationId="{1F364C24-6A4D-4C09-9323-19122EB7E9A2}"/>
          </ac:spMkLst>
        </pc:spChg>
      </pc:sldChg>
      <pc:sldChg chg="modSp del mod">
        <pc:chgData name="Marco Sanches" userId="301bf0f768bc15fc" providerId="LiveId" clId="{B85DB71C-C6B1-48ED-96F7-AD72D6F70FE8}" dt="2020-11-24T14:41:43.521" v="33" actId="47"/>
        <pc:sldMkLst>
          <pc:docMk/>
          <pc:sldMk cId="3091507080" sldId="483"/>
        </pc:sldMkLst>
        <pc:spChg chg="mod">
          <ac:chgData name="Marco Sanches" userId="301bf0f768bc15fc" providerId="LiveId" clId="{B85DB71C-C6B1-48ED-96F7-AD72D6F70FE8}" dt="2020-11-24T14:19:46.634" v="30" actId="255"/>
          <ac:spMkLst>
            <pc:docMk/>
            <pc:sldMk cId="3091507080" sldId="483"/>
            <ac:spMk id="6" creationId="{93BD496B-728D-4141-AAD8-706A3ACAF42B}"/>
          </ac:spMkLst>
        </pc:spChg>
      </pc:sldChg>
      <pc:sldChg chg="modSp mod">
        <pc:chgData name="Marco Sanches" userId="301bf0f768bc15fc" providerId="LiveId" clId="{B85DB71C-C6B1-48ED-96F7-AD72D6F70FE8}" dt="2020-11-24T14:19:39.202" v="27" actId="2711"/>
        <pc:sldMkLst>
          <pc:docMk/>
          <pc:sldMk cId="1752541347" sldId="484"/>
        </pc:sldMkLst>
        <pc:spChg chg="mod">
          <ac:chgData name="Marco Sanches" userId="301bf0f768bc15fc" providerId="LiveId" clId="{B85DB71C-C6B1-48ED-96F7-AD72D6F70FE8}" dt="2020-11-24T14:19:39.202" v="27" actId="2711"/>
          <ac:spMkLst>
            <pc:docMk/>
            <pc:sldMk cId="1752541347" sldId="484"/>
            <ac:spMk id="2" creationId="{897856AD-9995-4A2C-83BB-7CDC555080CE}"/>
          </ac:spMkLst>
        </pc:spChg>
      </pc:sldChg>
      <pc:sldChg chg="modSp mod">
        <pc:chgData name="Marco Sanches" userId="301bf0f768bc15fc" providerId="LiveId" clId="{B85DB71C-C6B1-48ED-96F7-AD72D6F70FE8}" dt="2020-11-24T14:19:30.721" v="25" actId="2711"/>
        <pc:sldMkLst>
          <pc:docMk/>
          <pc:sldMk cId="3670420559" sldId="485"/>
        </pc:sldMkLst>
        <pc:spChg chg="mod">
          <ac:chgData name="Marco Sanches" userId="301bf0f768bc15fc" providerId="LiveId" clId="{B85DB71C-C6B1-48ED-96F7-AD72D6F70FE8}" dt="2020-11-24T14:19:30.721" v="25" actId="2711"/>
          <ac:spMkLst>
            <pc:docMk/>
            <pc:sldMk cId="3670420559" sldId="485"/>
            <ac:spMk id="2" creationId="{414298B5-57DB-48CF-898B-E1CDF856070D}"/>
          </ac:spMkLst>
        </pc:spChg>
      </pc:sldChg>
      <pc:sldChg chg="modSp mod">
        <pc:chgData name="Marco Sanches" userId="301bf0f768bc15fc" providerId="LiveId" clId="{B85DB71C-C6B1-48ED-96F7-AD72D6F70FE8}" dt="2020-11-24T14:19:26.166" v="23" actId="2711"/>
        <pc:sldMkLst>
          <pc:docMk/>
          <pc:sldMk cId="1395809432" sldId="486"/>
        </pc:sldMkLst>
        <pc:spChg chg="mod">
          <ac:chgData name="Marco Sanches" userId="301bf0f768bc15fc" providerId="LiveId" clId="{B85DB71C-C6B1-48ED-96F7-AD72D6F70FE8}" dt="2020-11-24T14:19:26.166" v="23" actId="2711"/>
          <ac:spMkLst>
            <pc:docMk/>
            <pc:sldMk cId="1395809432" sldId="486"/>
            <ac:spMk id="2" creationId="{414298B5-57DB-48CF-898B-E1CDF856070D}"/>
          </ac:spMkLst>
        </pc:spChg>
      </pc:sldChg>
      <pc:sldChg chg="add">
        <pc:chgData name="Marco Sanches" userId="301bf0f768bc15fc" providerId="LiveId" clId="{B85DB71C-C6B1-48ED-96F7-AD72D6F70FE8}" dt="2020-11-24T14:41:28.900" v="31"/>
        <pc:sldMkLst>
          <pc:docMk/>
          <pc:sldMk cId="4145914251" sldId="487"/>
        </pc:sldMkLst>
      </pc:sldChg>
      <pc:sldChg chg="add">
        <pc:chgData name="Marco Sanches" userId="301bf0f768bc15fc" providerId="LiveId" clId="{B85DB71C-C6B1-48ED-96F7-AD72D6F70FE8}" dt="2020-11-24T14:41:41.756" v="32"/>
        <pc:sldMkLst>
          <pc:docMk/>
          <pc:sldMk cId="2524415864" sldId="488"/>
        </pc:sldMkLst>
      </pc:sldChg>
    </pc:docChg>
  </pc:docChgLst>
  <pc:docChgLst>
    <pc:chgData name="Marco Sanches" userId="301bf0f768bc15fc" providerId="LiveId" clId="{D49FEF71-8C7C-4CC0-A38C-9106943DC563}"/>
    <pc:docChg chg="undo custSel delSld modSld modSection">
      <pc:chgData name="Marco Sanches" userId="301bf0f768bc15fc" providerId="LiveId" clId="{D49FEF71-8C7C-4CC0-A38C-9106943DC563}" dt="2020-09-16T17:59:05.105" v="40" actId="478"/>
      <pc:docMkLst>
        <pc:docMk/>
      </pc:docMkLst>
      <pc:sldChg chg="addSp delSp modSp mod">
        <pc:chgData name="Marco Sanches" userId="301bf0f768bc15fc" providerId="LiveId" clId="{D49FEF71-8C7C-4CC0-A38C-9106943DC563}" dt="2020-09-16T17:59:05.105" v="40" actId="478"/>
        <pc:sldMkLst>
          <pc:docMk/>
          <pc:sldMk cId="3687106035" sldId="256"/>
        </pc:sldMkLst>
        <pc:spChg chg="add del mod">
          <ac:chgData name="Marco Sanches" userId="301bf0f768bc15fc" providerId="LiveId" clId="{D49FEF71-8C7C-4CC0-A38C-9106943DC563}" dt="2020-09-16T17:56:58.223" v="10" actId="478"/>
          <ac:spMkLst>
            <pc:docMk/>
            <pc:sldMk cId="3687106035" sldId="256"/>
            <ac:spMk id="4" creationId="{89B944AE-7EB6-44A8-91E7-4602BC084730}"/>
          </ac:spMkLst>
        </pc:spChg>
        <pc:spChg chg="del">
          <ac:chgData name="Marco Sanches" userId="301bf0f768bc15fc" providerId="LiveId" clId="{D49FEF71-8C7C-4CC0-A38C-9106943DC563}" dt="2020-09-16T17:56:08.266" v="0" actId="478"/>
          <ac:spMkLst>
            <pc:docMk/>
            <pc:sldMk cId="3687106035" sldId="256"/>
            <ac:spMk id="6" creationId="{0C89EAFD-0EE9-46F0-A68A-44FA35B4F6FE}"/>
          </ac:spMkLst>
        </pc:spChg>
        <pc:spChg chg="add mod">
          <ac:chgData name="Marco Sanches" userId="301bf0f768bc15fc" providerId="LiveId" clId="{D49FEF71-8C7C-4CC0-A38C-9106943DC563}" dt="2020-09-16T17:59:01.565" v="39" actId="20577"/>
          <ac:spMkLst>
            <pc:docMk/>
            <pc:sldMk cId="3687106035" sldId="256"/>
            <ac:spMk id="9" creationId="{7A03DC27-C7FE-472B-BDB2-BC11DE0CCAFD}"/>
          </ac:spMkLst>
        </pc:spChg>
        <pc:spChg chg="add del mod">
          <ac:chgData name="Marco Sanches" userId="301bf0f768bc15fc" providerId="LiveId" clId="{D49FEF71-8C7C-4CC0-A38C-9106943DC563}" dt="2020-09-16T17:59:05.105" v="40" actId="478"/>
          <ac:spMkLst>
            <pc:docMk/>
            <pc:sldMk cId="3687106035" sldId="256"/>
            <ac:spMk id="13" creationId="{2A1FCAB4-6F21-455C-A7B1-6836C3D37A90}"/>
          </ac:spMkLst>
        </pc:spChg>
      </pc:sldChg>
      <pc:sldChg chg="del">
        <pc:chgData name="Marco Sanches" userId="301bf0f768bc15fc" providerId="LiveId" clId="{D49FEF71-8C7C-4CC0-A38C-9106943DC563}" dt="2020-09-16T17:58:34.006" v="34" actId="47"/>
        <pc:sldMkLst>
          <pc:docMk/>
          <pc:sldMk cId="407932995" sldId="397"/>
        </pc:sldMkLst>
      </pc:sldChg>
    </pc:docChg>
  </pc:docChgLst>
  <pc:docChgLst>
    <pc:chgData name="Marco Sanches" userId="301bf0f768bc15fc" providerId="LiveId" clId="{2335F387-475A-44B9-80F1-F190B9049E35}"/>
    <pc:docChg chg="delSld modSection">
      <pc:chgData name="Marco Sanches" userId="301bf0f768bc15fc" providerId="LiveId" clId="{2335F387-475A-44B9-80F1-F190B9049E35}" dt="2021-02-01T17:46:47.888" v="0" actId="47"/>
      <pc:docMkLst>
        <pc:docMk/>
      </pc:docMkLst>
      <pc:sldChg chg="del">
        <pc:chgData name="Marco Sanches" userId="301bf0f768bc15fc" providerId="LiveId" clId="{2335F387-475A-44B9-80F1-F190B9049E35}" dt="2021-02-01T17:46:47.888" v="0" actId="47"/>
        <pc:sldMkLst>
          <pc:docMk/>
          <pc:sldMk cId="730759220" sldId="396"/>
        </pc:sldMkLst>
      </pc:sldChg>
      <pc:sldChg chg="del">
        <pc:chgData name="Marco Sanches" userId="301bf0f768bc15fc" providerId="LiveId" clId="{2335F387-475A-44B9-80F1-F190B9049E35}" dt="2021-02-01T17:46:47.888" v="0" actId="47"/>
        <pc:sldMkLst>
          <pc:docMk/>
          <pc:sldMk cId="1752541347" sldId="484"/>
        </pc:sldMkLst>
      </pc:sldChg>
    </pc:docChg>
  </pc:docChgLst>
  <pc:docChgLst>
    <pc:chgData name="Marco Sanches" userId="301bf0f768bc15fc" providerId="LiveId" clId="{AD1F0D63-CEEF-48F2-8198-EC5A51D66291}"/>
    <pc:docChg chg="undo custSel mod addSld delSld modSld sldOrd delSection modSection">
      <pc:chgData name="Marco Sanches" userId="301bf0f768bc15fc" providerId="LiveId" clId="{AD1F0D63-CEEF-48F2-8198-EC5A51D66291}" dt="2020-08-21T14:10:48.819" v="2848"/>
      <pc:docMkLst>
        <pc:docMk/>
      </pc:docMkLst>
      <pc:sldChg chg="modSp mod">
        <pc:chgData name="Marco Sanches" userId="301bf0f768bc15fc" providerId="LiveId" clId="{AD1F0D63-CEEF-48F2-8198-EC5A51D66291}" dt="2020-08-21T14:10:48.819" v="2848"/>
        <pc:sldMkLst>
          <pc:docMk/>
          <pc:sldMk cId="3687106035" sldId="256"/>
        </pc:sldMkLst>
        <pc:spChg chg="mod">
          <ac:chgData name="Marco Sanches" userId="301bf0f768bc15fc" providerId="LiveId" clId="{AD1F0D63-CEEF-48F2-8198-EC5A51D66291}" dt="2020-08-21T14:10:48.819" v="2848"/>
          <ac:spMkLst>
            <pc:docMk/>
            <pc:sldMk cId="3687106035" sldId="256"/>
            <ac:spMk id="6" creationId="{0C89EAFD-0EE9-46F0-A68A-44FA35B4F6FE}"/>
          </ac:spMkLst>
        </pc:spChg>
      </pc:sldChg>
      <pc:sldChg chg="addSp delSp modSp add del mod ord modClrScheme delAnim chgLayout">
        <pc:chgData name="Marco Sanches" userId="301bf0f768bc15fc" providerId="LiveId" clId="{AD1F0D63-CEEF-48F2-8198-EC5A51D66291}" dt="2020-08-20T11:17:13.519" v="2649" actId="1035"/>
        <pc:sldMkLst>
          <pc:docMk/>
          <pc:sldMk cId="1622163198" sldId="258"/>
        </pc:sldMkLst>
        <pc:spChg chg="mod ord">
          <ac:chgData name="Marco Sanches" userId="301bf0f768bc15fc" providerId="LiveId" clId="{AD1F0D63-CEEF-48F2-8198-EC5A51D66291}" dt="2020-08-19T18:51:52.122" v="100" actId="26606"/>
          <ac:spMkLst>
            <pc:docMk/>
            <pc:sldMk cId="1622163198" sldId="258"/>
            <ac:spMk id="2" creationId="{414298B5-57DB-48CF-898B-E1CDF856070D}"/>
          </ac:spMkLst>
        </pc:spChg>
        <pc:spChg chg="del">
          <ac:chgData name="Marco Sanches" userId="301bf0f768bc15fc" providerId="LiveId" clId="{AD1F0D63-CEEF-48F2-8198-EC5A51D66291}" dt="2020-08-19T18:50:23.626" v="83" actId="478"/>
          <ac:spMkLst>
            <pc:docMk/>
            <pc:sldMk cId="1622163198" sldId="258"/>
            <ac:spMk id="6" creationId="{8231A570-49F6-4830-9CE5-C392DA574DEE}"/>
          </ac:spMkLst>
        </pc:spChg>
        <pc:spChg chg="del">
          <ac:chgData name="Marco Sanches" userId="301bf0f768bc15fc" providerId="LiveId" clId="{AD1F0D63-CEEF-48F2-8198-EC5A51D66291}" dt="2020-08-19T18:50:25.203" v="84" actId="478"/>
          <ac:spMkLst>
            <pc:docMk/>
            <pc:sldMk cId="1622163198" sldId="258"/>
            <ac:spMk id="7" creationId="{AD551E74-0A0B-4F67-AD79-78C8307B91F2}"/>
          </ac:spMkLst>
        </pc:spChg>
        <pc:spChg chg="mod">
          <ac:chgData name="Marco Sanches" userId="301bf0f768bc15fc" providerId="LiveId" clId="{AD1F0D63-CEEF-48F2-8198-EC5A51D66291}" dt="2020-08-20T11:17:07.528" v="2641" actId="14100"/>
          <ac:spMkLst>
            <pc:docMk/>
            <pc:sldMk cId="1622163198" sldId="258"/>
            <ac:spMk id="8" creationId="{9F654FF8-EA10-46D9-9A4C-61C040CBF2CB}"/>
          </ac:spMkLst>
        </pc:spChg>
        <pc:spChg chg="del">
          <ac:chgData name="Marco Sanches" userId="301bf0f768bc15fc" providerId="LiveId" clId="{AD1F0D63-CEEF-48F2-8198-EC5A51D66291}" dt="2020-08-19T18:50:43.547" v="91" actId="478"/>
          <ac:spMkLst>
            <pc:docMk/>
            <pc:sldMk cId="1622163198" sldId="258"/>
            <ac:spMk id="9" creationId="{77192A32-3F7C-4E65-854F-12A194F972D0}"/>
          </ac:spMkLst>
        </pc:spChg>
        <pc:spChg chg="del">
          <ac:chgData name="Marco Sanches" userId="301bf0f768bc15fc" providerId="LiveId" clId="{AD1F0D63-CEEF-48F2-8198-EC5A51D66291}" dt="2020-08-19T18:50:42.361" v="90" actId="478"/>
          <ac:spMkLst>
            <pc:docMk/>
            <pc:sldMk cId="1622163198" sldId="258"/>
            <ac:spMk id="10" creationId="{9CAEC1A8-B9F2-43F4-8A77-2ACDE1BB88E2}"/>
          </ac:spMkLst>
        </pc:spChg>
        <pc:spChg chg="add mod">
          <ac:chgData name="Marco Sanches" userId="301bf0f768bc15fc" providerId="LiveId" clId="{AD1F0D63-CEEF-48F2-8198-EC5A51D66291}" dt="2020-08-20T11:17:13.519" v="2649" actId="1035"/>
          <ac:spMkLst>
            <pc:docMk/>
            <pc:sldMk cId="1622163198" sldId="258"/>
            <ac:spMk id="11" creationId="{EAB3B51B-8A75-4D64-8CB6-665C96E5584B}"/>
          </ac:spMkLst>
        </pc:spChg>
        <pc:picChg chg="add mod">
          <ac:chgData name="Marco Sanches" userId="301bf0f768bc15fc" providerId="LiveId" clId="{AD1F0D63-CEEF-48F2-8198-EC5A51D66291}" dt="2020-08-19T18:53:03.995" v="119" actId="1076"/>
          <ac:picMkLst>
            <pc:docMk/>
            <pc:sldMk cId="1622163198" sldId="258"/>
            <ac:picMk id="1026" creationId="{2E085811-0DF4-4434-9315-545FBE0F370F}"/>
          </ac:picMkLst>
        </pc:picChg>
      </pc:sldChg>
      <pc:sldChg chg="del">
        <pc:chgData name="Marco Sanches" userId="301bf0f768bc15fc" providerId="LiveId" clId="{AD1F0D63-CEEF-48F2-8198-EC5A51D66291}" dt="2020-08-20T11:14:43.137" v="2557" actId="47"/>
        <pc:sldMkLst>
          <pc:docMk/>
          <pc:sldMk cId="3899204642" sldId="261"/>
        </pc:sldMkLst>
      </pc:sldChg>
      <pc:sldChg chg="del">
        <pc:chgData name="Marco Sanches" userId="301bf0f768bc15fc" providerId="LiveId" clId="{AD1F0D63-CEEF-48F2-8198-EC5A51D66291}" dt="2020-08-20T11:14:43.732" v="2559" actId="47"/>
        <pc:sldMkLst>
          <pc:docMk/>
          <pc:sldMk cId="247106237" sldId="262"/>
        </pc:sldMkLst>
      </pc:sldChg>
      <pc:sldChg chg="del">
        <pc:chgData name="Marco Sanches" userId="301bf0f768bc15fc" providerId="LiveId" clId="{AD1F0D63-CEEF-48F2-8198-EC5A51D66291}" dt="2020-08-20T11:14:42.292" v="2555" actId="47"/>
        <pc:sldMkLst>
          <pc:docMk/>
          <pc:sldMk cId="2373439500" sldId="266"/>
        </pc:sldMkLst>
      </pc:sldChg>
      <pc:sldChg chg="modSp del">
        <pc:chgData name="Marco Sanches" userId="301bf0f768bc15fc" providerId="LiveId" clId="{AD1F0D63-CEEF-48F2-8198-EC5A51D66291}" dt="2020-08-19T19:06:54.809" v="334" actId="47"/>
        <pc:sldMkLst>
          <pc:docMk/>
          <pc:sldMk cId="0" sldId="323"/>
        </pc:sldMkLst>
        <pc:spChg chg="mod">
          <ac:chgData name="Marco Sanches" userId="301bf0f768bc15fc" providerId="LiveId" clId="{AD1F0D63-CEEF-48F2-8198-EC5A51D66291}" dt="2020-08-19T19:06:49.158" v="333" actId="1076"/>
          <ac:spMkLst>
            <pc:docMk/>
            <pc:sldMk cId="0" sldId="323"/>
            <ac:spMk id="8195" creationId="{0DE85CDF-034B-4A82-B55A-AA911E3011E9}"/>
          </ac:spMkLst>
        </pc:spChg>
      </pc:sldChg>
      <pc:sldChg chg="del">
        <pc:chgData name="Marco Sanches" userId="301bf0f768bc15fc" providerId="LiveId" clId="{AD1F0D63-CEEF-48F2-8198-EC5A51D66291}" dt="2020-08-20T11:14:44.028" v="2560" actId="47"/>
        <pc:sldMkLst>
          <pc:docMk/>
          <pc:sldMk cId="63458505" sldId="377"/>
        </pc:sldMkLst>
      </pc:sldChg>
      <pc:sldChg chg="del">
        <pc:chgData name="Marco Sanches" userId="301bf0f768bc15fc" providerId="LiveId" clId="{AD1F0D63-CEEF-48F2-8198-EC5A51D66291}" dt="2020-08-20T11:14:44.308" v="2561" actId="47"/>
        <pc:sldMkLst>
          <pc:docMk/>
          <pc:sldMk cId="855472942" sldId="379"/>
        </pc:sldMkLst>
      </pc:sldChg>
      <pc:sldChg chg="del">
        <pc:chgData name="Marco Sanches" userId="301bf0f768bc15fc" providerId="LiveId" clId="{AD1F0D63-CEEF-48F2-8198-EC5A51D66291}" dt="2020-08-20T11:14:44.791" v="2562" actId="47"/>
        <pc:sldMkLst>
          <pc:docMk/>
          <pc:sldMk cId="3344589503" sldId="380"/>
        </pc:sldMkLst>
      </pc:sldChg>
      <pc:sldChg chg="del">
        <pc:chgData name="Marco Sanches" userId="301bf0f768bc15fc" providerId="LiveId" clId="{AD1F0D63-CEEF-48F2-8198-EC5A51D66291}" dt="2020-08-20T11:14:45.439" v="2563" actId="47"/>
        <pc:sldMkLst>
          <pc:docMk/>
          <pc:sldMk cId="1487600067" sldId="381"/>
        </pc:sldMkLst>
      </pc:sldChg>
      <pc:sldChg chg="del">
        <pc:chgData name="Marco Sanches" userId="301bf0f768bc15fc" providerId="LiveId" clId="{AD1F0D63-CEEF-48F2-8198-EC5A51D66291}" dt="2020-08-20T11:14:46.119" v="2565" actId="47"/>
        <pc:sldMkLst>
          <pc:docMk/>
          <pc:sldMk cId="2452270298" sldId="383"/>
        </pc:sldMkLst>
      </pc:sldChg>
      <pc:sldChg chg="del">
        <pc:chgData name="Marco Sanches" userId="301bf0f768bc15fc" providerId="LiveId" clId="{AD1F0D63-CEEF-48F2-8198-EC5A51D66291}" dt="2020-08-20T11:14:47.730" v="2568" actId="47"/>
        <pc:sldMkLst>
          <pc:docMk/>
          <pc:sldMk cId="1288407131" sldId="394"/>
        </pc:sldMkLst>
      </pc:sldChg>
      <pc:sldChg chg="del">
        <pc:chgData name="Marco Sanches" userId="301bf0f768bc15fc" providerId="LiveId" clId="{AD1F0D63-CEEF-48F2-8198-EC5A51D66291}" dt="2020-08-20T11:14:49.774" v="2571" actId="47"/>
        <pc:sldMkLst>
          <pc:docMk/>
          <pc:sldMk cId="4084166105" sldId="395"/>
        </pc:sldMkLst>
      </pc:sldChg>
      <pc:sldChg chg="modSp add del mod ord">
        <pc:chgData name="Marco Sanches" userId="301bf0f768bc15fc" providerId="LiveId" clId="{AD1F0D63-CEEF-48F2-8198-EC5A51D66291}" dt="2020-08-20T11:15:31.005" v="2628" actId="20577"/>
        <pc:sldMkLst>
          <pc:docMk/>
          <pc:sldMk cId="730759220" sldId="396"/>
        </pc:sldMkLst>
        <pc:spChg chg="mod">
          <ac:chgData name="Marco Sanches" userId="301bf0f768bc15fc" providerId="LiveId" clId="{AD1F0D63-CEEF-48F2-8198-EC5A51D66291}" dt="2020-08-20T11:15:31.005" v="2628" actId="20577"/>
          <ac:spMkLst>
            <pc:docMk/>
            <pc:sldMk cId="730759220" sldId="396"/>
            <ac:spMk id="2" creationId="{897856AD-9995-4A2C-83BB-7CDC555080CE}"/>
          </ac:spMkLst>
        </pc:spChg>
      </pc:sldChg>
      <pc:sldChg chg="addSp delSp modSp mod">
        <pc:chgData name="Marco Sanches" userId="301bf0f768bc15fc" providerId="LiveId" clId="{AD1F0D63-CEEF-48F2-8198-EC5A51D66291}" dt="2020-08-19T18:49:17.506" v="47" actId="1076"/>
        <pc:sldMkLst>
          <pc:docMk/>
          <pc:sldMk cId="407932995" sldId="397"/>
        </pc:sldMkLst>
        <pc:spChg chg="mod">
          <ac:chgData name="Marco Sanches" userId="301bf0f768bc15fc" providerId="LiveId" clId="{AD1F0D63-CEEF-48F2-8198-EC5A51D66291}" dt="2020-08-19T18:46:37.561" v="17" actId="20577"/>
          <ac:spMkLst>
            <pc:docMk/>
            <pc:sldMk cId="407932995" sldId="397"/>
            <ac:spMk id="2" creationId="{14080ADA-AE56-43F5-B807-B75FD49AC1F9}"/>
          </ac:spMkLst>
        </pc:spChg>
        <pc:spChg chg="mod">
          <ac:chgData name="Marco Sanches" userId="301bf0f768bc15fc" providerId="LiveId" clId="{AD1F0D63-CEEF-48F2-8198-EC5A51D66291}" dt="2020-08-19T18:48:48.183" v="43" actId="6549"/>
          <ac:spMkLst>
            <pc:docMk/>
            <pc:sldMk cId="407932995" sldId="397"/>
            <ac:spMk id="3" creationId="{3D61ECEE-4718-4222-81C6-2B68CC8792EC}"/>
          </ac:spMkLst>
        </pc:spChg>
        <pc:spChg chg="del">
          <ac:chgData name="Marco Sanches" userId="301bf0f768bc15fc" providerId="LiveId" clId="{AD1F0D63-CEEF-48F2-8198-EC5A51D66291}" dt="2020-08-19T18:46:41.869" v="20" actId="478"/>
          <ac:spMkLst>
            <pc:docMk/>
            <pc:sldMk cId="407932995" sldId="397"/>
            <ac:spMk id="5" creationId="{A57B1EC7-AB5E-4E43-8424-B28A1E37EFD7}"/>
          </ac:spMkLst>
        </pc:spChg>
        <pc:spChg chg="del mod">
          <ac:chgData name="Marco Sanches" userId="301bf0f768bc15fc" providerId="LiveId" clId="{AD1F0D63-CEEF-48F2-8198-EC5A51D66291}" dt="2020-08-19T18:46:45.778" v="24" actId="478"/>
          <ac:spMkLst>
            <pc:docMk/>
            <pc:sldMk cId="407932995" sldId="397"/>
            <ac:spMk id="7" creationId="{1D1BC409-8CD5-4BAA-95D7-A503E48EE3D4}"/>
          </ac:spMkLst>
        </pc:spChg>
        <pc:spChg chg="del">
          <ac:chgData name="Marco Sanches" userId="301bf0f768bc15fc" providerId="LiveId" clId="{AD1F0D63-CEEF-48F2-8198-EC5A51D66291}" dt="2020-08-19T18:46:44.253" v="23" actId="478"/>
          <ac:spMkLst>
            <pc:docMk/>
            <pc:sldMk cId="407932995" sldId="397"/>
            <ac:spMk id="11" creationId="{404D0452-EEC7-4A76-BC9E-8FF06E9863D3}"/>
          </ac:spMkLst>
        </pc:spChg>
        <pc:picChg chg="del">
          <ac:chgData name="Marco Sanches" userId="301bf0f768bc15fc" providerId="LiveId" clId="{AD1F0D63-CEEF-48F2-8198-EC5A51D66291}" dt="2020-08-19T18:46:39.394" v="18" actId="478"/>
          <ac:picMkLst>
            <pc:docMk/>
            <pc:sldMk cId="407932995" sldId="397"/>
            <ac:picMk id="4" creationId="{021AC3A5-A434-4172-9893-F86609123FF2}"/>
          </ac:picMkLst>
        </pc:picChg>
        <pc:picChg chg="add mod">
          <ac:chgData name="Marco Sanches" userId="301bf0f768bc15fc" providerId="LiveId" clId="{AD1F0D63-CEEF-48F2-8198-EC5A51D66291}" dt="2020-08-19T18:49:17.506" v="47" actId="1076"/>
          <ac:picMkLst>
            <pc:docMk/>
            <pc:sldMk cId="407932995" sldId="397"/>
            <ac:picMk id="10" creationId="{D93FB2A7-FE49-472E-B758-5C8E676C4271}"/>
          </ac:picMkLst>
        </pc:picChg>
        <pc:picChg chg="del">
          <ac:chgData name="Marco Sanches" userId="301bf0f768bc15fc" providerId="LiveId" clId="{AD1F0D63-CEEF-48F2-8198-EC5A51D66291}" dt="2020-08-19T18:46:42.369" v="21" actId="478"/>
          <ac:picMkLst>
            <pc:docMk/>
            <pc:sldMk cId="407932995" sldId="397"/>
            <ac:picMk id="12" creationId="{84320A9C-3FC2-4AF5-81DD-3D73D1DE77FC}"/>
          </ac:picMkLst>
        </pc:picChg>
        <pc:cxnChg chg="del mod">
          <ac:chgData name="Marco Sanches" userId="301bf0f768bc15fc" providerId="LiveId" clId="{AD1F0D63-CEEF-48F2-8198-EC5A51D66291}" dt="2020-08-19T18:46:40.679" v="19" actId="478"/>
          <ac:cxnSpMkLst>
            <pc:docMk/>
            <pc:sldMk cId="407932995" sldId="397"/>
            <ac:cxnSpMk id="9" creationId="{28A25956-9E75-4C0D-8926-21E44BA747DC}"/>
          </ac:cxnSpMkLst>
        </pc:cxnChg>
      </pc:sldChg>
      <pc:sldChg chg="del">
        <pc:chgData name="Marco Sanches" userId="301bf0f768bc15fc" providerId="LiveId" clId="{AD1F0D63-CEEF-48F2-8198-EC5A51D66291}" dt="2020-08-20T11:14:43.390" v="2558" actId="47"/>
        <pc:sldMkLst>
          <pc:docMk/>
          <pc:sldMk cId="3722614090" sldId="422"/>
        </pc:sldMkLst>
      </pc:sldChg>
      <pc:sldChg chg="del">
        <pc:chgData name="Marco Sanches" userId="301bf0f768bc15fc" providerId="LiveId" clId="{AD1F0D63-CEEF-48F2-8198-EC5A51D66291}" dt="2020-08-20T11:14:46.548" v="2566" actId="47"/>
        <pc:sldMkLst>
          <pc:docMk/>
          <pc:sldMk cId="2722587773" sldId="449"/>
        </pc:sldMkLst>
      </pc:sldChg>
      <pc:sldChg chg="del">
        <pc:chgData name="Marco Sanches" userId="301bf0f768bc15fc" providerId="LiveId" clId="{AD1F0D63-CEEF-48F2-8198-EC5A51D66291}" dt="2020-08-20T11:14:48.440" v="2570" actId="47"/>
        <pc:sldMkLst>
          <pc:docMk/>
          <pc:sldMk cId="4200278703" sldId="454"/>
        </pc:sldMkLst>
      </pc:sldChg>
      <pc:sldChg chg="addSp delSp modSp add del mod ord">
        <pc:chgData name="Marco Sanches" userId="301bf0f768bc15fc" providerId="LiveId" clId="{AD1F0D63-CEEF-48F2-8198-EC5A51D66291}" dt="2020-08-19T19:40:20.360" v="878" actId="1076"/>
        <pc:sldMkLst>
          <pc:docMk/>
          <pc:sldMk cId="887854594" sldId="456"/>
        </pc:sldMkLst>
        <pc:spChg chg="mod">
          <ac:chgData name="Marco Sanches" userId="301bf0f768bc15fc" providerId="LiveId" clId="{AD1F0D63-CEEF-48F2-8198-EC5A51D66291}" dt="2020-08-19T19:13:11.551" v="470" actId="20577"/>
          <ac:spMkLst>
            <pc:docMk/>
            <pc:sldMk cId="887854594" sldId="456"/>
            <ac:spMk id="2" creationId="{414298B5-57DB-48CF-898B-E1CDF856070D}"/>
          </ac:spMkLst>
        </pc:spChg>
        <pc:spChg chg="mod">
          <ac:chgData name="Marco Sanches" userId="301bf0f768bc15fc" providerId="LiveId" clId="{AD1F0D63-CEEF-48F2-8198-EC5A51D66291}" dt="2020-08-19T19:40:13.118" v="877" actId="14100"/>
          <ac:spMkLst>
            <pc:docMk/>
            <pc:sldMk cId="887854594" sldId="456"/>
            <ac:spMk id="3" creationId="{A59A7E8B-8CB9-4865-A293-8F7FEF86DF3F}"/>
          </ac:spMkLst>
        </pc:spChg>
        <pc:spChg chg="mod">
          <ac:chgData name="Marco Sanches" userId="301bf0f768bc15fc" providerId="LiveId" clId="{AD1F0D63-CEEF-48F2-8198-EC5A51D66291}" dt="2020-08-19T19:40:20.360" v="878" actId="1076"/>
          <ac:spMkLst>
            <pc:docMk/>
            <pc:sldMk cId="887854594" sldId="456"/>
            <ac:spMk id="6" creationId="{92891C1D-B839-4827-A3ED-14AD07AC6394}"/>
          </ac:spMkLst>
        </pc:spChg>
        <pc:spChg chg="mod">
          <ac:chgData name="Marco Sanches" userId="301bf0f768bc15fc" providerId="LiveId" clId="{AD1F0D63-CEEF-48F2-8198-EC5A51D66291}" dt="2020-08-19T19:40:20.360" v="878" actId="1076"/>
          <ac:spMkLst>
            <pc:docMk/>
            <pc:sldMk cId="887854594" sldId="456"/>
            <ac:spMk id="8" creationId="{1059E901-93FF-4656-B13C-DF50F560BC13}"/>
          </ac:spMkLst>
        </pc:spChg>
        <pc:spChg chg="mod">
          <ac:chgData name="Marco Sanches" userId="301bf0f768bc15fc" providerId="LiveId" clId="{AD1F0D63-CEEF-48F2-8198-EC5A51D66291}" dt="2020-08-19T19:40:20.360" v="878" actId="1076"/>
          <ac:spMkLst>
            <pc:docMk/>
            <pc:sldMk cId="887854594" sldId="456"/>
            <ac:spMk id="9" creationId="{A2FB6309-B435-4630-9839-5BD254025197}"/>
          </ac:spMkLst>
        </pc:spChg>
        <pc:spChg chg="mod">
          <ac:chgData name="Marco Sanches" userId="301bf0f768bc15fc" providerId="LiveId" clId="{AD1F0D63-CEEF-48F2-8198-EC5A51D66291}" dt="2020-08-19T19:40:20.360" v="878" actId="1076"/>
          <ac:spMkLst>
            <pc:docMk/>
            <pc:sldMk cId="887854594" sldId="456"/>
            <ac:spMk id="10" creationId="{AE720DF3-4833-4366-AC1F-1A0980B83F85}"/>
          </ac:spMkLst>
        </pc:spChg>
        <pc:spChg chg="mod">
          <ac:chgData name="Marco Sanches" userId="301bf0f768bc15fc" providerId="LiveId" clId="{AD1F0D63-CEEF-48F2-8198-EC5A51D66291}" dt="2020-08-19T19:40:20.360" v="878" actId="1076"/>
          <ac:spMkLst>
            <pc:docMk/>
            <pc:sldMk cId="887854594" sldId="456"/>
            <ac:spMk id="11" creationId="{F4E08051-8854-42CB-9406-76B9F9E66BEC}"/>
          </ac:spMkLst>
        </pc:spChg>
        <pc:spChg chg="mod">
          <ac:chgData name="Marco Sanches" userId="301bf0f768bc15fc" providerId="LiveId" clId="{AD1F0D63-CEEF-48F2-8198-EC5A51D66291}" dt="2020-08-19T19:40:20.360" v="878" actId="1076"/>
          <ac:spMkLst>
            <pc:docMk/>
            <pc:sldMk cId="887854594" sldId="456"/>
            <ac:spMk id="13" creationId="{BFC2DD08-674F-445A-8A68-94293F4F3E5B}"/>
          </ac:spMkLst>
        </pc:spChg>
        <pc:spChg chg="mod">
          <ac:chgData name="Marco Sanches" userId="301bf0f768bc15fc" providerId="LiveId" clId="{AD1F0D63-CEEF-48F2-8198-EC5A51D66291}" dt="2020-08-19T19:40:20.360" v="878" actId="1076"/>
          <ac:spMkLst>
            <pc:docMk/>
            <pc:sldMk cId="887854594" sldId="456"/>
            <ac:spMk id="14" creationId="{23E09278-494F-41D4-89FE-4F24002217BC}"/>
          </ac:spMkLst>
        </pc:spChg>
        <pc:spChg chg="mod">
          <ac:chgData name="Marco Sanches" userId="301bf0f768bc15fc" providerId="LiveId" clId="{AD1F0D63-CEEF-48F2-8198-EC5A51D66291}" dt="2020-08-19T19:40:20.360" v="878" actId="1076"/>
          <ac:spMkLst>
            <pc:docMk/>
            <pc:sldMk cId="887854594" sldId="456"/>
            <ac:spMk id="16" creationId="{C89D3650-0833-432F-9BEA-2659370605D5}"/>
          </ac:spMkLst>
        </pc:spChg>
        <pc:spChg chg="mod">
          <ac:chgData name="Marco Sanches" userId="301bf0f768bc15fc" providerId="LiveId" clId="{AD1F0D63-CEEF-48F2-8198-EC5A51D66291}" dt="2020-08-19T19:40:20.360" v="878" actId="1076"/>
          <ac:spMkLst>
            <pc:docMk/>
            <pc:sldMk cId="887854594" sldId="456"/>
            <ac:spMk id="17" creationId="{F9C03F68-5D6E-4D0F-8DAF-3693173F8DBB}"/>
          </ac:spMkLst>
        </pc:spChg>
        <pc:spChg chg="mod">
          <ac:chgData name="Marco Sanches" userId="301bf0f768bc15fc" providerId="LiveId" clId="{AD1F0D63-CEEF-48F2-8198-EC5A51D66291}" dt="2020-08-19T19:40:20.360" v="878" actId="1076"/>
          <ac:spMkLst>
            <pc:docMk/>
            <pc:sldMk cId="887854594" sldId="456"/>
            <ac:spMk id="18" creationId="{D350691A-15E1-4349-9695-00E59A08274B}"/>
          </ac:spMkLst>
        </pc:spChg>
        <pc:grpChg chg="add mod">
          <ac:chgData name="Marco Sanches" userId="301bf0f768bc15fc" providerId="LiveId" clId="{AD1F0D63-CEEF-48F2-8198-EC5A51D66291}" dt="2020-08-19T19:40:20.360" v="878" actId="1076"/>
          <ac:grpSpMkLst>
            <pc:docMk/>
            <pc:sldMk cId="887854594" sldId="456"/>
            <ac:grpSpMk id="5" creationId="{126310F3-2F70-4D76-947F-1CB56158D40A}"/>
          </ac:grpSpMkLst>
        </pc:grpChg>
        <pc:grpChg chg="add mod">
          <ac:chgData name="Marco Sanches" userId="301bf0f768bc15fc" providerId="LiveId" clId="{AD1F0D63-CEEF-48F2-8198-EC5A51D66291}" dt="2020-08-19T19:40:20.360" v="878" actId="1076"/>
          <ac:grpSpMkLst>
            <pc:docMk/>
            <pc:sldMk cId="887854594" sldId="456"/>
            <ac:grpSpMk id="19" creationId="{45026A9F-D1C6-4548-8CC9-A199F17DEA1A}"/>
          </ac:grpSpMkLst>
        </pc:grpChg>
        <pc:picChg chg="add mod">
          <ac:chgData name="Marco Sanches" userId="301bf0f768bc15fc" providerId="LiveId" clId="{AD1F0D63-CEEF-48F2-8198-EC5A51D66291}" dt="2020-08-19T19:40:20.360" v="878" actId="1076"/>
          <ac:picMkLst>
            <pc:docMk/>
            <pc:sldMk cId="887854594" sldId="456"/>
            <ac:picMk id="4" creationId="{C3B18B35-17F2-4570-A5BF-8EB1450A76DC}"/>
          </ac:picMkLst>
        </pc:picChg>
        <pc:picChg chg="del">
          <ac:chgData name="Marco Sanches" userId="301bf0f768bc15fc" providerId="LiveId" clId="{AD1F0D63-CEEF-48F2-8198-EC5A51D66291}" dt="2020-08-19T19:13:24.414" v="473" actId="478"/>
          <ac:picMkLst>
            <pc:docMk/>
            <pc:sldMk cId="887854594" sldId="456"/>
            <ac:picMk id="7" creationId="{E07CC71F-0B95-47E2-B6A7-D22A8825A37D}"/>
          </ac:picMkLst>
        </pc:picChg>
        <pc:picChg chg="del mod">
          <ac:chgData name="Marco Sanches" userId="301bf0f768bc15fc" providerId="LiveId" clId="{AD1F0D63-CEEF-48F2-8198-EC5A51D66291}" dt="2020-08-19T19:19:55.525" v="502" actId="478"/>
          <ac:picMkLst>
            <pc:docMk/>
            <pc:sldMk cId="887854594" sldId="456"/>
            <ac:picMk id="12" creationId="{98A7F392-F635-4372-A0CA-4E9E86746699}"/>
          </ac:picMkLst>
        </pc:picChg>
        <pc:picChg chg="del mod">
          <ac:chgData name="Marco Sanches" userId="301bf0f768bc15fc" providerId="LiveId" clId="{AD1F0D63-CEEF-48F2-8198-EC5A51D66291}" dt="2020-08-19T19:19:05.944" v="492" actId="478"/>
          <ac:picMkLst>
            <pc:docMk/>
            <pc:sldMk cId="887854594" sldId="456"/>
            <ac:picMk id="15" creationId="{0CD8C9C1-1C1C-4AF2-99EF-3365BFC2F5F2}"/>
          </ac:picMkLst>
        </pc:picChg>
        <pc:picChg chg="add mod">
          <ac:chgData name="Marco Sanches" userId="301bf0f768bc15fc" providerId="LiveId" clId="{AD1F0D63-CEEF-48F2-8198-EC5A51D66291}" dt="2020-08-19T19:40:20.360" v="878" actId="1076"/>
          <ac:picMkLst>
            <pc:docMk/>
            <pc:sldMk cId="887854594" sldId="456"/>
            <ac:picMk id="4098" creationId="{287C3E06-2C9E-460D-A3B4-4EF202CEDE8C}"/>
          </ac:picMkLst>
        </pc:picChg>
      </pc:sldChg>
      <pc:sldChg chg="del">
        <pc:chgData name="Marco Sanches" userId="301bf0f768bc15fc" providerId="LiveId" clId="{AD1F0D63-CEEF-48F2-8198-EC5A51D66291}" dt="2020-08-20T11:14:42.774" v="2556" actId="47"/>
        <pc:sldMkLst>
          <pc:docMk/>
          <pc:sldMk cId="2091037547" sldId="457"/>
        </pc:sldMkLst>
      </pc:sldChg>
      <pc:sldChg chg="del">
        <pc:chgData name="Marco Sanches" userId="301bf0f768bc15fc" providerId="LiveId" clId="{AD1F0D63-CEEF-48F2-8198-EC5A51D66291}" dt="2020-08-20T11:14:45.774" v="2564" actId="47"/>
        <pc:sldMkLst>
          <pc:docMk/>
          <pc:sldMk cId="2486734239" sldId="458"/>
        </pc:sldMkLst>
      </pc:sldChg>
      <pc:sldChg chg="del">
        <pc:chgData name="Marco Sanches" userId="301bf0f768bc15fc" providerId="LiveId" clId="{AD1F0D63-CEEF-48F2-8198-EC5A51D66291}" dt="2020-08-20T11:14:47.116" v="2567" actId="47"/>
        <pc:sldMkLst>
          <pc:docMk/>
          <pc:sldMk cId="259474574" sldId="459"/>
        </pc:sldMkLst>
      </pc:sldChg>
      <pc:sldChg chg="del">
        <pc:chgData name="Marco Sanches" userId="301bf0f768bc15fc" providerId="LiveId" clId="{AD1F0D63-CEEF-48F2-8198-EC5A51D66291}" dt="2020-08-20T11:14:48.050" v="2569" actId="47"/>
        <pc:sldMkLst>
          <pc:docMk/>
          <pc:sldMk cId="4002149063" sldId="460"/>
        </pc:sldMkLst>
      </pc:sldChg>
      <pc:sldChg chg="addSp delSp modSp add mod">
        <pc:chgData name="Marco Sanches" userId="301bf0f768bc15fc" providerId="LiveId" clId="{AD1F0D63-CEEF-48F2-8198-EC5A51D66291}" dt="2020-08-19T18:58:56.452" v="212" actId="14100"/>
        <pc:sldMkLst>
          <pc:docMk/>
          <pc:sldMk cId="1520984208" sldId="461"/>
        </pc:sldMkLst>
        <pc:spChg chg="add mod">
          <ac:chgData name="Marco Sanches" userId="301bf0f768bc15fc" providerId="LiveId" clId="{AD1F0D63-CEEF-48F2-8198-EC5A51D66291}" dt="2020-08-19T18:58:56.452" v="212" actId="14100"/>
          <ac:spMkLst>
            <pc:docMk/>
            <pc:sldMk cId="1520984208" sldId="461"/>
            <ac:spMk id="3" creationId="{EF194D70-F0C3-4DD2-9BD8-AD75D7CFCE8E}"/>
          </ac:spMkLst>
        </pc:spChg>
        <pc:spChg chg="add del mod">
          <ac:chgData name="Marco Sanches" userId="301bf0f768bc15fc" providerId="LiveId" clId="{AD1F0D63-CEEF-48F2-8198-EC5A51D66291}" dt="2020-08-19T18:54:20.450" v="127" actId="478"/>
          <ac:spMkLst>
            <pc:docMk/>
            <pc:sldMk cId="1520984208" sldId="461"/>
            <ac:spMk id="4" creationId="{46AF5538-DACD-4047-B793-DBA65BBAB8D5}"/>
          </ac:spMkLst>
        </pc:spChg>
        <pc:spChg chg="add del mod">
          <ac:chgData name="Marco Sanches" userId="301bf0f768bc15fc" providerId="LiveId" clId="{AD1F0D63-CEEF-48F2-8198-EC5A51D66291}" dt="2020-08-19T18:54:21.187" v="128" actId="478"/>
          <ac:spMkLst>
            <pc:docMk/>
            <pc:sldMk cId="1520984208" sldId="461"/>
            <ac:spMk id="5" creationId="{233A8A56-8109-45C3-9C6D-3D847D0B0B2B}"/>
          </ac:spMkLst>
        </pc:spChg>
        <pc:spChg chg="add mod">
          <ac:chgData name="Marco Sanches" userId="301bf0f768bc15fc" providerId="LiveId" clId="{AD1F0D63-CEEF-48F2-8198-EC5A51D66291}" dt="2020-08-19T18:57:20.062" v="175" actId="1036"/>
          <ac:spMkLst>
            <pc:docMk/>
            <pc:sldMk cId="1520984208" sldId="461"/>
            <ac:spMk id="7" creationId="{53E8E582-D367-4CAC-9B85-E29EA2CBA357}"/>
          </ac:spMkLst>
        </pc:spChg>
        <pc:spChg chg="del">
          <ac:chgData name="Marco Sanches" userId="301bf0f768bc15fc" providerId="LiveId" clId="{AD1F0D63-CEEF-48F2-8198-EC5A51D66291}" dt="2020-08-19T18:53:48.731" v="121" actId="478"/>
          <ac:spMkLst>
            <pc:docMk/>
            <pc:sldMk cId="1520984208" sldId="461"/>
            <ac:spMk id="8" creationId="{9F654FF8-EA10-46D9-9A4C-61C040CBF2CB}"/>
          </ac:spMkLst>
        </pc:spChg>
        <pc:spChg chg="del">
          <ac:chgData name="Marco Sanches" userId="301bf0f768bc15fc" providerId="LiveId" clId="{AD1F0D63-CEEF-48F2-8198-EC5A51D66291}" dt="2020-08-19T18:53:50.481" v="122" actId="478"/>
          <ac:spMkLst>
            <pc:docMk/>
            <pc:sldMk cId="1520984208" sldId="461"/>
            <ac:spMk id="11" creationId="{EAB3B51B-8A75-4D64-8CB6-665C96E5584B}"/>
          </ac:spMkLst>
        </pc:spChg>
        <pc:spChg chg="add mod">
          <ac:chgData name="Marco Sanches" userId="301bf0f768bc15fc" providerId="LiveId" clId="{AD1F0D63-CEEF-48F2-8198-EC5A51D66291}" dt="2020-08-19T18:57:20.062" v="175" actId="1036"/>
          <ac:spMkLst>
            <pc:docMk/>
            <pc:sldMk cId="1520984208" sldId="461"/>
            <ac:spMk id="13" creationId="{6C05F2A1-41B2-4F47-B563-7F0788970C85}"/>
          </ac:spMkLst>
        </pc:spChg>
        <pc:spChg chg="add mod">
          <ac:chgData name="Marco Sanches" userId="301bf0f768bc15fc" providerId="LiveId" clId="{AD1F0D63-CEEF-48F2-8198-EC5A51D66291}" dt="2020-08-19T18:57:20.062" v="175" actId="1036"/>
          <ac:spMkLst>
            <pc:docMk/>
            <pc:sldMk cId="1520984208" sldId="461"/>
            <ac:spMk id="15" creationId="{D6A07310-49D7-497A-9854-FB600C486592}"/>
          </ac:spMkLst>
        </pc:spChg>
        <pc:spChg chg="add mod">
          <ac:chgData name="Marco Sanches" userId="301bf0f768bc15fc" providerId="LiveId" clId="{AD1F0D63-CEEF-48F2-8198-EC5A51D66291}" dt="2020-08-19T18:57:20.062" v="175" actId="1036"/>
          <ac:spMkLst>
            <pc:docMk/>
            <pc:sldMk cId="1520984208" sldId="461"/>
            <ac:spMk id="17" creationId="{5933531A-D3A1-461D-992C-24EAF2FCF0F5}"/>
          </ac:spMkLst>
        </pc:spChg>
        <pc:spChg chg="add mod">
          <ac:chgData name="Marco Sanches" userId="301bf0f768bc15fc" providerId="LiveId" clId="{AD1F0D63-CEEF-48F2-8198-EC5A51D66291}" dt="2020-08-19T18:56:13.398" v="159" actId="207"/>
          <ac:spMkLst>
            <pc:docMk/>
            <pc:sldMk cId="1520984208" sldId="461"/>
            <ac:spMk id="19" creationId="{03E17F73-5879-462F-A060-EAC5EE57A3F0}"/>
          </ac:spMkLst>
        </pc:spChg>
        <pc:spChg chg="add mod">
          <ac:chgData name="Marco Sanches" userId="301bf0f768bc15fc" providerId="LiveId" clId="{AD1F0D63-CEEF-48F2-8198-EC5A51D66291}" dt="2020-08-19T18:57:03.428" v="170" actId="207"/>
          <ac:spMkLst>
            <pc:docMk/>
            <pc:sldMk cId="1520984208" sldId="461"/>
            <ac:spMk id="21" creationId="{34BE60F2-1AE7-4065-A5AE-C53AF8CE52FE}"/>
          </ac:spMkLst>
        </pc:spChg>
        <pc:spChg chg="add mod">
          <ac:chgData name="Marco Sanches" userId="301bf0f768bc15fc" providerId="LiveId" clId="{AD1F0D63-CEEF-48F2-8198-EC5A51D66291}" dt="2020-08-19T18:56:54.537" v="169" actId="1038"/>
          <ac:spMkLst>
            <pc:docMk/>
            <pc:sldMk cId="1520984208" sldId="461"/>
            <ac:spMk id="23" creationId="{E89CC3A4-86E2-42FE-A2F1-7493461564E1}"/>
          </ac:spMkLst>
        </pc:spChg>
        <pc:spChg chg="add mod">
          <ac:chgData name="Marco Sanches" userId="301bf0f768bc15fc" providerId="LiveId" clId="{AD1F0D63-CEEF-48F2-8198-EC5A51D66291}" dt="2020-08-19T18:56:54.537" v="169" actId="1038"/>
          <ac:spMkLst>
            <pc:docMk/>
            <pc:sldMk cId="1520984208" sldId="461"/>
            <ac:spMk id="25" creationId="{A72BD761-E286-4DDC-82FB-A673783F05BB}"/>
          </ac:spMkLst>
        </pc:spChg>
        <pc:spChg chg="add mod">
          <ac:chgData name="Marco Sanches" userId="301bf0f768bc15fc" providerId="LiveId" clId="{AD1F0D63-CEEF-48F2-8198-EC5A51D66291}" dt="2020-08-19T18:56:01.536" v="157" actId="113"/>
          <ac:spMkLst>
            <pc:docMk/>
            <pc:sldMk cId="1520984208" sldId="461"/>
            <ac:spMk id="27" creationId="{ACAE0950-3922-488A-9BAB-E520B954E3A8}"/>
          </ac:spMkLst>
        </pc:spChg>
        <pc:spChg chg="add mod">
          <ac:chgData name="Marco Sanches" userId="301bf0f768bc15fc" providerId="LiveId" clId="{AD1F0D63-CEEF-48F2-8198-EC5A51D66291}" dt="2020-08-19T18:57:11.373" v="171"/>
          <ac:spMkLst>
            <pc:docMk/>
            <pc:sldMk cId="1520984208" sldId="461"/>
            <ac:spMk id="29" creationId="{9339F79C-9D09-43A5-80A3-C957B9290A61}"/>
          </ac:spMkLst>
        </pc:spChg>
        <pc:picChg chg="del">
          <ac:chgData name="Marco Sanches" userId="301bf0f768bc15fc" providerId="LiveId" clId="{AD1F0D63-CEEF-48F2-8198-EC5A51D66291}" dt="2020-08-19T18:53:50.848" v="123" actId="478"/>
          <ac:picMkLst>
            <pc:docMk/>
            <pc:sldMk cId="1520984208" sldId="461"/>
            <ac:picMk id="1026" creationId="{2E085811-0DF4-4434-9315-545FBE0F370F}"/>
          </ac:picMkLst>
        </pc:picChg>
      </pc:sldChg>
      <pc:sldChg chg="addSp delSp modSp add mod">
        <pc:chgData name="Marco Sanches" userId="301bf0f768bc15fc" providerId="LiveId" clId="{AD1F0D63-CEEF-48F2-8198-EC5A51D66291}" dt="2020-08-20T11:17:29.187" v="2650" actId="1076"/>
        <pc:sldMkLst>
          <pc:docMk/>
          <pc:sldMk cId="2948883427" sldId="462"/>
        </pc:sldMkLst>
        <pc:spChg chg="mod">
          <ac:chgData name="Marco Sanches" userId="301bf0f768bc15fc" providerId="LiveId" clId="{AD1F0D63-CEEF-48F2-8198-EC5A51D66291}" dt="2020-08-19T18:59:34.608" v="240" actId="20577"/>
          <ac:spMkLst>
            <pc:docMk/>
            <pc:sldMk cId="2948883427" sldId="462"/>
            <ac:spMk id="2" creationId="{414298B5-57DB-48CF-898B-E1CDF856070D}"/>
          </ac:spMkLst>
        </pc:spChg>
        <pc:spChg chg="mod">
          <ac:chgData name="Marco Sanches" userId="301bf0f768bc15fc" providerId="LiveId" clId="{AD1F0D63-CEEF-48F2-8198-EC5A51D66291}" dt="2020-08-20T11:17:29.187" v="2650" actId="1076"/>
          <ac:spMkLst>
            <pc:docMk/>
            <pc:sldMk cId="2948883427" sldId="462"/>
            <ac:spMk id="3" creationId="{EF194D70-F0C3-4DD2-9BD8-AD75D7CFCE8E}"/>
          </ac:spMkLst>
        </pc:spChg>
        <pc:spChg chg="add mod">
          <ac:chgData name="Marco Sanches" userId="301bf0f768bc15fc" providerId="LiveId" clId="{AD1F0D63-CEEF-48F2-8198-EC5A51D66291}" dt="2020-08-19T19:01:44.540" v="303" actId="20577"/>
          <ac:spMkLst>
            <pc:docMk/>
            <pc:sldMk cId="2948883427" sldId="462"/>
            <ac:spMk id="5" creationId="{72A716D1-35A0-4609-A683-5B141CB7E370}"/>
          </ac:spMkLst>
        </pc:spChg>
        <pc:spChg chg="del">
          <ac:chgData name="Marco Sanches" userId="301bf0f768bc15fc" providerId="LiveId" clId="{AD1F0D63-CEEF-48F2-8198-EC5A51D66291}" dt="2020-08-19T18:59:13.870" v="215" actId="478"/>
          <ac:spMkLst>
            <pc:docMk/>
            <pc:sldMk cId="2948883427" sldId="462"/>
            <ac:spMk id="7" creationId="{53E8E582-D367-4CAC-9B85-E29EA2CBA357}"/>
          </ac:spMkLst>
        </pc:spChg>
        <pc:spChg chg="del">
          <ac:chgData name="Marco Sanches" userId="301bf0f768bc15fc" providerId="LiveId" clId="{AD1F0D63-CEEF-48F2-8198-EC5A51D66291}" dt="2020-08-19T18:59:15.923" v="216" actId="478"/>
          <ac:spMkLst>
            <pc:docMk/>
            <pc:sldMk cId="2948883427" sldId="462"/>
            <ac:spMk id="13" creationId="{6C05F2A1-41B2-4F47-B563-7F0788970C85}"/>
          </ac:spMkLst>
        </pc:spChg>
        <pc:spChg chg="del">
          <ac:chgData name="Marco Sanches" userId="301bf0f768bc15fc" providerId="LiveId" clId="{AD1F0D63-CEEF-48F2-8198-EC5A51D66291}" dt="2020-08-19T18:59:15.923" v="216" actId="478"/>
          <ac:spMkLst>
            <pc:docMk/>
            <pc:sldMk cId="2948883427" sldId="462"/>
            <ac:spMk id="15" creationId="{D6A07310-49D7-497A-9854-FB600C486592}"/>
          </ac:spMkLst>
        </pc:spChg>
        <pc:spChg chg="add del mod">
          <ac:chgData name="Marco Sanches" userId="301bf0f768bc15fc" providerId="LiveId" clId="{AD1F0D63-CEEF-48F2-8198-EC5A51D66291}" dt="2020-08-19T19:00:47.428" v="262" actId="478"/>
          <ac:spMkLst>
            <pc:docMk/>
            <pc:sldMk cId="2948883427" sldId="462"/>
            <ac:spMk id="16" creationId="{CCD43A69-E343-4074-9E6E-DDBA2A55F2F3}"/>
          </ac:spMkLst>
        </pc:spChg>
        <pc:spChg chg="del">
          <ac:chgData name="Marco Sanches" userId="301bf0f768bc15fc" providerId="LiveId" clId="{AD1F0D63-CEEF-48F2-8198-EC5A51D66291}" dt="2020-08-19T18:59:15.923" v="216" actId="478"/>
          <ac:spMkLst>
            <pc:docMk/>
            <pc:sldMk cId="2948883427" sldId="462"/>
            <ac:spMk id="17" creationId="{5933531A-D3A1-461D-992C-24EAF2FCF0F5}"/>
          </ac:spMkLst>
        </pc:spChg>
        <pc:spChg chg="del">
          <ac:chgData name="Marco Sanches" userId="301bf0f768bc15fc" providerId="LiveId" clId="{AD1F0D63-CEEF-48F2-8198-EC5A51D66291}" dt="2020-08-19T18:59:12.287" v="214" actId="478"/>
          <ac:spMkLst>
            <pc:docMk/>
            <pc:sldMk cId="2948883427" sldId="462"/>
            <ac:spMk id="19" creationId="{03E17F73-5879-462F-A060-EAC5EE57A3F0}"/>
          </ac:spMkLst>
        </pc:spChg>
        <pc:spChg chg="mod">
          <ac:chgData name="Marco Sanches" userId="301bf0f768bc15fc" providerId="LiveId" clId="{AD1F0D63-CEEF-48F2-8198-EC5A51D66291}" dt="2020-08-19T19:03:35.057" v="323" actId="948"/>
          <ac:spMkLst>
            <pc:docMk/>
            <pc:sldMk cId="2948883427" sldId="462"/>
            <ac:spMk id="20" creationId="{7A10F812-55CC-4138-A10F-7E4E4EDE2DF2}"/>
          </ac:spMkLst>
        </pc:spChg>
        <pc:spChg chg="del">
          <ac:chgData name="Marco Sanches" userId="301bf0f768bc15fc" providerId="LiveId" clId="{AD1F0D63-CEEF-48F2-8198-EC5A51D66291}" dt="2020-08-19T18:59:15.923" v="216" actId="478"/>
          <ac:spMkLst>
            <pc:docMk/>
            <pc:sldMk cId="2948883427" sldId="462"/>
            <ac:spMk id="21" creationId="{34BE60F2-1AE7-4065-A5AE-C53AF8CE52FE}"/>
          </ac:spMkLst>
        </pc:spChg>
        <pc:spChg chg="mod">
          <ac:chgData name="Marco Sanches" userId="301bf0f768bc15fc" providerId="LiveId" clId="{AD1F0D63-CEEF-48F2-8198-EC5A51D66291}" dt="2020-08-19T19:02:17.692" v="311" actId="1076"/>
          <ac:spMkLst>
            <pc:docMk/>
            <pc:sldMk cId="2948883427" sldId="462"/>
            <ac:spMk id="22" creationId="{4335A6E2-6122-4583-8A6D-2878A4932CC7}"/>
          </ac:spMkLst>
        </pc:spChg>
        <pc:spChg chg="del">
          <ac:chgData name="Marco Sanches" userId="301bf0f768bc15fc" providerId="LiveId" clId="{AD1F0D63-CEEF-48F2-8198-EC5A51D66291}" dt="2020-08-19T18:59:15.923" v="216" actId="478"/>
          <ac:spMkLst>
            <pc:docMk/>
            <pc:sldMk cId="2948883427" sldId="462"/>
            <ac:spMk id="23" creationId="{E89CC3A4-86E2-42FE-A2F1-7493461564E1}"/>
          </ac:spMkLst>
        </pc:spChg>
        <pc:spChg chg="mod">
          <ac:chgData name="Marco Sanches" userId="301bf0f768bc15fc" providerId="LiveId" clId="{AD1F0D63-CEEF-48F2-8198-EC5A51D66291}" dt="2020-08-19T19:02:17.692" v="311" actId="1076"/>
          <ac:spMkLst>
            <pc:docMk/>
            <pc:sldMk cId="2948883427" sldId="462"/>
            <ac:spMk id="24" creationId="{1B4044C1-7496-4083-A387-9050960CA0CD}"/>
          </ac:spMkLst>
        </pc:spChg>
        <pc:spChg chg="del">
          <ac:chgData name="Marco Sanches" userId="301bf0f768bc15fc" providerId="LiveId" clId="{AD1F0D63-CEEF-48F2-8198-EC5A51D66291}" dt="2020-08-19T18:59:15.923" v="216" actId="478"/>
          <ac:spMkLst>
            <pc:docMk/>
            <pc:sldMk cId="2948883427" sldId="462"/>
            <ac:spMk id="25" creationId="{A72BD761-E286-4DDC-82FB-A673783F05BB}"/>
          </ac:spMkLst>
        </pc:spChg>
        <pc:spChg chg="mod">
          <ac:chgData name="Marco Sanches" userId="301bf0f768bc15fc" providerId="LiveId" clId="{AD1F0D63-CEEF-48F2-8198-EC5A51D66291}" dt="2020-08-19T19:02:17.692" v="311" actId="1076"/>
          <ac:spMkLst>
            <pc:docMk/>
            <pc:sldMk cId="2948883427" sldId="462"/>
            <ac:spMk id="26" creationId="{6EC88789-CB30-4941-8F98-E216E7ADDDD1}"/>
          </ac:spMkLst>
        </pc:spChg>
        <pc:spChg chg="del">
          <ac:chgData name="Marco Sanches" userId="301bf0f768bc15fc" providerId="LiveId" clId="{AD1F0D63-CEEF-48F2-8198-EC5A51D66291}" dt="2020-08-19T18:59:15.923" v="216" actId="478"/>
          <ac:spMkLst>
            <pc:docMk/>
            <pc:sldMk cId="2948883427" sldId="462"/>
            <ac:spMk id="27" creationId="{ACAE0950-3922-488A-9BAB-E520B954E3A8}"/>
          </ac:spMkLst>
        </pc:spChg>
        <pc:spChg chg="mod">
          <ac:chgData name="Marco Sanches" userId="301bf0f768bc15fc" providerId="LiveId" clId="{AD1F0D63-CEEF-48F2-8198-EC5A51D66291}" dt="2020-08-19T19:03:42.897" v="324" actId="14100"/>
          <ac:spMkLst>
            <pc:docMk/>
            <pc:sldMk cId="2948883427" sldId="462"/>
            <ac:spMk id="28" creationId="{2EADA6EA-7C42-4C8C-A166-CCCB43B000A2}"/>
          </ac:spMkLst>
        </pc:spChg>
        <pc:spChg chg="del">
          <ac:chgData name="Marco Sanches" userId="301bf0f768bc15fc" providerId="LiveId" clId="{AD1F0D63-CEEF-48F2-8198-EC5A51D66291}" dt="2020-08-19T18:59:15.923" v="216" actId="478"/>
          <ac:spMkLst>
            <pc:docMk/>
            <pc:sldMk cId="2948883427" sldId="462"/>
            <ac:spMk id="29" creationId="{9339F79C-9D09-43A5-80A3-C957B9290A61}"/>
          </ac:spMkLst>
        </pc:spChg>
        <pc:spChg chg="mod">
          <ac:chgData name="Marco Sanches" userId="301bf0f768bc15fc" providerId="LiveId" clId="{AD1F0D63-CEEF-48F2-8198-EC5A51D66291}" dt="2020-08-19T19:03:49.345" v="325" actId="14100"/>
          <ac:spMkLst>
            <pc:docMk/>
            <pc:sldMk cId="2948883427" sldId="462"/>
            <ac:spMk id="30" creationId="{48E3D7FF-7D66-4672-BB2E-5BD56C2F8A53}"/>
          </ac:spMkLst>
        </pc:spChg>
        <pc:spChg chg="mod">
          <ac:chgData name="Marco Sanches" userId="301bf0f768bc15fc" providerId="LiveId" clId="{AD1F0D63-CEEF-48F2-8198-EC5A51D66291}" dt="2020-08-19T19:03:55.089" v="326" actId="14100"/>
          <ac:spMkLst>
            <pc:docMk/>
            <pc:sldMk cId="2948883427" sldId="462"/>
            <ac:spMk id="31" creationId="{08BFAE55-5D3F-417D-B9CE-58DF19AA8CE0}"/>
          </ac:spMkLst>
        </pc:spChg>
        <pc:grpChg chg="add mod">
          <ac:chgData name="Marco Sanches" userId="301bf0f768bc15fc" providerId="LiveId" clId="{AD1F0D63-CEEF-48F2-8198-EC5A51D66291}" dt="2020-08-19T19:03:09.878" v="319" actId="1076"/>
          <ac:grpSpMkLst>
            <pc:docMk/>
            <pc:sldMk cId="2948883427" sldId="462"/>
            <ac:grpSpMk id="18" creationId="{D058CC3B-45DA-4FF5-B730-6117484485AA}"/>
          </ac:grpSpMkLst>
        </pc:grpChg>
        <pc:picChg chg="add del mod">
          <ac:chgData name="Marco Sanches" userId="301bf0f768bc15fc" providerId="LiveId" clId="{AD1F0D63-CEEF-48F2-8198-EC5A51D66291}" dt="2020-08-19T19:06:15.316" v="329" actId="478"/>
          <ac:picMkLst>
            <pc:docMk/>
            <pc:sldMk cId="2948883427" sldId="462"/>
            <ac:picMk id="6" creationId="{C3D16FE6-3C40-415C-8E3A-4C0174EB1305}"/>
          </ac:picMkLst>
        </pc:picChg>
        <pc:picChg chg="add del mod">
          <ac:chgData name="Marco Sanches" userId="301bf0f768bc15fc" providerId="LiveId" clId="{AD1F0D63-CEEF-48F2-8198-EC5A51D66291}" dt="2020-08-19T19:06:26.982" v="332" actId="478"/>
          <ac:picMkLst>
            <pc:docMk/>
            <pc:sldMk cId="2948883427" sldId="462"/>
            <ac:picMk id="2050" creationId="{C85786EE-3E1D-4CDA-B084-F7C79916A350}"/>
          </ac:picMkLst>
        </pc:picChg>
      </pc:sldChg>
      <pc:sldChg chg="addSp delSp modSp add mod">
        <pc:chgData name="Marco Sanches" userId="301bf0f768bc15fc" providerId="LiveId" clId="{AD1F0D63-CEEF-48F2-8198-EC5A51D66291}" dt="2020-08-20T11:17:42.819" v="2652" actId="1076"/>
        <pc:sldMkLst>
          <pc:docMk/>
          <pc:sldMk cId="2460081098" sldId="463"/>
        </pc:sldMkLst>
        <pc:spChg chg="mod">
          <ac:chgData name="Marco Sanches" userId="301bf0f768bc15fc" providerId="LiveId" clId="{AD1F0D63-CEEF-48F2-8198-EC5A51D66291}" dt="2020-08-19T19:07:09.123" v="356" actId="20577"/>
          <ac:spMkLst>
            <pc:docMk/>
            <pc:sldMk cId="2460081098" sldId="463"/>
            <ac:spMk id="2" creationId="{414298B5-57DB-48CF-898B-E1CDF856070D}"/>
          </ac:spMkLst>
        </pc:spChg>
        <pc:spChg chg="add del mod">
          <ac:chgData name="Marco Sanches" userId="301bf0f768bc15fc" providerId="LiveId" clId="{AD1F0D63-CEEF-48F2-8198-EC5A51D66291}" dt="2020-08-20T11:17:38.520" v="2651" actId="1076"/>
          <ac:spMkLst>
            <pc:docMk/>
            <pc:sldMk cId="2460081098" sldId="463"/>
            <ac:spMk id="3" creationId="{EF194D70-F0C3-4DD2-9BD8-AD75D7CFCE8E}"/>
          </ac:spMkLst>
        </pc:spChg>
        <pc:spChg chg="mod">
          <ac:chgData name="Marco Sanches" userId="301bf0f768bc15fc" providerId="LiveId" clId="{AD1F0D63-CEEF-48F2-8198-EC5A51D66291}" dt="2020-08-19T19:09:26.169" v="395" actId="1076"/>
          <ac:spMkLst>
            <pc:docMk/>
            <pc:sldMk cId="2460081098" sldId="463"/>
            <ac:spMk id="5" creationId="{72A716D1-35A0-4609-A683-5B141CB7E370}"/>
          </ac:spMkLst>
        </pc:spChg>
        <pc:spChg chg="add mod">
          <ac:chgData name="Marco Sanches" userId="301bf0f768bc15fc" providerId="LiveId" clId="{AD1F0D63-CEEF-48F2-8198-EC5A51D66291}" dt="2020-08-19T19:08:53.433" v="387" actId="255"/>
          <ac:spMkLst>
            <pc:docMk/>
            <pc:sldMk cId="2460081098" sldId="463"/>
            <ac:spMk id="14" creationId="{94D40685-4B25-4357-B761-399D152A3FFF}"/>
          </ac:spMkLst>
        </pc:spChg>
        <pc:spChg chg="add mod">
          <ac:chgData name="Marco Sanches" userId="301bf0f768bc15fc" providerId="LiveId" clId="{AD1F0D63-CEEF-48F2-8198-EC5A51D66291}" dt="2020-08-20T11:17:42.819" v="2652" actId="1076"/>
          <ac:spMkLst>
            <pc:docMk/>
            <pc:sldMk cId="2460081098" sldId="463"/>
            <ac:spMk id="16" creationId="{B7D9F47B-3F47-4476-99BB-54DE00A5DBD9}"/>
          </ac:spMkLst>
        </pc:spChg>
        <pc:grpChg chg="del">
          <ac:chgData name="Marco Sanches" userId="301bf0f768bc15fc" providerId="LiveId" clId="{AD1F0D63-CEEF-48F2-8198-EC5A51D66291}" dt="2020-08-19T19:07:16.352" v="357" actId="478"/>
          <ac:grpSpMkLst>
            <pc:docMk/>
            <pc:sldMk cId="2460081098" sldId="463"/>
            <ac:grpSpMk id="18" creationId="{D058CC3B-45DA-4FF5-B730-6117484485AA}"/>
          </ac:grpSpMkLst>
        </pc:grpChg>
      </pc:sldChg>
      <pc:sldChg chg="addSp delSp modSp add mod">
        <pc:chgData name="Marco Sanches" userId="301bf0f768bc15fc" providerId="LiveId" clId="{AD1F0D63-CEEF-48F2-8198-EC5A51D66291}" dt="2020-08-19T19:11:01.164" v="437" actId="1076"/>
        <pc:sldMkLst>
          <pc:docMk/>
          <pc:sldMk cId="4234405321" sldId="464"/>
        </pc:sldMkLst>
        <pc:spChg chg="mod">
          <ac:chgData name="Marco Sanches" userId="301bf0f768bc15fc" providerId="LiveId" clId="{AD1F0D63-CEEF-48F2-8198-EC5A51D66291}" dt="2020-08-19T19:09:47.738" v="417" actId="20577"/>
          <ac:spMkLst>
            <pc:docMk/>
            <pc:sldMk cId="4234405321" sldId="464"/>
            <ac:spMk id="2" creationId="{414298B5-57DB-48CF-898B-E1CDF856070D}"/>
          </ac:spMkLst>
        </pc:spChg>
        <pc:spChg chg="del">
          <ac:chgData name="Marco Sanches" userId="301bf0f768bc15fc" providerId="LiveId" clId="{AD1F0D63-CEEF-48F2-8198-EC5A51D66291}" dt="2020-08-19T19:09:56.721" v="420" actId="478"/>
          <ac:spMkLst>
            <pc:docMk/>
            <pc:sldMk cId="4234405321" sldId="464"/>
            <ac:spMk id="3" creationId="{EF194D70-F0C3-4DD2-9BD8-AD75D7CFCE8E}"/>
          </ac:spMkLst>
        </pc:spChg>
        <pc:spChg chg="add mod">
          <ac:chgData name="Marco Sanches" userId="301bf0f768bc15fc" providerId="LiveId" clId="{AD1F0D63-CEEF-48F2-8198-EC5A51D66291}" dt="2020-08-19T19:11:01.164" v="437" actId="1076"/>
          <ac:spMkLst>
            <pc:docMk/>
            <pc:sldMk cId="4234405321" sldId="464"/>
            <ac:spMk id="4" creationId="{82556AB7-8141-459E-85F1-4688F5017C28}"/>
          </ac:spMkLst>
        </pc:spChg>
        <pc:spChg chg="del">
          <ac:chgData name="Marco Sanches" userId="301bf0f768bc15fc" providerId="LiveId" clId="{AD1F0D63-CEEF-48F2-8198-EC5A51D66291}" dt="2020-08-19T19:09:58.236" v="421" actId="478"/>
          <ac:spMkLst>
            <pc:docMk/>
            <pc:sldMk cId="4234405321" sldId="464"/>
            <ac:spMk id="5" creationId="{72A716D1-35A0-4609-A683-5B141CB7E370}"/>
          </ac:spMkLst>
        </pc:spChg>
        <pc:spChg chg="del">
          <ac:chgData name="Marco Sanches" userId="301bf0f768bc15fc" providerId="LiveId" clId="{AD1F0D63-CEEF-48F2-8198-EC5A51D66291}" dt="2020-08-19T19:09:54.467" v="418" actId="478"/>
          <ac:spMkLst>
            <pc:docMk/>
            <pc:sldMk cId="4234405321" sldId="464"/>
            <ac:spMk id="14" creationId="{94D40685-4B25-4357-B761-399D152A3FFF}"/>
          </ac:spMkLst>
        </pc:spChg>
        <pc:spChg chg="del">
          <ac:chgData name="Marco Sanches" userId="301bf0f768bc15fc" providerId="LiveId" clId="{AD1F0D63-CEEF-48F2-8198-EC5A51D66291}" dt="2020-08-19T19:09:55.633" v="419" actId="478"/>
          <ac:spMkLst>
            <pc:docMk/>
            <pc:sldMk cId="4234405321" sldId="464"/>
            <ac:spMk id="16" creationId="{B7D9F47B-3F47-4476-99BB-54DE00A5DBD9}"/>
          </ac:spMkLst>
        </pc:spChg>
        <pc:picChg chg="add mod">
          <ac:chgData name="Marco Sanches" userId="301bf0f768bc15fc" providerId="LiveId" clId="{AD1F0D63-CEEF-48F2-8198-EC5A51D66291}" dt="2020-08-19T19:10:59.376" v="436" actId="1076"/>
          <ac:picMkLst>
            <pc:docMk/>
            <pc:sldMk cId="4234405321" sldId="464"/>
            <ac:picMk id="3074" creationId="{E7C38B69-C75F-42DB-88C5-BDC28957018B}"/>
          </ac:picMkLst>
        </pc:picChg>
      </pc:sldChg>
      <pc:sldChg chg="modSp add mod">
        <pc:chgData name="Marco Sanches" userId="301bf0f768bc15fc" providerId="LiveId" clId="{AD1F0D63-CEEF-48F2-8198-EC5A51D66291}" dt="2020-08-19T19:12:45.957" v="450" actId="1076"/>
        <pc:sldMkLst>
          <pc:docMk/>
          <pc:sldMk cId="859420527" sldId="465"/>
        </pc:sldMkLst>
        <pc:spChg chg="mod">
          <ac:chgData name="Marco Sanches" userId="301bf0f768bc15fc" providerId="LiveId" clId="{AD1F0D63-CEEF-48F2-8198-EC5A51D66291}" dt="2020-08-19T19:12:45.957" v="450" actId="1076"/>
          <ac:spMkLst>
            <pc:docMk/>
            <pc:sldMk cId="859420527" sldId="465"/>
            <ac:spMk id="4" creationId="{82556AB7-8141-459E-85F1-4688F5017C28}"/>
          </ac:spMkLst>
        </pc:spChg>
      </pc:sldChg>
      <pc:sldChg chg="addSp delSp modSp add mod">
        <pc:chgData name="Marco Sanches" userId="301bf0f768bc15fc" providerId="LiveId" clId="{AD1F0D63-CEEF-48F2-8198-EC5A51D66291}" dt="2020-08-20T21:11:18.510" v="2768" actId="948"/>
        <pc:sldMkLst>
          <pc:docMk/>
          <pc:sldMk cId="1858832267" sldId="466"/>
        </pc:sldMkLst>
        <pc:spChg chg="mod">
          <ac:chgData name="Marco Sanches" userId="301bf0f768bc15fc" providerId="LiveId" clId="{AD1F0D63-CEEF-48F2-8198-EC5A51D66291}" dt="2020-08-19T19:24:59.915" v="607" actId="20577"/>
          <ac:spMkLst>
            <pc:docMk/>
            <pc:sldMk cId="1858832267" sldId="466"/>
            <ac:spMk id="2" creationId="{414298B5-57DB-48CF-898B-E1CDF856070D}"/>
          </ac:spMkLst>
        </pc:spChg>
        <pc:spChg chg="mod">
          <ac:chgData name="Marco Sanches" userId="301bf0f768bc15fc" providerId="LiveId" clId="{AD1F0D63-CEEF-48F2-8198-EC5A51D66291}" dt="2020-08-20T21:11:18.510" v="2768" actId="948"/>
          <ac:spMkLst>
            <pc:docMk/>
            <pc:sldMk cId="1858832267" sldId="466"/>
            <ac:spMk id="3" creationId="{A59A7E8B-8CB9-4865-A293-8F7FEF86DF3F}"/>
          </ac:spMkLst>
        </pc:spChg>
        <pc:spChg chg="add mod">
          <ac:chgData name="Marco Sanches" userId="301bf0f768bc15fc" providerId="LiveId" clId="{AD1F0D63-CEEF-48F2-8198-EC5A51D66291}" dt="2020-08-19T19:31:20.059" v="709" actId="207"/>
          <ac:spMkLst>
            <pc:docMk/>
            <pc:sldMk cId="1858832267" sldId="466"/>
            <ac:spMk id="20" creationId="{CB14087D-4544-4883-B603-3086E3F2C6B0}"/>
          </ac:spMkLst>
        </pc:spChg>
        <pc:spChg chg="add mod">
          <ac:chgData name="Marco Sanches" userId="301bf0f768bc15fc" providerId="LiveId" clId="{AD1F0D63-CEEF-48F2-8198-EC5A51D66291}" dt="2020-08-19T19:32:32.453" v="741" actId="1076"/>
          <ac:spMkLst>
            <pc:docMk/>
            <pc:sldMk cId="1858832267" sldId="466"/>
            <ac:spMk id="31" creationId="{4E9920C9-56B3-41E3-B7A6-B41175A0F341}"/>
          </ac:spMkLst>
        </pc:spChg>
        <pc:spChg chg="add mod">
          <ac:chgData name="Marco Sanches" userId="301bf0f768bc15fc" providerId="LiveId" clId="{AD1F0D63-CEEF-48F2-8198-EC5A51D66291}" dt="2020-08-19T19:32:34.542" v="742" actId="1076"/>
          <ac:spMkLst>
            <pc:docMk/>
            <pc:sldMk cId="1858832267" sldId="466"/>
            <ac:spMk id="32" creationId="{06275B7F-BCAD-4A1A-9DC1-8957C8CC0C4B}"/>
          </ac:spMkLst>
        </pc:spChg>
        <pc:spChg chg="add mod">
          <ac:chgData name="Marco Sanches" userId="301bf0f768bc15fc" providerId="LiveId" clId="{AD1F0D63-CEEF-48F2-8198-EC5A51D66291}" dt="2020-08-19T19:32:26.695" v="740" actId="113"/>
          <ac:spMkLst>
            <pc:docMk/>
            <pc:sldMk cId="1858832267" sldId="466"/>
            <ac:spMk id="33" creationId="{15FE658D-B259-419E-983B-F915EB09892F}"/>
          </ac:spMkLst>
        </pc:spChg>
        <pc:spChg chg="add mod">
          <ac:chgData name="Marco Sanches" userId="301bf0f768bc15fc" providerId="LiveId" clId="{AD1F0D63-CEEF-48F2-8198-EC5A51D66291}" dt="2020-08-19T19:32:26.695" v="740" actId="113"/>
          <ac:spMkLst>
            <pc:docMk/>
            <pc:sldMk cId="1858832267" sldId="466"/>
            <ac:spMk id="34" creationId="{D6F63742-3C0A-452C-B5A9-A4F7C07B3F71}"/>
          </ac:spMkLst>
        </pc:spChg>
        <pc:grpChg chg="del">
          <ac:chgData name="Marco Sanches" userId="301bf0f768bc15fc" providerId="LiveId" clId="{AD1F0D63-CEEF-48F2-8198-EC5A51D66291}" dt="2020-08-19T19:25:30.213" v="631" actId="478"/>
          <ac:grpSpMkLst>
            <pc:docMk/>
            <pc:sldMk cId="1858832267" sldId="466"/>
            <ac:grpSpMk id="19" creationId="{45026A9F-D1C6-4548-8CC9-A199F17DEA1A}"/>
          </ac:grpSpMkLst>
        </pc:grpChg>
        <pc:picChg chg="add mod">
          <ac:chgData name="Marco Sanches" userId="301bf0f768bc15fc" providerId="LiveId" clId="{AD1F0D63-CEEF-48F2-8198-EC5A51D66291}" dt="2020-08-19T19:31:26.792" v="710" actId="1076"/>
          <ac:picMkLst>
            <pc:docMk/>
            <pc:sldMk cId="1858832267" sldId="466"/>
            <ac:picMk id="15" creationId="{5F603EBC-B07E-47E8-994A-9F15E35C85D2}"/>
          </ac:picMkLst>
        </pc:picChg>
        <pc:picChg chg="add mod">
          <ac:chgData name="Marco Sanches" userId="301bf0f768bc15fc" providerId="LiveId" clId="{AD1F0D63-CEEF-48F2-8198-EC5A51D66291}" dt="2020-08-19T19:30:39.008" v="702" actId="1076"/>
          <ac:picMkLst>
            <pc:docMk/>
            <pc:sldMk cId="1858832267" sldId="466"/>
            <ac:picMk id="26" creationId="{28597680-B589-4457-BEC3-3503F37A273A}"/>
          </ac:picMkLst>
        </pc:picChg>
        <pc:picChg chg="add mod">
          <ac:chgData name="Marco Sanches" userId="301bf0f768bc15fc" providerId="LiveId" clId="{AD1F0D63-CEEF-48F2-8198-EC5A51D66291}" dt="2020-08-19T19:31:30.912" v="711" actId="1076"/>
          <ac:picMkLst>
            <pc:docMk/>
            <pc:sldMk cId="1858832267" sldId="466"/>
            <ac:picMk id="27" creationId="{40FDE47B-8033-404C-954C-9DDBAE366AA5}"/>
          </ac:picMkLst>
        </pc:picChg>
        <pc:picChg chg="add del mod">
          <ac:chgData name="Marco Sanches" userId="301bf0f768bc15fc" providerId="LiveId" clId="{AD1F0D63-CEEF-48F2-8198-EC5A51D66291}" dt="2020-08-19T19:31:01.114" v="705" actId="478"/>
          <ac:picMkLst>
            <pc:docMk/>
            <pc:sldMk cId="1858832267" sldId="466"/>
            <ac:picMk id="28" creationId="{39EB5A3A-0D76-4D71-9A94-BC99085B0F46}"/>
          </ac:picMkLst>
        </pc:picChg>
        <pc:picChg chg="add mod">
          <ac:chgData name="Marco Sanches" userId="301bf0f768bc15fc" providerId="LiveId" clId="{AD1F0D63-CEEF-48F2-8198-EC5A51D66291}" dt="2020-08-19T19:31:13.194" v="707" actId="197"/>
          <ac:picMkLst>
            <pc:docMk/>
            <pc:sldMk cId="1858832267" sldId="466"/>
            <ac:picMk id="29" creationId="{218CA9B1-3129-4F94-BEB9-F930F42A4ADC}"/>
          </ac:picMkLst>
        </pc:picChg>
        <pc:picChg chg="add mod">
          <ac:chgData name="Marco Sanches" userId="301bf0f768bc15fc" providerId="LiveId" clId="{AD1F0D63-CEEF-48F2-8198-EC5A51D66291}" dt="2020-08-19T19:29:34.944" v="684" actId="1076"/>
          <ac:picMkLst>
            <pc:docMk/>
            <pc:sldMk cId="1858832267" sldId="466"/>
            <ac:picMk id="5122" creationId="{1A5F7CD3-33DB-4F1B-88D9-948385F14E09}"/>
          </ac:picMkLst>
        </pc:picChg>
        <pc:picChg chg="add mod">
          <ac:chgData name="Marco Sanches" userId="301bf0f768bc15fc" providerId="LiveId" clId="{AD1F0D63-CEEF-48F2-8198-EC5A51D66291}" dt="2020-08-19T19:30:42.398" v="703" actId="1076"/>
          <ac:picMkLst>
            <pc:docMk/>
            <pc:sldMk cId="1858832267" sldId="466"/>
            <ac:picMk id="5124" creationId="{828E6262-01E1-42C1-9CC5-08C119A2FCD8}"/>
          </ac:picMkLst>
        </pc:picChg>
        <pc:picChg chg="add mod">
          <ac:chgData name="Marco Sanches" userId="301bf0f768bc15fc" providerId="LiveId" clId="{AD1F0D63-CEEF-48F2-8198-EC5A51D66291}" dt="2020-08-19T19:29:32.376" v="683" actId="1076"/>
          <ac:picMkLst>
            <pc:docMk/>
            <pc:sldMk cId="1858832267" sldId="466"/>
            <ac:picMk id="5126" creationId="{34163A75-E592-4EE6-9275-F1C23CB1A58B}"/>
          </ac:picMkLst>
        </pc:picChg>
        <pc:picChg chg="add mod">
          <ac:chgData name="Marco Sanches" userId="301bf0f768bc15fc" providerId="LiveId" clId="{AD1F0D63-CEEF-48F2-8198-EC5A51D66291}" dt="2020-08-19T19:31:15.432" v="708" actId="1076"/>
          <ac:picMkLst>
            <pc:docMk/>
            <pc:sldMk cId="1858832267" sldId="466"/>
            <ac:picMk id="5128" creationId="{422E4E25-2199-4F5D-AC34-0951A29CB479}"/>
          </ac:picMkLst>
        </pc:picChg>
      </pc:sldChg>
      <pc:sldChg chg="addSp delSp modSp add mod">
        <pc:chgData name="Marco Sanches" userId="301bf0f768bc15fc" providerId="LiveId" clId="{AD1F0D63-CEEF-48F2-8198-EC5A51D66291}" dt="2020-08-20T13:08:19.876" v="2661" actId="208"/>
        <pc:sldMkLst>
          <pc:docMk/>
          <pc:sldMk cId="126828081" sldId="467"/>
        </pc:sldMkLst>
        <pc:spChg chg="mod">
          <ac:chgData name="Marco Sanches" userId="301bf0f768bc15fc" providerId="LiveId" clId="{AD1F0D63-CEEF-48F2-8198-EC5A51D66291}" dt="2020-08-19T19:33:05.327" v="765" actId="20577"/>
          <ac:spMkLst>
            <pc:docMk/>
            <pc:sldMk cId="126828081" sldId="467"/>
            <ac:spMk id="2" creationId="{414298B5-57DB-48CF-898B-E1CDF856070D}"/>
          </ac:spMkLst>
        </pc:spChg>
        <pc:spChg chg="mod">
          <ac:chgData name="Marco Sanches" userId="301bf0f768bc15fc" providerId="LiveId" clId="{AD1F0D63-CEEF-48F2-8198-EC5A51D66291}" dt="2020-08-19T19:40:38.708" v="879" actId="14100"/>
          <ac:spMkLst>
            <pc:docMk/>
            <pc:sldMk cId="126828081" sldId="467"/>
            <ac:spMk id="3" creationId="{A59A7E8B-8CB9-4865-A293-8F7FEF86DF3F}"/>
          </ac:spMkLst>
        </pc:spChg>
        <pc:spChg chg="add mod">
          <ac:chgData name="Marco Sanches" userId="301bf0f768bc15fc" providerId="LiveId" clId="{AD1F0D63-CEEF-48F2-8198-EC5A51D66291}" dt="2020-08-20T13:08:19.876" v="2661" actId="208"/>
          <ac:spMkLst>
            <pc:docMk/>
            <pc:sldMk cId="126828081" sldId="467"/>
            <ac:spMk id="4" creationId="{4009B10F-3FBD-4867-92C9-361D1C0919FB}"/>
          </ac:spMkLst>
        </pc:spChg>
        <pc:spChg chg="add mod">
          <ac:chgData name="Marco Sanches" userId="301bf0f768bc15fc" providerId="LiveId" clId="{AD1F0D63-CEEF-48F2-8198-EC5A51D66291}" dt="2020-08-20T13:08:19.876" v="2661" actId="208"/>
          <ac:spMkLst>
            <pc:docMk/>
            <pc:sldMk cId="126828081" sldId="467"/>
            <ac:spMk id="5" creationId="{70D4BB5A-C71A-4880-A66D-AAA86B1CE2CA}"/>
          </ac:spMkLst>
        </pc:spChg>
        <pc:spChg chg="add mod">
          <ac:chgData name="Marco Sanches" userId="301bf0f768bc15fc" providerId="LiveId" clId="{AD1F0D63-CEEF-48F2-8198-EC5A51D66291}" dt="2020-08-20T13:08:19.876" v="2661" actId="208"/>
          <ac:spMkLst>
            <pc:docMk/>
            <pc:sldMk cId="126828081" sldId="467"/>
            <ac:spMk id="6" creationId="{4DD1DE3D-9C61-417F-B498-837071EB159A}"/>
          </ac:spMkLst>
        </pc:spChg>
        <pc:spChg chg="add mod">
          <ac:chgData name="Marco Sanches" userId="301bf0f768bc15fc" providerId="LiveId" clId="{AD1F0D63-CEEF-48F2-8198-EC5A51D66291}" dt="2020-08-20T13:08:19.876" v="2661" actId="208"/>
          <ac:spMkLst>
            <pc:docMk/>
            <pc:sldMk cId="126828081" sldId="467"/>
            <ac:spMk id="7" creationId="{88A3CD3A-31F1-4A1B-AF8D-8EF6D4430466}"/>
          </ac:spMkLst>
        </pc:spChg>
        <pc:spChg chg="add mod">
          <ac:chgData name="Marco Sanches" userId="301bf0f768bc15fc" providerId="LiveId" clId="{AD1F0D63-CEEF-48F2-8198-EC5A51D66291}" dt="2020-08-19T19:39:33.565" v="876" actId="255"/>
          <ac:spMkLst>
            <pc:docMk/>
            <pc:sldMk cId="126828081" sldId="467"/>
            <ac:spMk id="17" creationId="{909472BB-C9A6-4BD0-91C0-6842F621C678}"/>
          </ac:spMkLst>
        </pc:spChg>
        <pc:spChg chg="del mod">
          <ac:chgData name="Marco Sanches" userId="301bf0f768bc15fc" providerId="LiveId" clId="{AD1F0D63-CEEF-48F2-8198-EC5A51D66291}" dt="2020-08-19T19:35:01.500" v="827" actId="478"/>
          <ac:spMkLst>
            <pc:docMk/>
            <pc:sldMk cId="126828081" sldId="467"/>
            <ac:spMk id="20" creationId="{CB14087D-4544-4883-B603-3086E3F2C6B0}"/>
          </ac:spMkLst>
        </pc:spChg>
        <pc:spChg chg="del">
          <ac:chgData name="Marco Sanches" userId="301bf0f768bc15fc" providerId="LiveId" clId="{AD1F0D63-CEEF-48F2-8198-EC5A51D66291}" dt="2020-08-19T19:33:32.091" v="772" actId="478"/>
          <ac:spMkLst>
            <pc:docMk/>
            <pc:sldMk cId="126828081" sldId="467"/>
            <ac:spMk id="31" creationId="{4E9920C9-56B3-41E3-B7A6-B41175A0F341}"/>
          </ac:spMkLst>
        </pc:spChg>
        <pc:spChg chg="del">
          <ac:chgData name="Marco Sanches" userId="301bf0f768bc15fc" providerId="LiveId" clId="{AD1F0D63-CEEF-48F2-8198-EC5A51D66291}" dt="2020-08-19T19:33:33.856" v="774" actId="478"/>
          <ac:spMkLst>
            <pc:docMk/>
            <pc:sldMk cId="126828081" sldId="467"/>
            <ac:spMk id="32" creationId="{06275B7F-BCAD-4A1A-9DC1-8957C8CC0C4B}"/>
          </ac:spMkLst>
        </pc:spChg>
        <pc:spChg chg="del">
          <ac:chgData name="Marco Sanches" userId="301bf0f768bc15fc" providerId="LiveId" clId="{AD1F0D63-CEEF-48F2-8198-EC5A51D66291}" dt="2020-08-19T19:33:36.964" v="776" actId="478"/>
          <ac:spMkLst>
            <pc:docMk/>
            <pc:sldMk cId="126828081" sldId="467"/>
            <ac:spMk id="33" creationId="{15FE658D-B259-419E-983B-F915EB09892F}"/>
          </ac:spMkLst>
        </pc:spChg>
        <pc:spChg chg="mod">
          <ac:chgData name="Marco Sanches" userId="301bf0f768bc15fc" providerId="LiveId" clId="{AD1F0D63-CEEF-48F2-8198-EC5A51D66291}" dt="2020-08-19T19:39:33.565" v="876" actId="255"/>
          <ac:spMkLst>
            <pc:docMk/>
            <pc:sldMk cId="126828081" sldId="467"/>
            <ac:spMk id="34" creationId="{D6F63742-3C0A-452C-B5A9-A4F7C07B3F71}"/>
          </ac:spMkLst>
        </pc:spChg>
        <pc:picChg chg="mod">
          <ac:chgData name="Marco Sanches" userId="301bf0f768bc15fc" providerId="LiveId" clId="{AD1F0D63-CEEF-48F2-8198-EC5A51D66291}" dt="2020-08-19T19:35:27.652" v="843" actId="1076"/>
          <ac:picMkLst>
            <pc:docMk/>
            <pc:sldMk cId="126828081" sldId="467"/>
            <ac:picMk id="15" creationId="{5F603EBC-B07E-47E8-994A-9F15E35C85D2}"/>
          </ac:picMkLst>
        </pc:picChg>
        <pc:picChg chg="add mod">
          <ac:chgData name="Marco Sanches" userId="301bf0f768bc15fc" providerId="LiveId" clId="{AD1F0D63-CEEF-48F2-8198-EC5A51D66291}" dt="2020-08-19T21:27:56.071" v="1783" actId="1076"/>
          <ac:picMkLst>
            <pc:docMk/>
            <pc:sldMk cId="126828081" sldId="467"/>
            <ac:picMk id="18" creationId="{A34B120D-B7FB-45A3-9809-3EB01CB123E6}"/>
          </ac:picMkLst>
        </pc:picChg>
        <pc:picChg chg="del">
          <ac:chgData name="Marco Sanches" userId="301bf0f768bc15fc" providerId="LiveId" clId="{AD1F0D63-CEEF-48F2-8198-EC5A51D66291}" dt="2020-08-19T19:34:59.523" v="826" actId="478"/>
          <ac:picMkLst>
            <pc:docMk/>
            <pc:sldMk cId="126828081" sldId="467"/>
            <ac:picMk id="26" creationId="{28597680-B589-4457-BEC3-3503F37A273A}"/>
          </ac:picMkLst>
        </pc:picChg>
        <pc:picChg chg="del">
          <ac:chgData name="Marco Sanches" userId="301bf0f768bc15fc" providerId="LiveId" clId="{AD1F0D63-CEEF-48F2-8198-EC5A51D66291}" dt="2020-08-19T19:35:03.208" v="829" actId="478"/>
          <ac:picMkLst>
            <pc:docMk/>
            <pc:sldMk cId="126828081" sldId="467"/>
            <ac:picMk id="27" creationId="{40FDE47B-8033-404C-954C-9DDBAE366AA5}"/>
          </ac:picMkLst>
        </pc:picChg>
        <pc:picChg chg="del">
          <ac:chgData name="Marco Sanches" userId="301bf0f768bc15fc" providerId="LiveId" clId="{AD1F0D63-CEEF-48F2-8198-EC5A51D66291}" dt="2020-08-19T19:35:02.774" v="828" actId="478"/>
          <ac:picMkLst>
            <pc:docMk/>
            <pc:sldMk cId="126828081" sldId="467"/>
            <ac:picMk id="29" creationId="{218CA9B1-3129-4F94-BEB9-F930F42A4ADC}"/>
          </ac:picMkLst>
        </pc:picChg>
        <pc:picChg chg="del">
          <ac:chgData name="Marco Sanches" userId="301bf0f768bc15fc" providerId="LiveId" clId="{AD1F0D63-CEEF-48F2-8198-EC5A51D66291}" dt="2020-08-19T19:33:35.334" v="775" actId="478"/>
          <ac:picMkLst>
            <pc:docMk/>
            <pc:sldMk cId="126828081" sldId="467"/>
            <ac:picMk id="5122" creationId="{1A5F7CD3-33DB-4F1B-88D9-948385F14E09}"/>
          </ac:picMkLst>
        </pc:picChg>
        <pc:picChg chg="del">
          <ac:chgData name="Marco Sanches" userId="301bf0f768bc15fc" providerId="LiveId" clId="{AD1F0D63-CEEF-48F2-8198-EC5A51D66291}" dt="2020-08-19T19:33:30.234" v="771" actId="478"/>
          <ac:picMkLst>
            <pc:docMk/>
            <pc:sldMk cId="126828081" sldId="467"/>
            <ac:picMk id="5124" creationId="{828E6262-01E1-42C1-9CC5-08C119A2FCD8}"/>
          </ac:picMkLst>
        </pc:picChg>
        <pc:picChg chg="del">
          <ac:chgData name="Marco Sanches" userId="301bf0f768bc15fc" providerId="LiveId" clId="{AD1F0D63-CEEF-48F2-8198-EC5A51D66291}" dt="2020-08-19T19:33:32.625" v="773" actId="478"/>
          <ac:picMkLst>
            <pc:docMk/>
            <pc:sldMk cId="126828081" sldId="467"/>
            <ac:picMk id="5126" creationId="{34163A75-E592-4EE6-9275-F1C23CB1A58B}"/>
          </ac:picMkLst>
        </pc:picChg>
        <pc:picChg chg="del">
          <ac:chgData name="Marco Sanches" userId="301bf0f768bc15fc" providerId="LiveId" clId="{AD1F0D63-CEEF-48F2-8198-EC5A51D66291}" dt="2020-08-19T19:33:37.500" v="777" actId="478"/>
          <ac:picMkLst>
            <pc:docMk/>
            <pc:sldMk cId="126828081" sldId="467"/>
            <ac:picMk id="5128" creationId="{422E4E25-2199-4F5D-AC34-0951A29CB479}"/>
          </ac:picMkLst>
        </pc:picChg>
        <pc:picChg chg="add mod">
          <ac:chgData name="Marco Sanches" userId="301bf0f768bc15fc" providerId="LiveId" clId="{AD1F0D63-CEEF-48F2-8198-EC5A51D66291}" dt="2020-08-19T19:40:50.468" v="881" actId="1076"/>
          <ac:picMkLst>
            <pc:docMk/>
            <pc:sldMk cId="126828081" sldId="467"/>
            <ac:picMk id="6146" creationId="{9A7890E6-460E-4756-8DAA-E1E6CCECAA5E}"/>
          </ac:picMkLst>
        </pc:picChg>
        <pc:picChg chg="add mod">
          <ac:chgData name="Marco Sanches" userId="301bf0f768bc15fc" providerId="LiveId" clId="{AD1F0D63-CEEF-48F2-8198-EC5A51D66291}" dt="2020-08-19T19:40:42.975" v="880" actId="1076"/>
          <ac:picMkLst>
            <pc:docMk/>
            <pc:sldMk cId="126828081" sldId="467"/>
            <ac:picMk id="6148" creationId="{50A77569-DB54-476D-9DCA-28A714EF41A5}"/>
          </ac:picMkLst>
        </pc:picChg>
      </pc:sldChg>
      <pc:sldChg chg="addSp delSp modSp add mod">
        <pc:chgData name="Marco Sanches" userId="301bf0f768bc15fc" providerId="LiveId" clId="{AD1F0D63-CEEF-48F2-8198-EC5A51D66291}" dt="2020-08-19T19:45:47.429" v="948" actId="14100"/>
        <pc:sldMkLst>
          <pc:docMk/>
          <pc:sldMk cId="3355683838" sldId="468"/>
        </pc:sldMkLst>
        <pc:spChg chg="mod">
          <ac:chgData name="Marco Sanches" userId="301bf0f768bc15fc" providerId="LiveId" clId="{AD1F0D63-CEEF-48F2-8198-EC5A51D66291}" dt="2020-08-19T19:41:35.570" v="892" actId="20577"/>
          <ac:spMkLst>
            <pc:docMk/>
            <pc:sldMk cId="3355683838" sldId="468"/>
            <ac:spMk id="2" creationId="{414298B5-57DB-48CF-898B-E1CDF856070D}"/>
          </ac:spMkLst>
        </pc:spChg>
        <pc:spChg chg="mod">
          <ac:chgData name="Marco Sanches" userId="301bf0f768bc15fc" providerId="LiveId" clId="{AD1F0D63-CEEF-48F2-8198-EC5A51D66291}" dt="2020-08-19T19:43:17.148" v="919" actId="6549"/>
          <ac:spMkLst>
            <pc:docMk/>
            <pc:sldMk cId="3355683838" sldId="468"/>
            <ac:spMk id="3" creationId="{A59A7E8B-8CB9-4865-A293-8F7FEF86DF3F}"/>
          </ac:spMkLst>
        </pc:spChg>
        <pc:spChg chg="del">
          <ac:chgData name="Marco Sanches" userId="301bf0f768bc15fc" providerId="LiveId" clId="{AD1F0D63-CEEF-48F2-8198-EC5A51D66291}" dt="2020-08-19T19:42:02.165" v="899" actId="478"/>
          <ac:spMkLst>
            <pc:docMk/>
            <pc:sldMk cId="3355683838" sldId="468"/>
            <ac:spMk id="4" creationId="{4009B10F-3FBD-4867-92C9-361D1C0919FB}"/>
          </ac:spMkLst>
        </pc:spChg>
        <pc:spChg chg="mod">
          <ac:chgData name="Marco Sanches" userId="301bf0f768bc15fc" providerId="LiveId" clId="{AD1F0D63-CEEF-48F2-8198-EC5A51D66291}" dt="2020-08-19T19:44:03.041" v="928" actId="164"/>
          <ac:spMkLst>
            <pc:docMk/>
            <pc:sldMk cId="3355683838" sldId="468"/>
            <ac:spMk id="5" creationId="{70D4BB5A-C71A-4880-A66D-AAA86B1CE2CA}"/>
          </ac:spMkLst>
        </pc:spChg>
        <pc:spChg chg="del">
          <ac:chgData name="Marco Sanches" userId="301bf0f768bc15fc" providerId="LiveId" clId="{AD1F0D63-CEEF-48F2-8198-EC5A51D66291}" dt="2020-08-19T19:42:11.676" v="900" actId="478"/>
          <ac:spMkLst>
            <pc:docMk/>
            <pc:sldMk cId="3355683838" sldId="468"/>
            <ac:spMk id="6" creationId="{4DD1DE3D-9C61-417F-B498-837071EB159A}"/>
          </ac:spMkLst>
        </pc:spChg>
        <pc:spChg chg="mod">
          <ac:chgData name="Marco Sanches" userId="301bf0f768bc15fc" providerId="LiveId" clId="{AD1F0D63-CEEF-48F2-8198-EC5A51D66291}" dt="2020-08-19T19:44:03.041" v="928" actId="164"/>
          <ac:spMkLst>
            <pc:docMk/>
            <pc:sldMk cId="3355683838" sldId="468"/>
            <ac:spMk id="7" creationId="{88A3CD3A-31F1-4A1B-AF8D-8EF6D4430466}"/>
          </ac:spMkLst>
        </pc:spChg>
        <pc:spChg chg="add mod">
          <ac:chgData name="Marco Sanches" userId="301bf0f768bc15fc" providerId="LiveId" clId="{AD1F0D63-CEEF-48F2-8198-EC5A51D66291}" dt="2020-08-19T19:45:14.119" v="943" actId="1076"/>
          <ac:spMkLst>
            <pc:docMk/>
            <pc:sldMk cId="3355683838" sldId="468"/>
            <ac:spMk id="10" creationId="{C2D2A9FB-A92F-4D5A-B279-BAD3649C9F9D}"/>
          </ac:spMkLst>
        </pc:spChg>
        <pc:spChg chg="add mod">
          <ac:chgData name="Marco Sanches" userId="301bf0f768bc15fc" providerId="LiveId" clId="{AD1F0D63-CEEF-48F2-8198-EC5A51D66291}" dt="2020-08-19T19:45:19.614" v="944" actId="208"/>
          <ac:spMkLst>
            <pc:docMk/>
            <pc:sldMk cId="3355683838" sldId="468"/>
            <ac:spMk id="12" creationId="{289FE3F0-9CE3-4060-9462-F54E1B5BE48F}"/>
          </ac:spMkLst>
        </pc:spChg>
        <pc:spChg chg="add mod">
          <ac:chgData name="Marco Sanches" userId="301bf0f768bc15fc" providerId="LiveId" clId="{AD1F0D63-CEEF-48F2-8198-EC5A51D66291}" dt="2020-08-19T19:45:47.429" v="948" actId="14100"/>
          <ac:spMkLst>
            <pc:docMk/>
            <pc:sldMk cId="3355683838" sldId="468"/>
            <ac:spMk id="16" creationId="{D71C449A-0F73-4AC2-A98B-28AE021F7899}"/>
          </ac:spMkLst>
        </pc:spChg>
        <pc:spChg chg="del">
          <ac:chgData name="Marco Sanches" userId="301bf0f768bc15fc" providerId="LiveId" clId="{AD1F0D63-CEEF-48F2-8198-EC5A51D66291}" dt="2020-08-19T19:41:59.405" v="897" actId="478"/>
          <ac:spMkLst>
            <pc:docMk/>
            <pc:sldMk cId="3355683838" sldId="468"/>
            <ac:spMk id="17" creationId="{909472BB-C9A6-4BD0-91C0-6842F621C678}"/>
          </ac:spMkLst>
        </pc:spChg>
        <pc:spChg chg="del mod">
          <ac:chgData name="Marco Sanches" userId="301bf0f768bc15fc" providerId="LiveId" clId="{AD1F0D63-CEEF-48F2-8198-EC5A51D66291}" dt="2020-08-19T19:41:57.918" v="895" actId="478"/>
          <ac:spMkLst>
            <pc:docMk/>
            <pc:sldMk cId="3355683838" sldId="468"/>
            <ac:spMk id="34" creationId="{D6F63742-3C0A-452C-B5A9-A4F7C07B3F71}"/>
          </ac:spMkLst>
        </pc:spChg>
        <pc:grpChg chg="add mod">
          <ac:chgData name="Marco Sanches" userId="301bf0f768bc15fc" providerId="LiveId" clId="{AD1F0D63-CEEF-48F2-8198-EC5A51D66291}" dt="2020-08-19T19:44:07.510" v="929" actId="1076"/>
          <ac:grpSpMkLst>
            <pc:docMk/>
            <pc:sldMk cId="3355683838" sldId="468"/>
            <ac:grpSpMk id="11" creationId="{8725509B-F541-4444-88B9-2F3C78183EBE}"/>
          </ac:grpSpMkLst>
        </pc:grpChg>
        <pc:picChg chg="add del mod">
          <ac:chgData name="Marco Sanches" userId="301bf0f768bc15fc" providerId="LiveId" clId="{AD1F0D63-CEEF-48F2-8198-EC5A51D66291}" dt="2020-08-19T19:44:25.404" v="933" actId="478"/>
          <ac:picMkLst>
            <pc:docMk/>
            <pc:sldMk cId="3355683838" sldId="468"/>
            <ac:picMk id="9" creationId="{AC98D948-64BB-4748-8FB7-7CA819194106}"/>
          </ac:picMkLst>
        </pc:picChg>
        <pc:picChg chg="del">
          <ac:chgData name="Marco Sanches" userId="301bf0f768bc15fc" providerId="LiveId" clId="{AD1F0D63-CEEF-48F2-8198-EC5A51D66291}" dt="2020-08-19T19:41:57.331" v="894" actId="478"/>
          <ac:picMkLst>
            <pc:docMk/>
            <pc:sldMk cId="3355683838" sldId="468"/>
            <ac:picMk id="15" creationId="{5F603EBC-B07E-47E8-994A-9F15E35C85D2}"/>
          </ac:picMkLst>
        </pc:picChg>
        <pc:picChg chg="del">
          <ac:chgData name="Marco Sanches" userId="301bf0f768bc15fc" providerId="LiveId" clId="{AD1F0D63-CEEF-48F2-8198-EC5A51D66291}" dt="2020-08-19T19:41:58.849" v="896" actId="478"/>
          <ac:picMkLst>
            <pc:docMk/>
            <pc:sldMk cId="3355683838" sldId="468"/>
            <ac:picMk id="18" creationId="{A34B120D-B7FB-45A3-9809-3EB01CB123E6}"/>
          </ac:picMkLst>
        </pc:picChg>
        <pc:picChg chg="del">
          <ac:chgData name="Marco Sanches" userId="301bf0f768bc15fc" providerId="LiveId" clId="{AD1F0D63-CEEF-48F2-8198-EC5A51D66291}" dt="2020-08-19T19:42:00.866" v="898" actId="478"/>
          <ac:picMkLst>
            <pc:docMk/>
            <pc:sldMk cId="3355683838" sldId="468"/>
            <ac:picMk id="6146" creationId="{9A7890E6-460E-4756-8DAA-E1E6CCECAA5E}"/>
          </ac:picMkLst>
        </pc:picChg>
        <pc:picChg chg="mod">
          <ac:chgData name="Marco Sanches" userId="301bf0f768bc15fc" providerId="LiveId" clId="{AD1F0D63-CEEF-48F2-8198-EC5A51D66291}" dt="2020-08-19T19:43:59.052" v="927" actId="1076"/>
          <ac:picMkLst>
            <pc:docMk/>
            <pc:sldMk cId="3355683838" sldId="468"/>
            <ac:picMk id="6148" creationId="{50A77569-DB54-476D-9DCA-28A714EF41A5}"/>
          </ac:picMkLst>
        </pc:picChg>
      </pc:sldChg>
      <pc:sldChg chg="addSp delSp modSp add mod">
        <pc:chgData name="Marco Sanches" userId="301bf0f768bc15fc" providerId="LiveId" clId="{AD1F0D63-CEEF-48F2-8198-EC5A51D66291}" dt="2020-08-20T13:07:40.568" v="2655" actId="14861"/>
        <pc:sldMkLst>
          <pc:docMk/>
          <pc:sldMk cId="401545026" sldId="469"/>
        </pc:sldMkLst>
        <pc:spChg chg="mod">
          <ac:chgData name="Marco Sanches" userId="301bf0f768bc15fc" providerId="LiveId" clId="{AD1F0D63-CEEF-48F2-8198-EC5A51D66291}" dt="2020-08-19T19:56:17.766" v="1147" actId="20577"/>
          <ac:spMkLst>
            <pc:docMk/>
            <pc:sldMk cId="401545026" sldId="469"/>
            <ac:spMk id="2" creationId="{414298B5-57DB-48CF-898B-E1CDF856070D}"/>
          </ac:spMkLst>
        </pc:spChg>
        <pc:spChg chg="del">
          <ac:chgData name="Marco Sanches" userId="301bf0f768bc15fc" providerId="LiveId" clId="{AD1F0D63-CEEF-48F2-8198-EC5A51D66291}" dt="2020-08-19T19:46:24.517" v="950" actId="478"/>
          <ac:spMkLst>
            <pc:docMk/>
            <pc:sldMk cId="401545026" sldId="469"/>
            <ac:spMk id="3" creationId="{A59A7E8B-8CB9-4865-A293-8F7FEF86DF3F}"/>
          </ac:spMkLst>
        </pc:spChg>
        <pc:spChg chg="add del mod">
          <ac:chgData name="Marco Sanches" userId="301bf0f768bc15fc" providerId="LiveId" clId="{AD1F0D63-CEEF-48F2-8198-EC5A51D66291}" dt="2020-08-19T19:46:27.852" v="951" actId="478"/>
          <ac:spMkLst>
            <pc:docMk/>
            <pc:sldMk cId="401545026" sldId="469"/>
            <ac:spMk id="6" creationId="{5F5D66DA-D7A8-42F1-9FCE-84EF4659654F}"/>
          </ac:spMkLst>
        </pc:spChg>
        <pc:spChg chg="add mod">
          <ac:chgData name="Marco Sanches" userId="301bf0f768bc15fc" providerId="LiveId" clId="{AD1F0D63-CEEF-48F2-8198-EC5A51D66291}" dt="2020-08-19T19:53:16.213" v="1127" actId="14100"/>
          <ac:spMkLst>
            <pc:docMk/>
            <pc:sldMk cId="401545026" sldId="469"/>
            <ac:spMk id="8" creationId="{1A6A2161-A2A8-4128-B916-F11A69A333A3}"/>
          </ac:spMkLst>
        </pc:spChg>
        <pc:spChg chg="add mod">
          <ac:chgData name="Marco Sanches" userId="301bf0f768bc15fc" providerId="LiveId" clId="{AD1F0D63-CEEF-48F2-8198-EC5A51D66291}" dt="2020-08-19T19:51:28.815" v="1085" actId="1076"/>
          <ac:spMkLst>
            <pc:docMk/>
            <pc:sldMk cId="401545026" sldId="469"/>
            <ac:spMk id="9" creationId="{1784570B-725C-4CB4-800A-35AFE2DF54AE}"/>
          </ac:spMkLst>
        </pc:spChg>
        <pc:spChg chg="del">
          <ac:chgData name="Marco Sanches" userId="301bf0f768bc15fc" providerId="LiveId" clId="{AD1F0D63-CEEF-48F2-8198-EC5A51D66291}" dt="2020-08-19T19:46:31.399" v="952" actId="478"/>
          <ac:spMkLst>
            <pc:docMk/>
            <pc:sldMk cId="401545026" sldId="469"/>
            <ac:spMk id="10" creationId="{C2D2A9FB-A92F-4D5A-B279-BAD3649C9F9D}"/>
          </ac:spMkLst>
        </pc:spChg>
        <pc:spChg chg="del">
          <ac:chgData name="Marco Sanches" userId="301bf0f768bc15fc" providerId="LiveId" clId="{AD1F0D63-CEEF-48F2-8198-EC5A51D66291}" dt="2020-08-19T19:46:31.979" v="953" actId="478"/>
          <ac:spMkLst>
            <pc:docMk/>
            <pc:sldMk cId="401545026" sldId="469"/>
            <ac:spMk id="12" creationId="{289FE3F0-9CE3-4060-9462-F54E1B5BE48F}"/>
          </ac:spMkLst>
        </pc:spChg>
        <pc:spChg chg="add mod">
          <ac:chgData name="Marco Sanches" userId="301bf0f768bc15fc" providerId="LiveId" clId="{AD1F0D63-CEEF-48F2-8198-EC5A51D66291}" dt="2020-08-20T13:07:40.568" v="2655" actId="14861"/>
          <ac:spMkLst>
            <pc:docMk/>
            <pc:sldMk cId="401545026" sldId="469"/>
            <ac:spMk id="13" creationId="{0EF1735F-6AA3-44DE-A85B-76B71DEBEEA0}"/>
          </ac:spMkLst>
        </pc:spChg>
        <pc:spChg chg="add mod">
          <ac:chgData name="Marco Sanches" userId="301bf0f768bc15fc" providerId="LiveId" clId="{AD1F0D63-CEEF-48F2-8198-EC5A51D66291}" dt="2020-08-19T19:51:35.034" v="1087" actId="14100"/>
          <ac:spMkLst>
            <pc:docMk/>
            <pc:sldMk cId="401545026" sldId="469"/>
            <ac:spMk id="14" creationId="{4D6FA2B6-9E35-4E05-A2A3-0F9D04262C37}"/>
          </ac:spMkLst>
        </pc:spChg>
        <pc:spChg chg="del mod">
          <ac:chgData name="Marco Sanches" userId="301bf0f768bc15fc" providerId="LiveId" clId="{AD1F0D63-CEEF-48F2-8198-EC5A51D66291}" dt="2020-08-19T19:51:20.513" v="1083" actId="478"/>
          <ac:spMkLst>
            <pc:docMk/>
            <pc:sldMk cId="401545026" sldId="469"/>
            <ac:spMk id="16" creationId="{D71C449A-0F73-4AC2-A98B-28AE021F7899}"/>
          </ac:spMkLst>
        </pc:spChg>
        <pc:spChg chg="add mod">
          <ac:chgData name="Marco Sanches" userId="301bf0f768bc15fc" providerId="LiveId" clId="{AD1F0D63-CEEF-48F2-8198-EC5A51D66291}" dt="2020-08-19T19:51:38.846" v="1088" actId="1076"/>
          <ac:spMkLst>
            <pc:docMk/>
            <pc:sldMk cId="401545026" sldId="469"/>
            <ac:spMk id="17" creationId="{C9FC67D6-6A77-4B73-BEA9-260AB9E0B17C}"/>
          </ac:spMkLst>
        </pc:spChg>
        <pc:spChg chg="add">
          <ac:chgData name="Marco Sanches" userId="301bf0f768bc15fc" providerId="LiveId" clId="{AD1F0D63-CEEF-48F2-8198-EC5A51D66291}" dt="2020-08-19T19:51:17.664" v="1082" actId="22"/>
          <ac:spMkLst>
            <pc:docMk/>
            <pc:sldMk cId="401545026" sldId="469"/>
            <ac:spMk id="18" creationId="{88402FE6-9B4D-49F8-91EF-9840C7902894}"/>
          </ac:spMkLst>
        </pc:spChg>
        <pc:spChg chg="add mod">
          <ac:chgData name="Marco Sanches" userId="301bf0f768bc15fc" providerId="LiveId" clId="{AD1F0D63-CEEF-48F2-8198-EC5A51D66291}" dt="2020-08-19T19:53:06.732" v="1126" actId="1076"/>
          <ac:spMkLst>
            <pc:docMk/>
            <pc:sldMk cId="401545026" sldId="469"/>
            <ac:spMk id="20" creationId="{F8875CE2-BCC7-41AA-A65F-A1EC7F1CF1E7}"/>
          </ac:spMkLst>
        </pc:spChg>
        <pc:spChg chg="add mod">
          <ac:chgData name="Marco Sanches" userId="301bf0f768bc15fc" providerId="LiveId" clId="{AD1F0D63-CEEF-48F2-8198-EC5A51D66291}" dt="2020-08-19T19:53:03.158" v="1125" actId="1076"/>
          <ac:spMkLst>
            <pc:docMk/>
            <pc:sldMk cId="401545026" sldId="469"/>
            <ac:spMk id="21" creationId="{80522367-EF3B-4EDE-8A09-E16983755FC1}"/>
          </ac:spMkLst>
        </pc:spChg>
        <pc:spChg chg="add mod">
          <ac:chgData name="Marco Sanches" userId="301bf0f768bc15fc" providerId="LiveId" clId="{AD1F0D63-CEEF-48F2-8198-EC5A51D66291}" dt="2020-08-20T13:07:40.568" v="2655" actId="14861"/>
          <ac:spMkLst>
            <pc:docMk/>
            <pc:sldMk cId="401545026" sldId="469"/>
            <ac:spMk id="24" creationId="{345320EF-B4A4-41CE-8F5C-1EAFD06F0E7C}"/>
          </ac:spMkLst>
        </pc:spChg>
        <pc:grpChg chg="del">
          <ac:chgData name="Marco Sanches" userId="301bf0f768bc15fc" providerId="LiveId" clId="{AD1F0D63-CEEF-48F2-8198-EC5A51D66291}" dt="2020-08-19T19:46:32.806" v="954" actId="478"/>
          <ac:grpSpMkLst>
            <pc:docMk/>
            <pc:sldMk cId="401545026" sldId="469"/>
            <ac:grpSpMk id="11" creationId="{8725509B-F541-4444-88B9-2F3C78183EBE}"/>
          </ac:grpSpMkLst>
        </pc:grpChg>
        <pc:picChg chg="del">
          <ac:chgData name="Marco Sanches" userId="301bf0f768bc15fc" providerId="LiveId" clId="{AD1F0D63-CEEF-48F2-8198-EC5A51D66291}" dt="2020-08-19T19:46:33.880" v="955" actId="478"/>
          <ac:picMkLst>
            <pc:docMk/>
            <pc:sldMk cId="401545026" sldId="469"/>
            <ac:picMk id="6148" creationId="{50A77569-DB54-476D-9DCA-28A714EF41A5}"/>
          </ac:picMkLst>
        </pc:picChg>
        <pc:picChg chg="add mod">
          <ac:chgData name="Marco Sanches" userId="301bf0f768bc15fc" providerId="LiveId" clId="{AD1F0D63-CEEF-48F2-8198-EC5A51D66291}" dt="2020-08-19T19:52:39.495" v="1119" actId="1076"/>
          <ac:picMkLst>
            <pc:docMk/>
            <pc:sldMk cId="401545026" sldId="469"/>
            <ac:picMk id="7170" creationId="{93FF28D8-93D7-443D-A34A-59B3128E33E0}"/>
          </ac:picMkLst>
        </pc:picChg>
        <pc:picChg chg="add mod">
          <ac:chgData name="Marco Sanches" userId="301bf0f768bc15fc" providerId="LiveId" clId="{AD1F0D63-CEEF-48F2-8198-EC5A51D66291}" dt="2020-08-19T19:52:59.885" v="1124" actId="1076"/>
          <ac:picMkLst>
            <pc:docMk/>
            <pc:sldMk cId="401545026" sldId="469"/>
            <ac:picMk id="7172" creationId="{B981E442-7FD6-457C-9E6B-D2AF6A961BB2}"/>
          </ac:picMkLst>
        </pc:picChg>
      </pc:sldChg>
      <pc:sldChg chg="addSp delSp modSp add mod ord">
        <pc:chgData name="Marco Sanches" userId="301bf0f768bc15fc" providerId="LiveId" clId="{AD1F0D63-CEEF-48F2-8198-EC5A51D66291}" dt="2020-08-19T20:58:16.916" v="1216" actId="1076"/>
        <pc:sldMkLst>
          <pc:docMk/>
          <pc:sldMk cId="1748727675" sldId="470"/>
        </pc:sldMkLst>
        <pc:spChg chg="mod">
          <ac:chgData name="Marco Sanches" userId="301bf0f768bc15fc" providerId="LiveId" clId="{AD1F0D63-CEEF-48F2-8198-EC5A51D66291}" dt="2020-08-19T19:56:28.993" v="1161" actId="20577"/>
          <ac:spMkLst>
            <pc:docMk/>
            <pc:sldMk cId="1748727675" sldId="470"/>
            <ac:spMk id="2" creationId="{414298B5-57DB-48CF-898B-E1CDF856070D}"/>
          </ac:spMkLst>
        </pc:spChg>
        <pc:spChg chg="mod">
          <ac:chgData name="Marco Sanches" userId="301bf0f768bc15fc" providerId="LiveId" clId="{AD1F0D63-CEEF-48F2-8198-EC5A51D66291}" dt="2020-08-19T19:57:20.383" v="1176" actId="179"/>
          <ac:spMkLst>
            <pc:docMk/>
            <pc:sldMk cId="1748727675" sldId="470"/>
            <ac:spMk id="3" creationId="{A59A7E8B-8CB9-4865-A293-8F7FEF86DF3F}"/>
          </ac:spMkLst>
        </pc:spChg>
        <pc:grpChg chg="del">
          <ac:chgData name="Marco Sanches" userId="301bf0f768bc15fc" providerId="LiveId" clId="{AD1F0D63-CEEF-48F2-8198-EC5A51D66291}" dt="2020-08-19T19:56:36.468" v="1162" actId="478"/>
          <ac:grpSpMkLst>
            <pc:docMk/>
            <pc:sldMk cId="1748727675" sldId="470"/>
            <ac:grpSpMk id="19" creationId="{45026A9F-D1C6-4548-8CC9-A199F17DEA1A}"/>
          </ac:grpSpMkLst>
        </pc:grpChg>
        <pc:picChg chg="add mod">
          <ac:chgData name="Marco Sanches" userId="301bf0f768bc15fc" providerId="LiveId" clId="{AD1F0D63-CEEF-48F2-8198-EC5A51D66291}" dt="2020-08-19T20:58:16.916" v="1216" actId="1076"/>
          <ac:picMkLst>
            <pc:docMk/>
            <pc:sldMk cId="1748727675" sldId="470"/>
            <ac:picMk id="7" creationId="{26FCF0D3-77EC-43AF-B62D-1B66001DD93B}"/>
          </ac:picMkLst>
        </pc:picChg>
      </pc:sldChg>
      <pc:sldChg chg="addSp modSp add mod">
        <pc:chgData name="Marco Sanches" userId="301bf0f768bc15fc" providerId="LiveId" clId="{AD1F0D63-CEEF-48F2-8198-EC5A51D66291}" dt="2020-08-20T21:11:30.840" v="2769" actId="1076"/>
        <pc:sldMkLst>
          <pc:docMk/>
          <pc:sldMk cId="3891695666" sldId="471"/>
        </pc:sldMkLst>
        <pc:spChg chg="mod">
          <ac:chgData name="Marco Sanches" userId="301bf0f768bc15fc" providerId="LiveId" clId="{AD1F0D63-CEEF-48F2-8198-EC5A51D66291}" dt="2020-08-19T20:49:38.734" v="1195" actId="20577"/>
          <ac:spMkLst>
            <pc:docMk/>
            <pc:sldMk cId="3891695666" sldId="471"/>
            <ac:spMk id="2" creationId="{414298B5-57DB-48CF-898B-E1CDF856070D}"/>
          </ac:spMkLst>
        </pc:spChg>
        <pc:spChg chg="mod">
          <ac:chgData name="Marco Sanches" userId="301bf0f768bc15fc" providerId="LiveId" clId="{AD1F0D63-CEEF-48F2-8198-EC5A51D66291}" dt="2020-08-19T20:50:16.552" v="1204" actId="14100"/>
          <ac:spMkLst>
            <pc:docMk/>
            <pc:sldMk cId="3891695666" sldId="471"/>
            <ac:spMk id="3" creationId="{A59A7E8B-8CB9-4865-A293-8F7FEF86DF3F}"/>
          </ac:spMkLst>
        </pc:spChg>
        <pc:picChg chg="add mod">
          <ac:chgData name="Marco Sanches" userId="301bf0f768bc15fc" providerId="LiveId" clId="{AD1F0D63-CEEF-48F2-8198-EC5A51D66291}" dt="2020-08-20T21:11:30.840" v="2769" actId="1076"/>
          <ac:picMkLst>
            <pc:docMk/>
            <pc:sldMk cId="3891695666" sldId="471"/>
            <ac:picMk id="4" creationId="{501B8195-FE5D-47EA-8FB9-490C4D74ECF5}"/>
          </ac:picMkLst>
        </pc:picChg>
      </pc:sldChg>
      <pc:sldChg chg="delSp modSp add del mod">
        <pc:chgData name="Marco Sanches" userId="301bf0f768bc15fc" providerId="LiveId" clId="{AD1F0D63-CEEF-48F2-8198-EC5A51D66291}" dt="2020-08-19T20:48:40.396" v="1187" actId="2696"/>
        <pc:sldMkLst>
          <pc:docMk/>
          <pc:sldMk cId="4009921100" sldId="471"/>
        </pc:sldMkLst>
        <pc:spChg chg="mod">
          <ac:chgData name="Marco Sanches" userId="301bf0f768bc15fc" providerId="LiveId" clId="{AD1F0D63-CEEF-48F2-8198-EC5A51D66291}" dt="2020-08-19T20:47:53.950" v="1186" actId="20577"/>
          <ac:spMkLst>
            <pc:docMk/>
            <pc:sldMk cId="4009921100" sldId="471"/>
            <ac:spMk id="3" creationId="{A59A7E8B-8CB9-4865-A293-8F7FEF86DF3F}"/>
          </ac:spMkLst>
        </pc:spChg>
        <pc:spChg chg="del mod">
          <ac:chgData name="Marco Sanches" userId="301bf0f768bc15fc" providerId="LiveId" clId="{AD1F0D63-CEEF-48F2-8198-EC5A51D66291}" dt="2020-08-19T20:47:39.460" v="1180" actId="478"/>
          <ac:spMkLst>
            <pc:docMk/>
            <pc:sldMk cId="4009921100" sldId="471"/>
            <ac:spMk id="31" creationId="{4E9920C9-56B3-41E3-B7A6-B41175A0F341}"/>
          </ac:spMkLst>
        </pc:spChg>
        <pc:spChg chg="del mod">
          <ac:chgData name="Marco Sanches" userId="301bf0f768bc15fc" providerId="LiveId" clId="{AD1F0D63-CEEF-48F2-8198-EC5A51D66291}" dt="2020-08-19T20:47:41.167" v="1183" actId="478"/>
          <ac:spMkLst>
            <pc:docMk/>
            <pc:sldMk cId="4009921100" sldId="471"/>
            <ac:spMk id="32" creationId="{06275B7F-BCAD-4A1A-9DC1-8957C8CC0C4B}"/>
          </ac:spMkLst>
        </pc:spChg>
        <pc:picChg chg="del">
          <ac:chgData name="Marco Sanches" userId="301bf0f768bc15fc" providerId="LiveId" clId="{AD1F0D63-CEEF-48F2-8198-EC5A51D66291}" dt="2020-08-19T20:47:44.802" v="1184" actId="478"/>
          <ac:picMkLst>
            <pc:docMk/>
            <pc:sldMk cId="4009921100" sldId="471"/>
            <ac:picMk id="15" creationId="{5F603EBC-B07E-47E8-994A-9F15E35C85D2}"/>
          </ac:picMkLst>
        </pc:picChg>
        <pc:picChg chg="del">
          <ac:chgData name="Marco Sanches" userId="301bf0f768bc15fc" providerId="LiveId" clId="{AD1F0D63-CEEF-48F2-8198-EC5A51D66291}" dt="2020-08-19T20:47:45.455" v="1185" actId="478"/>
          <ac:picMkLst>
            <pc:docMk/>
            <pc:sldMk cId="4009921100" sldId="471"/>
            <ac:picMk id="27" creationId="{40FDE47B-8033-404C-954C-9DDBAE366AA5}"/>
          </ac:picMkLst>
        </pc:picChg>
        <pc:picChg chg="del">
          <ac:chgData name="Marco Sanches" userId="301bf0f768bc15fc" providerId="LiveId" clId="{AD1F0D63-CEEF-48F2-8198-EC5A51D66291}" dt="2020-08-19T20:47:37.509" v="1178" actId="478"/>
          <ac:picMkLst>
            <pc:docMk/>
            <pc:sldMk cId="4009921100" sldId="471"/>
            <ac:picMk id="5124" creationId="{828E6262-01E1-42C1-9CC5-08C119A2FCD8}"/>
          </ac:picMkLst>
        </pc:picChg>
        <pc:picChg chg="del">
          <ac:chgData name="Marco Sanches" userId="301bf0f768bc15fc" providerId="LiveId" clId="{AD1F0D63-CEEF-48F2-8198-EC5A51D66291}" dt="2020-08-19T20:47:39.927" v="1181" actId="478"/>
          <ac:picMkLst>
            <pc:docMk/>
            <pc:sldMk cId="4009921100" sldId="471"/>
            <ac:picMk id="5126" creationId="{34163A75-E592-4EE6-9275-F1C23CB1A58B}"/>
          </ac:picMkLst>
        </pc:picChg>
      </pc:sldChg>
      <pc:sldChg chg="addSp delSp modSp add mod">
        <pc:chgData name="Marco Sanches" userId="301bf0f768bc15fc" providerId="LiveId" clId="{AD1F0D63-CEEF-48F2-8198-EC5A51D66291}" dt="2020-08-19T21:03:03.108" v="1261" actId="1076"/>
        <pc:sldMkLst>
          <pc:docMk/>
          <pc:sldMk cId="922861715" sldId="472"/>
        </pc:sldMkLst>
        <pc:spChg chg="mod">
          <ac:chgData name="Marco Sanches" userId="301bf0f768bc15fc" providerId="LiveId" clId="{AD1F0D63-CEEF-48F2-8198-EC5A51D66291}" dt="2020-08-19T21:03:03.108" v="1261" actId="1076"/>
          <ac:spMkLst>
            <pc:docMk/>
            <pc:sldMk cId="922861715" sldId="472"/>
            <ac:spMk id="3" creationId="{A59A7E8B-8CB9-4865-A293-8F7FEF86DF3F}"/>
          </ac:spMkLst>
        </pc:spChg>
        <pc:spChg chg="add del mod">
          <ac:chgData name="Marco Sanches" userId="301bf0f768bc15fc" providerId="LiveId" clId="{AD1F0D63-CEEF-48F2-8198-EC5A51D66291}" dt="2020-08-19T21:00:52.086" v="1234" actId="478"/>
          <ac:spMkLst>
            <pc:docMk/>
            <pc:sldMk cId="922861715" sldId="472"/>
            <ac:spMk id="6" creationId="{A4BEBCE2-0B1C-413B-B48F-D7F683C472C6}"/>
          </ac:spMkLst>
        </pc:spChg>
        <pc:spChg chg="mod">
          <ac:chgData name="Marco Sanches" userId="301bf0f768bc15fc" providerId="LiveId" clId="{AD1F0D63-CEEF-48F2-8198-EC5A51D66291}" dt="2020-08-19T21:00:36.457" v="1230"/>
          <ac:spMkLst>
            <pc:docMk/>
            <pc:sldMk cId="922861715" sldId="472"/>
            <ac:spMk id="10" creationId="{46669818-CB76-4D44-B9E1-DB51E58287E1}"/>
          </ac:spMkLst>
        </pc:spChg>
        <pc:spChg chg="mod">
          <ac:chgData name="Marco Sanches" userId="301bf0f768bc15fc" providerId="LiveId" clId="{AD1F0D63-CEEF-48F2-8198-EC5A51D66291}" dt="2020-08-19T21:01:15.584" v="1240" actId="20577"/>
          <ac:spMkLst>
            <pc:docMk/>
            <pc:sldMk cId="922861715" sldId="472"/>
            <ac:spMk id="11" creationId="{2BFAFC9B-6E5E-4810-9EFA-95109D6003B1}"/>
          </ac:spMkLst>
        </pc:spChg>
        <pc:grpChg chg="add mod">
          <ac:chgData name="Marco Sanches" userId="301bf0f768bc15fc" providerId="LiveId" clId="{AD1F0D63-CEEF-48F2-8198-EC5A51D66291}" dt="2020-08-19T21:01:26.712" v="1243" actId="1076"/>
          <ac:grpSpMkLst>
            <pc:docMk/>
            <pc:sldMk cId="922861715" sldId="472"/>
            <ac:grpSpMk id="7" creationId="{883BD64C-81A2-4C30-91C6-2DE8D442D2E6}"/>
          </ac:grpSpMkLst>
        </pc:grpChg>
        <pc:grpChg chg="mod">
          <ac:chgData name="Marco Sanches" userId="301bf0f768bc15fc" providerId="LiveId" clId="{AD1F0D63-CEEF-48F2-8198-EC5A51D66291}" dt="2020-08-19T21:00:36.457" v="1230"/>
          <ac:grpSpMkLst>
            <pc:docMk/>
            <pc:sldMk cId="922861715" sldId="472"/>
            <ac:grpSpMk id="8" creationId="{6487FD20-736F-4555-A336-EB7C536CB536}"/>
          </ac:grpSpMkLst>
        </pc:grpChg>
        <pc:picChg chg="del">
          <ac:chgData name="Marco Sanches" userId="301bf0f768bc15fc" providerId="LiveId" clId="{AD1F0D63-CEEF-48F2-8198-EC5A51D66291}" dt="2020-08-19T20:59:06.956" v="1218" actId="478"/>
          <ac:picMkLst>
            <pc:docMk/>
            <pc:sldMk cId="922861715" sldId="472"/>
            <ac:picMk id="4" creationId="{501B8195-FE5D-47EA-8FB9-490C4D74ECF5}"/>
          </ac:picMkLst>
        </pc:picChg>
        <pc:picChg chg="mod">
          <ac:chgData name="Marco Sanches" userId="301bf0f768bc15fc" providerId="LiveId" clId="{AD1F0D63-CEEF-48F2-8198-EC5A51D66291}" dt="2020-08-19T21:01:51.974" v="1248" actId="1076"/>
          <ac:picMkLst>
            <pc:docMk/>
            <pc:sldMk cId="922861715" sldId="472"/>
            <ac:picMk id="9" creationId="{B531E7CD-5945-4607-B833-001F650ED984}"/>
          </ac:picMkLst>
        </pc:picChg>
      </pc:sldChg>
      <pc:sldChg chg="addSp delSp modSp add mod">
        <pc:chgData name="Marco Sanches" userId="301bf0f768bc15fc" providerId="LiveId" clId="{AD1F0D63-CEEF-48F2-8198-EC5A51D66291}" dt="2020-08-19T21:04:40.439" v="1290" actId="20577"/>
        <pc:sldMkLst>
          <pc:docMk/>
          <pc:sldMk cId="1725870178" sldId="473"/>
        </pc:sldMkLst>
        <pc:spChg chg="del">
          <ac:chgData name="Marco Sanches" userId="301bf0f768bc15fc" providerId="LiveId" clId="{AD1F0D63-CEEF-48F2-8198-EC5A51D66291}" dt="2020-08-19T21:03:09.541" v="1263" actId="478"/>
          <ac:spMkLst>
            <pc:docMk/>
            <pc:sldMk cId="1725870178" sldId="473"/>
            <ac:spMk id="3" creationId="{A59A7E8B-8CB9-4865-A293-8F7FEF86DF3F}"/>
          </ac:spMkLst>
        </pc:spChg>
        <pc:spChg chg="add del mod">
          <ac:chgData name="Marco Sanches" userId="301bf0f768bc15fc" providerId="LiveId" clId="{AD1F0D63-CEEF-48F2-8198-EC5A51D66291}" dt="2020-08-19T21:03:18.198" v="1264" actId="478"/>
          <ac:spMkLst>
            <pc:docMk/>
            <pc:sldMk cId="1725870178" sldId="473"/>
            <ac:spMk id="5" creationId="{5D6419AD-B3E4-4D55-A8C5-A52B67C92C5A}"/>
          </ac:spMkLst>
        </pc:spChg>
        <pc:spChg chg="add mod">
          <ac:chgData name="Marco Sanches" userId="301bf0f768bc15fc" providerId="LiveId" clId="{AD1F0D63-CEEF-48F2-8198-EC5A51D66291}" dt="2020-08-19T21:04:34.672" v="1287" actId="14100"/>
          <ac:spMkLst>
            <pc:docMk/>
            <pc:sldMk cId="1725870178" sldId="473"/>
            <ac:spMk id="6" creationId="{4EB5284D-EE1B-47EA-8020-DEA3CBB2370F}"/>
          </ac:spMkLst>
        </pc:spChg>
        <pc:spChg chg="add mod">
          <ac:chgData name="Marco Sanches" userId="301bf0f768bc15fc" providerId="LiveId" clId="{AD1F0D63-CEEF-48F2-8198-EC5A51D66291}" dt="2020-08-19T21:04:28.772" v="1286" actId="1076"/>
          <ac:spMkLst>
            <pc:docMk/>
            <pc:sldMk cId="1725870178" sldId="473"/>
            <ac:spMk id="14" creationId="{CCA2F204-F4C2-4BD3-AAE5-E9854ABC63CB}"/>
          </ac:spMkLst>
        </pc:spChg>
        <pc:graphicFrameChg chg="add mod modGraphic">
          <ac:chgData name="Marco Sanches" userId="301bf0f768bc15fc" providerId="LiveId" clId="{AD1F0D63-CEEF-48F2-8198-EC5A51D66291}" dt="2020-08-19T21:04:40.439" v="1290" actId="20577"/>
          <ac:graphicFrameMkLst>
            <pc:docMk/>
            <pc:sldMk cId="1725870178" sldId="473"/>
            <ac:graphicFrameMk id="16" creationId="{D4CBF19F-8AAB-4510-A978-23EBB1DB81E8}"/>
          </ac:graphicFrameMkLst>
        </pc:graphicFrameChg>
      </pc:sldChg>
      <pc:sldChg chg="addSp delSp modSp add mod">
        <pc:chgData name="Marco Sanches" userId="301bf0f768bc15fc" providerId="LiveId" clId="{AD1F0D63-CEEF-48F2-8198-EC5A51D66291}" dt="2020-08-19T21:10:33.179" v="1462" actId="1076"/>
        <pc:sldMkLst>
          <pc:docMk/>
          <pc:sldMk cId="2312632231" sldId="474"/>
        </pc:sldMkLst>
        <pc:spChg chg="add mod">
          <ac:chgData name="Marco Sanches" userId="301bf0f768bc15fc" providerId="LiveId" clId="{AD1F0D63-CEEF-48F2-8198-EC5A51D66291}" dt="2020-08-19T21:05:39.730" v="1305" actId="1076"/>
          <ac:spMkLst>
            <pc:docMk/>
            <pc:sldMk cId="2312632231" sldId="474"/>
            <ac:spMk id="3" creationId="{B0C175D6-D093-4F54-A8E5-EFE871D99F55}"/>
          </ac:spMkLst>
        </pc:spChg>
        <pc:spChg chg="mod">
          <ac:chgData name="Marco Sanches" userId="301bf0f768bc15fc" providerId="LiveId" clId="{AD1F0D63-CEEF-48F2-8198-EC5A51D66291}" dt="2020-08-19T21:10:33.179" v="1462" actId="1076"/>
          <ac:spMkLst>
            <pc:docMk/>
            <pc:sldMk cId="2312632231" sldId="474"/>
            <ac:spMk id="6" creationId="{4EB5284D-EE1B-47EA-8020-DEA3CBB2370F}"/>
          </ac:spMkLst>
        </pc:spChg>
        <pc:spChg chg="del">
          <ac:chgData name="Marco Sanches" userId="301bf0f768bc15fc" providerId="LiveId" clId="{AD1F0D63-CEEF-48F2-8198-EC5A51D66291}" dt="2020-08-19T21:05:07.239" v="1292" actId="478"/>
          <ac:spMkLst>
            <pc:docMk/>
            <pc:sldMk cId="2312632231" sldId="474"/>
            <ac:spMk id="11" creationId="{2BFAFC9B-6E5E-4810-9EFA-95109D6003B1}"/>
          </ac:spMkLst>
        </pc:spChg>
        <pc:spChg chg="mod">
          <ac:chgData name="Marco Sanches" userId="301bf0f768bc15fc" providerId="LiveId" clId="{AD1F0D63-CEEF-48F2-8198-EC5A51D66291}" dt="2020-08-19T21:10:27.384" v="1461" actId="1076"/>
          <ac:spMkLst>
            <pc:docMk/>
            <pc:sldMk cId="2312632231" sldId="474"/>
            <ac:spMk id="14" creationId="{CCA2F204-F4C2-4BD3-AAE5-E9854ABC63CB}"/>
          </ac:spMkLst>
        </pc:spChg>
        <pc:spChg chg="add mod">
          <ac:chgData name="Marco Sanches" userId="301bf0f768bc15fc" providerId="LiveId" clId="{AD1F0D63-CEEF-48F2-8198-EC5A51D66291}" dt="2020-08-19T21:10:19.777" v="1460" actId="1076"/>
          <ac:spMkLst>
            <pc:docMk/>
            <pc:sldMk cId="2312632231" sldId="474"/>
            <ac:spMk id="23" creationId="{55E8464C-E0F7-4B04-81F1-BCF1FE454302}"/>
          </ac:spMkLst>
        </pc:spChg>
        <pc:spChg chg="add mod">
          <ac:chgData name="Marco Sanches" userId="301bf0f768bc15fc" providerId="LiveId" clId="{AD1F0D63-CEEF-48F2-8198-EC5A51D66291}" dt="2020-08-19T21:08:57.869" v="1426" actId="571"/>
          <ac:spMkLst>
            <pc:docMk/>
            <pc:sldMk cId="2312632231" sldId="474"/>
            <ac:spMk id="24" creationId="{82869A48-087A-46CA-97E7-315A0AFF89B4}"/>
          </ac:spMkLst>
        </pc:spChg>
        <pc:spChg chg="add mod">
          <ac:chgData name="Marco Sanches" userId="301bf0f768bc15fc" providerId="LiveId" clId="{AD1F0D63-CEEF-48F2-8198-EC5A51D66291}" dt="2020-08-19T21:10:16.584" v="1459" actId="1076"/>
          <ac:spMkLst>
            <pc:docMk/>
            <pc:sldMk cId="2312632231" sldId="474"/>
            <ac:spMk id="25" creationId="{64F86918-CB1A-41ED-8755-85E51CD44122}"/>
          </ac:spMkLst>
        </pc:spChg>
        <pc:spChg chg="add mod">
          <ac:chgData name="Marco Sanches" userId="301bf0f768bc15fc" providerId="LiveId" clId="{AD1F0D63-CEEF-48F2-8198-EC5A51D66291}" dt="2020-08-19T21:09:35.755" v="1450" actId="1076"/>
          <ac:spMkLst>
            <pc:docMk/>
            <pc:sldMk cId="2312632231" sldId="474"/>
            <ac:spMk id="26" creationId="{7A635D59-489D-40F0-B8ED-F6EA160F0996}"/>
          </ac:spMkLst>
        </pc:spChg>
        <pc:grpChg chg="del">
          <ac:chgData name="Marco Sanches" userId="301bf0f768bc15fc" providerId="LiveId" clId="{AD1F0D63-CEEF-48F2-8198-EC5A51D66291}" dt="2020-08-19T21:05:09.068" v="1293" actId="478"/>
          <ac:grpSpMkLst>
            <pc:docMk/>
            <pc:sldMk cId="2312632231" sldId="474"/>
            <ac:grpSpMk id="7" creationId="{883BD64C-81A2-4C30-91C6-2DE8D442D2E6}"/>
          </ac:grpSpMkLst>
        </pc:grpChg>
        <pc:grpChg chg="del">
          <ac:chgData name="Marco Sanches" userId="301bf0f768bc15fc" providerId="LiveId" clId="{AD1F0D63-CEEF-48F2-8198-EC5A51D66291}" dt="2020-08-19T21:05:07.239" v="1292" actId="478"/>
          <ac:grpSpMkLst>
            <pc:docMk/>
            <pc:sldMk cId="2312632231" sldId="474"/>
            <ac:grpSpMk id="8" creationId="{6487FD20-736F-4555-A336-EB7C536CB536}"/>
          </ac:grpSpMkLst>
        </pc:grpChg>
        <pc:graphicFrameChg chg="mod ord modGraphic">
          <ac:chgData name="Marco Sanches" userId="301bf0f768bc15fc" providerId="LiveId" clId="{AD1F0D63-CEEF-48F2-8198-EC5A51D66291}" dt="2020-08-19T21:10:06.021" v="1455" actId="207"/>
          <ac:graphicFrameMkLst>
            <pc:docMk/>
            <pc:sldMk cId="2312632231" sldId="474"/>
            <ac:graphicFrameMk id="16" creationId="{D4CBF19F-8AAB-4510-A978-23EBB1DB81E8}"/>
          </ac:graphicFrameMkLst>
        </pc:graphicFrameChg>
        <pc:picChg chg="add del mod">
          <ac:chgData name="Marco Sanches" userId="301bf0f768bc15fc" providerId="LiveId" clId="{AD1F0D63-CEEF-48F2-8198-EC5A51D66291}" dt="2020-08-19T21:08:25.910" v="1398" actId="478"/>
          <ac:picMkLst>
            <pc:docMk/>
            <pc:sldMk cId="2312632231" sldId="474"/>
            <ac:picMk id="5" creationId="{64CC066D-3B7A-4589-A0D5-3A1FAD6C40EC}"/>
          </ac:picMkLst>
        </pc:picChg>
        <pc:picChg chg="add mod">
          <ac:chgData name="Marco Sanches" userId="301bf0f768bc15fc" providerId="LiveId" clId="{AD1F0D63-CEEF-48F2-8198-EC5A51D66291}" dt="2020-08-19T21:10:08.776" v="1456" actId="1076"/>
          <ac:picMkLst>
            <pc:docMk/>
            <pc:sldMk cId="2312632231" sldId="474"/>
            <ac:picMk id="15" creationId="{E26BC0EF-3877-4D46-A8CF-9AE7A8E1CC48}"/>
          </ac:picMkLst>
        </pc:picChg>
        <pc:picChg chg="add mod">
          <ac:chgData name="Marco Sanches" userId="301bf0f768bc15fc" providerId="LiveId" clId="{AD1F0D63-CEEF-48F2-8198-EC5A51D66291}" dt="2020-08-19T21:10:13.927" v="1458" actId="1076"/>
          <ac:picMkLst>
            <pc:docMk/>
            <pc:sldMk cId="2312632231" sldId="474"/>
            <ac:picMk id="18" creationId="{3C57F058-922B-4EDE-9C52-552B8839BDA8}"/>
          </ac:picMkLst>
        </pc:picChg>
        <pc:picChg chg="add del mod">
          <ac:chgData name="Marco Sanches" userId="301bf0f768bc15fc" providerId="LiveId" clId="{AD1F0D63-CEEF-48F2-8198-EC5A51D66291}" dt="2020-08-19T21:08:26.837" v="1399" actId="478"/>
          <ac:picMkLst>
            <pc:docMk/>
            <pc:sldMk cId="2312632231" sldId="474"/>
            <ac:picMk id="20" creationId="{43FC8DA0-4C39-42DE-90F4-15A5B71EB95F}"/>
          </ac:picMkLst>
        </pc:picChg>
        <pc:picChg chg="add mod ord">
          <ac:chgData name="Marco Sanches" userId="301bf0f768bc15fc" providerId="LiveId" clId="{AD1F0D63-CEEF-48F2-8198-EC5A51D66291}" dt="2020-08-19T21:09:51.848" v="1453" actId="167"/>
          <ac:picMkLst>
            <pc:docMk/>
            <pc:sldMk cId="2312632231" sldId="474"/>
            <ac:picMk id="21" creationId="{045D1F31-7BCC-46A6-AE87-7BE8E15E7CA9}"/>
          </ac:picMkLst>
        </pc:picChg>
      </pc:sldChg>
      <pc:sldChg chg="addSp delSp modSp add mod ord">
        <pc:chgData name="Marco Sanches" userId="301bf0f768bc15fc" providerId="LiveId" clId="{AD1F0D63-CEEF-48F2-8198-EC5A51D66291}" dt="2020-08-20T10:39:57.228" v="2005" actId="167"/>
        <pc:sldMkLst>
          <pc:docMk/>
          <pc:sldMk cId="118439225" sldId="475"/>
        </pc:sldMkLst>
        <pc:spChg chg="mod">
          <ac:chgData name="Marco Sanches" userId="301bf0f768bc15fc" providerId="LiveId" clId="{AD1F0D63-CEEF-48F2-8198-EC5A51D66291}" dt="2020-08-19T21:11:02.551" v="1485" actId="20577"/>
          <ac:spMkLst>
            <pc:docMk/>
            <pc:sldMk cId="118439225" sldId="475"/>
            <ac:spMk id="2" creationId="{414298B5-57DB-48CF-898B-E1CDF856070D}"/>
          </ac:spMkLst>
        </pc:spChg>
        <pc:spChg chg="add mod ord">
          <ac:chgData name="Marco Sanches" userId="301bf0f768bc15fc" providerId="LiveId" clId="{AD1F0D63-CEEF-48F2-8198-EC5A51D66291}" dt="2020-08-20T10:39:52.017" v="2004" actId="164"/>
          <ac:spMkLst>
            <pc:docMk/>
            <pc:sldMk cId="118439225" sldId="475"/>
            <ac:spMk id="4" creationId="{74144492-AE74-45C6-807B-176342249782}"/>
          </ac:spMkLst>
        </pc:spChg>
        <pc:spChg chg="add mod">
          <ac:chgData name="Marco Sanches" userId="301bf0f768bc15fc" providerId="LiveId" clId="{AD1F0D63-CEEF-48F2-8198-EC5A51D66291}" dt="2020-08-19T21:14:40.275" v="1514" actId="1076"/>
          <ac:spMkLst>
            <pc:docMk/>
            <pc:sldMk cId="118439225" sldId="475"/>
            <ac:spMk id="5" creationId="{747E0923-2807-4F61-96D5-D80F94476B64}"/>
          </ac:spMkLst>
        </pc:spChg>
        <pc:spChg chg="del">
          <ac:chgData name="Marco Sanches" userId="301bf0f768bc15fc" providerId="LiveId" clId="{AD1F0D63-CEEF-48F2-8198-EC5A51D66291}" dt="2020-08-19T21:12:33.930" v="1489" actId="478"/>
          <ac:spMkLst>
            <pc:docMk/>
            <pc:sldMk cId="118439225" sldId="475"/>
            <ac:spMk id="6" creationId="{4EB5284D-EE1B-47EA-8020-DEA3CBB2370F}"/>
          </ac:spMkLst>
        </pc:spChg>
        <pc:spChg chg="add mod">
          <ac:chgData name="Marco Sanches" userId="301bf0f768bc15fc" providerId="LiveId" clId="{AD1F0D63-CEEF-48F2-8198-EC5A51D66291}" dt="2020-08-19T21:13:16.078" v="1498" actId="948"/>
          <ac:spMkLst>
            <pc:docMk/>
            <pc:sldMk cId="118439225" sldId="475"/>
            <ac:spMk id="12" creationId="{338C36C4-8587-41E7-83A2-115599AA6388}"/>
          </ac:spMkLst>
        </pc:spChg>
        <pc:spChg chg="mod">
          <ac:chgData name="Marco Sanches" userId="301bf0f768bc15fc" providerId="LiveId" clId="{AD1F0D63-CEEF-48F2-8198-EC5A51D66291}" dt="2020-08-19T21:11:13.785" v="1488" actId="1076"/>
          <ac:spMkLst>
            <pc:docMk/>
            <pc:sldMk cId="118439225" sldId="475"/>
            <ac:spMk id="14" creationId="{CCA2F204-F4C2-4BD3-AAE5-E9854ABC63CB}"/>
          </ac:spMkLst>
        </pc:spChg>
        <pc:spChg chg="add mod">
          <ac:chgData name="Marco Sanches" userId="301bf0f768bc15fc" providerId="LiveId" clId="{AD1F0D63-CEEF-48F2-8198-EC5A51D66291}" dt="2020-08-19T21:14:29.490" v="1511" actId="688"/>
          <ac:spMkLst>
            <pc:docMk/>
            <pc:sldMk cId="118439225" sldId="475"/>
            <ac:spMk id="17" creationId="{1971C053-507C-4072-959C-7DF05D5EE9CF}"/>
          </ac:spMkLst>
        </pc:spChg>
        <pc:spChg chg="add mod">
          <ac:chgData name="Marco Sanches" userId="301bf0f768bc15fc" providerId="LiveId" clId="{AD1F0D63-CEEF-48F2-8198-EC5A51D66291}" dt="2020-08-19T21:15:35.065" v="1527" actId="1076"/>
          <ac:spMkLst>
            <pc:docMk/>
            <pc:sldMk cId="118439225" sldId="475"/>
            <ac:spMk id="18" creationId="{46D641AF-EC6F-45AA-9803-1B4F82566532}"/>
          </ac:spMkLst>
        </pc:spChg>
        <pc:spChg chg="add mod">
          <ac:chgData name="Marco Sanches" userId="301bf0f768bc15fc" providerId="LiveId" clId="{AD1F0D63-CEEF-48F2-8198-EC5A51D66291}" dt="2020-08-20T10:39:52.017" v="2004" actId="164"/>
          <ac:spMkLst>
            <pc:docMk/>
            <pc:sldMk cId="118439225" sldId="475"/>
            <ac:spMk id="24" creationId="{58F82F81-DBAD-4D3E-9ECE-8D6E357BC4E3}"/>
          </ac:spMkLst>
        </pc:spChg>
        <pc:grpChg chg="del">
          <ac:chgData name="Marco Sanches" userId="301bf0f768bc15fc" providerId="LiveId" clId="{AD1F0D63-CEEF-48F2-8198-EC5A51D66291}" dt="2020-08-19T21:11:06.627" v="1486" actId="478"/>
          <ac:grpSpMkLst>
            <pc:docMk/>
            <pc:sldMk cId="118439225" sldId="475"/>
            <ac:grpSpMk id="7" creationId="{883BD64C-81A2-4C30-91C6-2DE8D442D2E6}"/>
          </ac:grpSpMkLst>
        </pc:grpChg>
        <pc:grpChg chg="add mod ord">
          <ac:chgData name="Marco Sanches" userId="301bf0f768bc15fc" providerId="LiveId" clId="{AD1F0D63-CEEF-48F2-8198-EC5A51D66291}" dt="2020-08-20T10:39:57.228" v="2005" actId="167"/>
          <ac:grpSpMkLst>
            <pc:docMk/>
            <pc:sldMk cId="118439225" sldId="475"/>
            <ac:grpSpMk id="25" creationId="{1873ED65-6D8C-4740-B680-20BF245C86E9}"/>
          </ac:grpSpMkLst>
        </pc:grpChg>
        <pc:graphicFrameChg chg="mod">
          <ac:chgData name="Marco Sanches" userId="301bf0f768bc15fc" providerId="LiveId" clId="{AD1F0D63-CEEF-48F2-8198-EC5A51D66291}" dt="2020-08-19T21:11:10.942" v="1487" actId="1076"/>
          <ac:graphicFrameMkLst>
            <pc:docMk/>
            <pc:sldMk cId="118439225" sldId="475"/>
            <ac:graphicFrameMk id="16" creationId="{D4CBF19F-8AAB-4510-A978-23EBB1DB81E8}"/>
          </ac:graphicFrameMkLst>
        </pc:graphicFrameChg>
        <pc:picChg chg="add del mod">
          <ac:chgData name="Marco Sanches" userId="301bf0f768bc15fc" providerId="LiveId" clId="{AD1F0D63-CEEF-48F2-8198-EC5A51D66291}" dt="2020-08-19T21:15:40.793" v="1529" actId="478"/>
          <ac:picMkLst>
            <pc:docMk/>
            <pc:sldMk cId="118439225" sldId="475"/>
            <ac:picMk id="20" creationId="{0B5AA9DD-555D-4D78-8F90-3147E5B1471F}"/>
          </ac:picMkLst>
        </pc:picChg>
        <pc:picChg chg="add mod">
          <ac:chgData name="Marco Sanches" userId="301bf0f768bc15fc" providerId="LiveId" clId="{AD1F0D63-CEEF-48F2-8198-EC5A51D66291}" dt="2020-08-19T21:15:51.966" v="1531" actId="1076"/>
          <ac:picMkLst>
            <pc:docMk/>
            <pc:sldMk cId="118439225" sldId="475"/>
            <ac:picMk id="22" creationId="{61A2399E-B574-4970-A563-3F0E915FA271}"/>
          </ac:picMkLst>
        </pc:picChg>
      </pc:sldChg>
      <pc:sldChg chg="addSp delSp modSp add mod ord">
        <pc:chgData name="Marco Sanches" userId="301bf0f768bc15fc" providerId="LiveId" clId="{AD1F0D63-CEEF-48F2-8198-EC5A51D66291}" dt="2020-08-20T10:40:43.533" v="2015" actId="1037"/>
        <pc:sldMkLst>
          <pc:docMk/>
          <pc:sldMk cId="812971124" sldId="476"/>
        </pc:sldMkLst>
        <pc:spChg chg="mod">
          <ac:chgData name="Marco Sanches" userId="301bf0f768bc15fc" providerId="LiveId" clId="{AD1F0D63-CEEF-48F2-8198-EC5A51D66291}" dt="2020-08-19T21:16:52.578" v="1536" actId="6549"/>
          <ac:spMkLst>
            <pc:docMk/>
            <pc:sldMk cId="812971124" sldId="476"/>
            <ac:spMk id="2" creationId="{414298B5-57DB-48CF-898B-E1CDF856070D}"/>
          </ac:spMkLst>
        </pc:spChg>
        <pc:spChg chg="del">
          <ac:chgData name="Marco Sanches" userId="301bf0f768bc15fc" providerId="LiveId" clId="{AD1F0D63-CEEF-48F2-8198-EC5A51D66291}" dt="2020-08-19T21:16:48.986" v="1535" actId="478"/>
          <ac:spMkLst>
            <pc:docMk/>
            <pc:sldMk cId="812971124" sldId="476"/>
            <ac:spMk id="3" creationId="{B0C175D6-D093-4F54-A8E5-EFE871D99F55}"/>
          </ac:spMkLst>
        </pc:spChg>
        <pc:spChg chg="del">
          <ac:chgData name="Marco Sanches" userId="301bf0f768bc15fc" providerId="LiveId" clId="{AD1F0D63-CEEF-48F2-8198-EC5A51D66291}" dt="2020-08-19T21:17:06.701" v="1541" actId="478"/>
          <ac:spMkLst>
            <pc:docMk/>
            <pc:sldMk cId="812971124" sldId="476"/>
            <ac:spMk id="6" creationId="{4EB5284D-EE1B-47EA-8020-DEA3CBB2370F}"/>
          </ac:spMkLst>
        </pc:spChg>
        <pc:spChg chg="add del">
          <ac:chgData name="Marco Sanches" userId="301bf0f768bc15fc" providerId="LiveId" clId="{AD1F0D63-CEEF-48F2-8198-EC5A51D66291}" dt="2020-08-19T21:22:13.993" v="1589" actId="22"/>
          <ac:spMkLst>
            <pc:docMk/>
            <pc:sldMk cId="812971124" sldId="476"/>
            <ac:spMk id="8" creationId="{02451B9C-288D-43E3-AA7C-E824CACFEF38}"/>
          </ac:spMkLst>
        </pc:spChg>
        <pc:spChg chg="add mod">
          <ac:chgData name="Marco Sanches" userId="301bf0f768bc15fc" providerId="LiveId" clId="{AD1F0D63-CEEF-48F2-8198-EC5A51D66291}" dt="2020-08-19T21:25:40.243" v="1759" actId="164"/>
          <ac:spMkLst>
            <pc:docMk/>
            <pc:sldMk cId="812971124" sldId="476"/>
            <ac:spMk id="9" creationId="{9EC6D976-AEE8-4CCC-9A4C-E8E79E83D65B}"/>
          </ac:spMkLst>
        </pc:spChg>
        <pc:spChg chg="add mod">
          <ac:chgData name="Marco Sanches" userId="301bf0f768bc15fc" providerId="LiveId" clId="{AD1F0D63-CEEF-48F2-8198-EC5A51D66291}" dt="2020-08-19T21:25:40.243" v="1759" actId="164"/>
          <ac:spMkLst>
            <pc:docMk/>
            <pc:sldMk cId="812971124" sldId="476"/>
            <ac:spMk id="10" creationId="{5B58AFB0-F041-4F93-8408-2BFF6266AF5A}"/>
          </ac:spMkLst>
        </pc:spChg>
        <pc:spChg chg="add mod">
          <ac:chgData name="Marco Sanches" userId="301bf0f768bc15fc" providerId="LiveId" clId="{AD1F0D63-CEEF-48F2-8198-EC5A51D66291}" dt="2020-08-19T21:26:55.182" v="1777" actId="1076"/>
          <ac:spMkLst>
            <pc:docMk/>
            <pc:sldMk cId="812971124" sldId="476"/>
            <ac:spMk id="12" creationId="{F79FA3F3-D8BB-4DAD-9A53-707A7671076C}"/>
          </ac:spMkLst>
        </pc:spChg>
        <pc:spChg chg="add mod">
          <ac:chgData name="Marco Sanches" userId="301bf0f768bc15fc" providerId="LiveId" clId="{AD1F0D63-CEEF-48F2-8198-EC5A51D66291}" dt="2020-08-20T10:40:43.533" v="2015" actId="1037"/>
          <ac:spMkLst>
            <pc:docMk/>
            <pc:sldMk cId="812971124" sldId="476"/>
            <ac:spMk id="13" creationId="{D9FB9AEB-F466-4E1E-A9DF-E2361C75A130}"/>
          </ac:spMkLst>
        </pc:spChg>
        <pc:spChg chg="del">
          <ac:chgData name="Marco Sanches" userId="301bf0f768bc15fc" providerId="LiveId" clId="{AD1F0D63-CEEF-48F2-8198-EC5A51D66291}" dt="2020-08-19T21:17:05.051" v="1540" actId="478"/>
          <ac:spMkLst>
            <pc:docMk/>
            <pc:sldMk cId="812971124" sldId="476"/>
            <ac:spMk id="14" creationId="{CCA2F204-F4C2-4BD3-AAE5-E9854ABC63CB}"/>
          </ac:spMkLst>
        </pc:spChg>
        <pc:spChg chg="add del mod">
          <ac:chgData name="Marco Sanches" userId="301bf0f768bc15fc" providerId="LiveId" clId="{AD1F0D63-CEEF-48F2-8198-EC5A51D66291}" dt="2020-08-19T21:26:52.575" v="1776" actId="1076"/>
          <ac:spMkLst>
            <pc:docMk/>
            <pc:sldMk cId="812971124" sldId="476"/>
            <ac:spMk id="23" creationId="{55E8464C-E0F7-4B04-81F1-BCF1FE454302}"/>
          </ac:spMkLst>
        </pc:spChg>
        <pc:spChg chg="del">
          <ac:chgData name="Marco Sanches" userId="301bf0f768bc15fc" providerId="LiveId" clId="{AD1F0D63-CEEF-48F2-8198-EC5A51D66291}" dt="2020-08-19T21:17:08.599" v="1542" actId="478"/>
          <ac:spMkLst>
            <pc:docMk/>
            <pc:sldMk cId="812971124" sldId="476"/>
            <ac:spMk id="25" creationId="{64F86918-CB1A-41ED-8755-85E51CD44122}"/>
          </ac:spMkLst>
        </pc:spChg>
        <pc:spChg chg="del">
          <ac:chgData name="Marco Sanches" userId="301bf0f768bc15fc" providerId="LiveId" clId="{AD1F0D63-CEEF-48F2-8198-EC5A51D66291}" dt="2020-08-19T21:17:12.452" v="1544" actId="478"/>
          <ac:spMkLst>
            <pc:docMk/>
            <pc:sldMk cId="812971124" sldId="476"/>
            <ac:spMk id="26" creationId="{7A635D59-489D-40F0-B8ED-F6EA160F0996}"/>
          </ac:spMkLst>
        </pc:spChg>
        <pc:spChg chg="add mod">
          <ac:chgData name="Marco Sanches" userId="301bf0f768bc15fc" providerId="LiveId" clId="{AD1F0D63-CEEF-48F2-8198-EC5A51D66291}" dt="2020-08-19T21:27:02.120" v="1779" actId="20577"/>
          <ac:spMkLst>
            <pc:docMk/>
            <pc:sldMk cId="812971124" sldId="476"/>
            <ac:spMk id="27" creationId="{186BF09D-41A9-45DE-85A0-A0FEFBA78FAE}"/>
          </ac:spMkLst>
        </pc:spChg>
        <pc:spChg chg="add mod">
          <ac:chgData name="Marco Sanches" userId="301bf0f768bc15fc" providerId="LiveId" clId="{AD1F0D63-CEEF-48F2-8198-EC5A51D66291}" dt="2020-08-19T21:27:09.864" v="1781" actId="20577"/>
          <ac:spMkLst>
            <pc:docMk/>
            <pc:sldMk cId="812971124" sldId="476"/>
            <ac:spMk id="28" creationId="{9FE3BD50-6164-43A4-8A4B-FA928A223A58}"/>
          </ac:spMkLst>
        </pc:spChg>
        <pc:grpChg chg="add mod">
          <ac:chgData name="Marco Sanches" userId="301bf0f768bc15fc" providerId="LiveId" clId="{AD1F0D63-CEEF-48F2-8198-EC5A51D66291}" dt="2020-08-20T10:40:18.378" v="2010" actId="164"/>
          <ac:grpSpMkLst>
            <pc:docMk/>
            <pc:sldMk cId="812971124" sldId="476"/>
            <ac:grpSpMk id="11" creationId="{F6C79497-7FD4-4244-A95C-FBE1A749573A}"/>
          </ac:grpSpMkLst>
        </pc:grpChg>
        <pc:grpChg chg="add mod">
          <ac:chgData name="Marco Sanches" userId="301bf0f768bc15fc" providerId="LiveId" clId="{AD1F0D63-CEEF-48F2-8198-EC5A51D66291}" dt="2020-08-20T10:40:18.378" v="2010" actId="164"/>
          <ac:grpSpMkLst>
            <pc:docMk/>
            <pc:sldMk cId="812971124" sldId="476"/>
            <ac:grpSpMk id="30" creationId="{DBF93649-EDB3-4C99-B7D7-24DBB58E2A6F}"/>
          </ac:grpSpMkLst>
        </pc:grpChg>
        <pc:graphicFrameChg chg="mod modGraphic">
          <ac:chgData name="Marco Sanches" userId="301bf0f768bc15fc" providerId="LiveId" clId="{AD1F0D63-CEEF-48F2-8198-EC5A51D66291}" dt="2020-08-19T21:26:06.912" v="1765" actId="1076"/>
          <ac:graphicFrameMkLst>
            <pc:docMk/>
            <pc:sldMk cId="812971124" sldId="476"/>
            <ac:graphicFrameMk id="16" creationId="{D4CBF19F-8AAB-4510-A978-23EBB1DB81E8}"/>
          </ac:graphicFrameMkLst>
        </pc:graphicFrameChg>
        <pc:picChg chg="add mod">
          <ac:chgData name="Marco Sanches" userId="301bf0f768bc15fc" providerId="LiveId" clId="{AD1F0D63-CEEF-48F2-8198-EC5A51D66291}" dt="2020-08-19T21:25:00.007" v="1730" actId="14100"/>
          <ac:picMkLst>
            <pc:docMk/>
            <pc:sldMk cId="812971124" sldId="476"/>
            <ac:picMk id="4" creationId="{43DF987C-1E30-4860-AD16-7D0C41DC8125}"/>
          </ac:picMkLst>
        </pc:picChg>
        <pc:picChg chg="add mod">
          <ac:chgData name="Marco Sanches" userId="301bf0f768bc15fc" providerId="LiveId" clId="{AD1F0D63-CEEF-48F2-8198-EC5A51D66291}" dt="2020-08-19T21:25:56.471" v="1764" actId="14100"/>
          <ac:picMkLst>
            <pc:docMk/>
            <pc:sldMk cId="812971124" sldId="476"/>
            <ac:picMk id="5" creationId="{11C8069A-432C-46C0-AEE6-8301206CBB27}"/>
          </ac:picMkLst>
        </pc:picChg>
        <pc:picChg chg="add mod">
          <ac:chgData name="Marco Sanches" userId="301bf0f768bc15fc" providerId="LiveId" clId="{AD1F0D63-CEEF-48F2-8198-EC5A51D66291}" dt="2020-08-19T21:26:09.225" v="1766" actId="1076"/>
          <ac:picMkLst>
            <pc:docMk/>
            <pc:sldMk cId="812971124" sldId="476"/>
            <ac:picMk id="7" creationId="{0A1F6A6C-5F9F-4C5D-A67D-E4E9DC8B9050}"/>
          </ac:picMkLst>
        </pc:picChg>
        <pc:picChg chg="del mod">
          <ac:chgData name="Marco Sanches" userId="301bf0f768bc15fc" providerId="LiveId" clId="{AD1F0D63-CEEF-48F2-8198-EC5A51D66291}" dt="2020-08-19T21:21:16.993" v="1575" actId="478"/>
          <ac:picMkLst>
            <pc:docMk/>
            <pc:sldMk cId="812971124" sldId="476"/>
            <ac:picMk id="15" creationId="{E26BC0EF-3877-4D46-A8CF-9AE7A8E1CC48}"/>
          </ac:picMkLst>
        </pc:picChg>
        <pc:picChg chg="del">
          <ac:chgData name="Marco Sanches" userId="301bf0f768bc15fc" providerId="LiveId" clId="{AD1F0D63-CEEF-48F2-8198-EC5A51D66291}" dt="2020-08-19T21:17:09.515" v="1543" actId="478"/>
          <ac:picMkLst>
            <pc:docMk/>
            <pc:sldMk cId="812971124" sldId="476"/>
            <ac:picMk id="18" creationId="{3C57F058-922B-4EDE-9C52-552B8839BDA8}"/>
          </ac:picMkLst>
        </pc:picChg>
        <pc:picChg chg="del mod">
          <ac:chgData name="Marco Sanches" userId="301bf0f768bc15fc" providerId="LiveId" clId="{AD1F0D63-CEEF-48F2-8198-EC5A51D66291}" dt="2020-08-19T21:21:16.147" v="1574" actId="478"/>
          <ac:picMkLst>
            <pc:docMk/>
            <pc:sldMk cId="812971124" sldId="476"/>
            <ac:picMk id="21" creationId="{045D1F31-7BCC-46A6-AE87-7BE8E15E7CA9}"/>
          </ac:picMkLst>
        </pc:picChg>
        <pc:picChg chg="add del">
          <ac:chgData name="Marco Sanches" userId="301bf0f768bc15fc" providerId="LiveId" clId="{AD1F0D63-CEEF-48F2-8198-EC5A51D66291}" dt="2020-08-19T21:20:04.038" v="1556" actId="478"/>
          <ac:picMkLst>
            <pc:docMk/>
            <pc:sldMk cId="812971124" sldId="476"/>
            <ac:picMk id="8194" creationId="{C32EE22F-C92D-4C0C-9B34-437EC28CFB98}"/>
          </ac:picMkLst>
        </pc:picChg>
      </pc:sldChg>
      <pc:sldChg chg="addSp delSp modSp add mod">
        <pc:chgData name="Marco Sanches" userId="301bf0f768bc15fc" providerId="LiveId" clId="{AD1F0D63-CEEF-48F2-8198-EC5A51D66291}" dt="2020-08-20T10:39:10.847" v="1980" actId="164"/>
        <pc:sldMkLst>
          <pc:docMk/>
          <pc:sldMk cId="621818439" sldId="477"/>
        </pc:sldMkLst>
        <pc:spChg chg="mod">
          <ac:chgData name="Marco Sanches" userId="301bf0f768bc15fc" providerId="LiveId" clId="{AD1F0D63-CEEF-48F2-8198-EC5A51D66291}" dt="2020-08-20T10:34:32.145" v="1797" actId="20577"/>
          <ac:spMkLst>
            <pc:docMk/>
            <pc:sldMk cId="621818439" sldId="477"/>
            <ac:spMk id="2" creationId="{414298B5-57DB-48CF-898B-E1CDF856070D}"/>
          </ac:spMkLst>
        </pc:spChg>
        <pc:spChg chg="add mod">
          <ac:chgData name="Marco Sanches" userId="301bf0f768bc15fc" providerId="LiveId" clId="{AD1F0D63-CEEF-48F2-8198-EC5A51D66291}" dt="2020-08-20T10:37:47.554" v="1958" actId="1035"/>
          <ac:spMkLst>
            <pc:docMk/>
            <pc:sldMk cId="621818439" sldId="477"/>
            <ac:spMk id="3" creationId="{950769E3-D593-49A9-B22E-110550AD2D19}"/>
          </ac:spMkLst>
        </pc:spChg>
        <pc:spChg chg="add mod">
          <ac:chgData name="Marco Sanches" userId="301bf0f768bc15fc" providerId="LiveId" clId="{AD1F0D63-CEEF-48F2-8198-EC5A51D66291}" dt="2020-08-20T10:37:47.554" v="1958" actId="1035"/>
          <ac:spMkLst>
            <pc:docMk/>
            <pc:sldMk cId="621818439" sldId="477"/>
            <ac:spMk id="6" creationId="{981ADB85-E5C9-456F-8106-ABBCC5E4291A}"/>
          </ac:spMkLst>
        </pc:spChg>
        <pc:spChg chg="add mod">
          <ac:chgData name="Marco Sanches" userId="301bf0f768bc15fc" providerId="LiveId" clId="{AD1F0D63-CEEF-48F2-8198-EC5A51D66291}" dt="2020-08-20T10:39:10.847" v="1980" actId="164"/>
          <ac:spMkLst>
            <pc:docMk/>
            <pc:sldMk cId="621818439" sldId="477"/>
            <ac:spMk id="8" creationId="{AA8E65DB-C1D6-4A81-BF39-39E38D8F74C3}"/>
          </ac:spMkLst>
        </pc:spChg>
        <pc:spChg chg="mod">
          <ac:chgData name="Marco Sanches" userId="301bf0f768bc15fc" providerId="LiveId" clId="{AD1F0D63-CEEF-48F2-8198-EC5A51D66291}" dt="2020-08-20T10:37:21.037" v="1939" actId="14100"/>
          <ac:spMkLst>
            <pc:docMk/>
            <pc:sldMk cId="621818439" sldId="477"/>
            <ac:spMk id="9" creationId="{9EC6D976-AEE8-4CCC-9A4C-E8E79E83D65B}"/>
          </ac:spMkLst>
        </pc:spChg>
        <pc:spChg chg="mod">
          <ac:chgData name="Marco Sanches" userId="301bf0f768bc15fc" providerId="LiveId" clId="{AD1F0D63-CEEF-48F2-8198-EC5A51D66291}" dt="2020-08-20T10:37:08.014" v="1938" actId="20577"/>
          <ac:spMkLst>
            <pc:docMk/>
            <pc:sldMk cId="621818439" sldId="477"/>
            <ac:spMk id="10" creationId="{5B58AFB0-F041-4F93-8408-2BFF6266AF5A}"/>
          </ac:spMkLst>
        </pc:spChg>
        <pc:spChg chg="del">
          <ac:chgData name="Marco Sanches" userId="301bf0f768bc15fc" providerId="LiveId" clId="{AD1F0D63-CEEF-48F2-8198-EC5A51D66291}" dt="2020-08-20T10:34:37.804" v="1800" actId="478"/>
          <ac:spMkLst>
            <pc:docMk/>
            <pc:sldMk cId="621818439" sldId="477"/>
            <ac:spMk id="12" creationId="{F79FA3F3-D8BB-4DAD-9A53-707A7671076C}"/>
          </ac:spMkLst>
        </pc:spChg>
        <pc:spChg chg="add mod">
          <ac:chgData name="Marco Sanches" userId="301bf0f768bc15fc" providerId="LiveId" clId="{AD1F0D63-CEEF-48F2-8198-EC5A51D66291}" dt="2020-08-20T10:37:47.554" v="1958" actId="1035"/>
          <ac:spMkLst>
            <pc:docMk/>
            <pc:sldMk cId="621818439" sldId="477"/>
            <ac:spMk id="18" creationId="{8AA6E2F3-9BC8-4BCB-89E2-4A9FEE310388}"/>
          </ac:spMkLst>
        </pc:spChg>
        <pc:spChg chg="del">
          <ac:chgData name="Marco Sanches" userId="301bf0f768bc15fc" providerId="LiveId" clId="{AD1F0D63-CEEF-48F2-8198-EC5A51D66291}" dt="2020-08-20T10:34:37.222" v="1799" actId="478"/>
          <ac:spMkLst>
            <pc:docMk/>
            <pc:sldMk cId="621818439" sldId="477"/>
            <ac:spMk id="23" creationId="{55E8464C-E0F7-4B04-81F1-BCF1FE454302}"/>
          </ac:spMkLst>
        </pc:spChg>
        <pc:spChg chg="del">
          <ac:chgData name="Marco Sanches" userId="301bf0f768bc15fc" providerId="LiveId" clId="{AD1F0D63-CEEF-48F2-8198-EC5A51D66291}" dt="2020-08-20T10:34:39.442" v="1802" actId="478"/>
          <ac:spMkLst>
            <pc:docMk/>
            <pc:sldMk cId="621818439" sldId="477"/>
            <ac:spMk id="27" creationId="{186BF09D-41A9-45DE-85A0-A0FEFBA78FAE}"/>
          </ac:spMkLst>
        </pc:spChg>
        <pc:spChg chg="del">
          <ac:chgData name="Marco Sanches" userId="301bf0f768bc15fc" providerId="LiveId" clId="{AD1F0D63-CEEF-48F2-8198-EC5A51D66291}" dt="2020-08-20T10:34:48.259" v="1805" actId="478"/>
          <ac:spMkLst>
            <pc:docMk/>
            <pc:sldMk cId="621818439" sldId="477"/>
            <ac:spMk id="28" creationId="{9FE3BD50-6164-43A4-8A4B-FA928A223A58}"/>
          </ac:spMkLst>
        </pc:spChg>
        <pc:grpChg chg="mod">
          <ac:chgData name="Marco Sanches" userId="301bf0f768bc15fc" providerId="LiveId" clId="{AD1F0D63-CEEF-48F2-8198-EC5A51D66291}" dt="2020-08-20T10:39:10.847" v="1980" actId="164"/>
          <ac:grpSpMkLst>
            <pc:docMk/>
            <pc:sldMk cId="621818439" sldId="477"/>
            <ac:grpSpMk id="11" creationId="{F6C79497-7FD4-4244-A95C-FBE1A749573A}"/>
          </ac:grpSpMkLst>
        </pc:grpChg>
        <pc:grpChg chg="add mod">
          <ac:chgData name="Marco Sanches" userId="301bf0f768bc15fc" providerId="LiveId" clId="{AD1F0D63-CEEF-48F2-8198-EC5A51D66291}" dt="2020-08-20T10:39:10.847" v="1980" actId="164"/>
          <ac:grpSpMkLst>
            <pc:docMk/>
            <pc:sldMk cId="621818439" sldId="477"/>
            <ac:grpSpMk id="13" creationId="{A7C9C7F6-E93D-45A1-B33E-77A735BFA973}"/>
          </ac:grpSpMkLst>
        </pc:grpChg>
        <pc:graphicFrameChg chg="mod modGraphic">
          <ac:chgData name="Marco Sanches" userId="301bf0f768bc15fc" providerId="LiveId" clId="{AD1F0D63-CEEF-48F2-8198-EC5A51D66291}" dt="2020-08-20T10:37:47.554" v="1958" actId="1035"/>
          <ac:graphicFrameMkLst>
            <pc:docMk/>
            <pc:sldMk cId="621818439" sldId="477"/>
            <ac:graphicFrameMk id="16" creationId="{D4CBF19F-8AAB-4510-A978-23EBB1DB81E8}"/>
          </ac:graphicFrameMkLst>
        </pc:graphicFrameChg>
        <pc:picChg chg="del">
          <ac:chgData name="Marco Sanches" userId="301bf0f768bc15fc" providerId="LiveId" clId="{AD1F0D63-CEEF-48F2-8198-EC5A51D66291}" dt="2020-08-20T10:34:35.767" v="1798" actId="478"/>
          <ac:picMkLst>
            <pc:docMk/>
            <pc:sldMk cId="621818439" sldId="477"/>
            <ac:picMk id="4" creationId="{43DF987C-1E30-4860-AD16-7D0C41DC8125}"/>
          </ac:picMkLst>
        </pc:picChg>
        <pc:picChg chg="del">
          <ac:chgData name="Marco Sanches" userId="301bf0f768bc15fc" providerId="LiveId" clId="{AD1F0D63-CEEF-48F2-8198-EC5A51D66291}" dt="2020-08-20T10:34:38.671" v="1801" actId="478"/>
          <ac:picMkLst>
            <pc:docMk/>
            <pc:sldMk cId="621818439" sldId="477"/>
            <ac:picMk id="5" creationId="{11C8069A-432C-46C0-AEE6-8301206CBB27}"/>
          </ac:picMkLst>
        </pc:picChg>
        <pc:picChg chg="del">
          <ac:chgData name="Marco Sanches" userId="301bf0f768bc15fc" providerId="LiveId" clId="{AD1F0D63-CEEF-48F2-8198-EC5A51D66291}" dt="2020-08-20T10:34:47.010" v="1804" actId="478"/>
          <ac:picMkLst>
            <pc:docMk/>
            <pc:sldMk cId="621818439" sldId="477"/>
            <ac:picMk id="7" creationId="{0A1F6A6C-5F9F-4C5D-A67D-E4E9DC8B9050}"/>
          </ac:picMkLst>
        </pc:picChg>
      </pc:sldChg>
      <pc:sldChg chg="addSp delSp modSp add mod">
        <pc:chgData name="Marco Sanches" userId="301bf0f768bc15fc" providerId="LiveId" clId="{AD1F0D63-CEEF-48F2-8198-EC5A51D66291}" dt="2020-08-20T10:45:42.352" v="2092" actId="196"/>
        <pc:sldMkLst>
          <pc:docMk/>
          <pc:sldMk cId="1478214926" sldId="478"/>
        </pc:sldMkLst>
        <pc:spChg chg="mod">
          <ac:chgData name="Marco Sanches" userId="301bf0f768bc15fc" providerId="LiveId" clId="{AD1F0D63-CEEF-48F2-8198-EC5A51D66291}" dt="2020-08-20T10:41:06.121" v="2038" actId="20577"/>
          <ac:spMkLst>
            <pc:docMk/>
            <pc:sldMk cId="1478214926" sldId="478"/>
            <ac:spMk id="2" creationId="{414298B5-57DB-48CF-898B-E1CDF856070D}"/>
          </ac:spMkLst>
        </pc:spChg>
        <pc:spChg chg="del">
          <ac:chgData name="Marco Sanches" userId="301bf0f768bc15fc" providerId="LiveId" clId="{AD1F0D63-CEEF-48F2-8198-EC5A51D66291}" dt="2020-08-20T10:41:13.361" v="2042" actId="478"/>
          <ac:spMkLst>
            <pc:docMk/>
            <pc:sldMk cId="1478214926" sldId="478"/>
            <ac:spMk id="3" creationId="{950769E3-D593-49A9-B22E-110550AD2D19}"/>
          </ac:spMkLst>
        </pc:spChg>
        <pc:spChg chg="del">
          <ac:chgData name="Marco Sanches" userId="301bf0f768bc15fc" providerId="LiveId" clId="{AD1F0D63-CEEF-48F2-8198-EC5A51D66291}" dt="2020-08-20T10:41:15.297" v="2043" actId="478"/>
          <ac:spMkLst>
            <pc:docMk/>
            <pc:sldMk cId="1478214926" sldId="478"/>
            <ac:spMk id="6" creationId="{981ADB85-E5C9-456F-8106-ABBCC5E4291A}"/>
          </ac:spMkLst>
        </pc:spChg>
        <pc:spChg chg="add mod">
          <ac:chgData name="Marco Sanches" userId="301bf0f768bc15fc" providerId="LiveId" clId="{AD1F0D63-CEEF-48F2-8198-EC5A51D66291}" dt="2020-08-20T10:42:00.136" v="2059" actId="123"/>
          <ac:spMkLst>
            <pc:docMk/>
            <pc:sldMk cId="1478214926" sldId="478"/>
            <ac:spMk id="12" creationId="{A935A9B7-A184-4CB7-BC32-C6668E19F1E6}"/>
          </ac:spMkLst>
        </pc:spChg>
        <pc:spChg chg="add mod">
          <ac:chgData name="Marco Sanches" userId="301bf0f768bc15fc" providerId="LiveId" clId="{AD1F0D63-CEEF-48F2-8198-EC5A51D66291}" dt="2020-08-20T10:43:21.722" v="2077" actId="1076"/>
          <ac:spMkLst>
            <pc:docMk/>
            <pc:sldMk cId="1478214926" sldId="478"/>
            <ac:spMk id="17" creationId="{1E65340B-07C1-42E1-919F-CD068BF0D110}"/>
          </ac:spMkLst>
        </pc:spChg>
        <pc:spChg chg="del">
          <ac:chgData name="Marco Sanches" userId="301bf0f768bc15fc" providerId="LiveId" clId="{AD1F0D63-CEEF-48F2-8198-EC5A51D66291}" dt="2020-08-20T10:41:12.200" v="2041" actId="478"/>
          <ac:spMkLst>
            <pc:docMk/>
            <pc:sldMk cId="1478214926" sldId="478"/>
            <ac:spMk id="18" creationId="{8AA6E2F3-9BC8-4BCB-89E2-4A9FEE310388}"/>
          </ac:spMkLst>
        </pc:spChg>
        <pc:spChg chg="add mod">
          <ac:chgData name="Marco Sanches" userId="301bf0f768bc15fc" providerId="LiveId" clId="{AD1F0D63-CEEF-48F2-8198-EC5A51D66291}" dt="2020-08-20T10:44:33.522" v="2081" actId="1076"/>
          <ac:spMkLst>
            <pc:docMk/>
            <pc:sldMk cId="1478214926" sldId="478"/>
            <ac:spMk id="19" creationId="{C91D6DD9-D395-4336-A6CD-9F8EF9DB6488}"/>
          </ac:spMkLst>
        </pc:spChg>
        <pc:grpChg chg="del">
          <ac:chgData name="Marco Sanches" userId="301bf0f768bc15fc" providerId="LiveId" clId="{AD1F0D63-CEEF-48F2-8198-EC5A51D66291}" dt="2020-08-20T10:41:10.964" v="2040" actId="478"/>
          <ac:grpSpMkLst>
            <pc:docMk/>
            <pc:sldMk cId="1478214926" sldId="478"/>
            <ac:grpSpMk id="13" creationId="{A7C9C7F6-E93D-45A1-B33E-77A735BFA973}"/>
          </ac:grpSpMkLst>
        </pc:grpChg>
        <pc:graphicFrameChg chg="del">
          <ac:chgData name="Marco Sanches" userId="301bf0f768bc15fc" providerId="LiveId" clId="{AD1F0D63-CEEF-48F2-8198-EC5A51D66291}" dt="2020-08-20T10:41:09.908" v="2039" actId="478"/>
          <ac:graphicFrameMkLst>
            <pc:docMk/>
            <pc:sldMk cId="1478214926" sldId="478"/>
            <ac:graphicFrameMk id="16" creationId="{D4CBF19F-8AAB-4510-A978-23EBB1DB81E8}"/>
          </ac:graphicFrameMkLst>
        </pc:graphicFrameChg>
        <pc:graphicFrameChg chg="add mod modGraphic">
          <ac:chgData name="Marco Sanches" userId="301bf0f768bc15fc" providerId="LiveId" clId="{AD1F0D63-CEEF-48F2-8198-EC5A51D66291}" dt="2020-08-20T10:42:29.092" v="2069" actId="1076"/>
          <ac:graphicFrameMkLst>
            <pc:docMk/>
            <pc:sldMk cId="1478214926" sldId="478"/>
            <ac:graphicFrameMk id="20" creationId="{8A0CE455-84E4-49D3-8385-F8C5ADBDB5C5}"/>
          </ac:graphicFrameMkLst>
        </pc:graphicFrameChg>
        <pc:picChg chg="add mod">
          <ac:chgData name="Marco Sanches" userId="301bf0f768bc15fc" providerId="LiveId" clId="{AD1F0D63-CEEF-48F2-8198-EC5A51D66291}" dt="2020-08-20T10:45:35.276" v="2090" actId="1076"/>
          <ac:picMkLst>
            <pc:docMk/>
            <pc:sldMk cId="1478214926" sldId="478"/>
            <ac:picMk id="4" creationId="{639713EC-A8F5-40E9-90D9-6967BDAF102F}"/>
          </ac:picMkLst>
        </pc:picChg>
        <pc:picChg chg="add del mod">
          <ac:chgData name="Marco Sanches" userId="301bf0f768bc15fc" providerId="LiveId" clId="{AD1F0D63-CEEF-48F2-8198-EC5A51D66291}" dt="2020-08-20T10:42:13.011" v="2063" actId="478"/>
          <ac:picMkLst>
            <pc:docMk/>
            <pc:sldMk cId="1478214926" sldId="478"/>
            <ac:picMk id="14" creationId="{E04A2158-644E-44EC-A436-725A9AA2EBEF}"/>
          </ac:picMkLst>
        </pc:picChg>
        <pc:picChg chg="add del mod">
          <ac:chgData name="Marco Sanches" userId="301bf0f768bc15fc" providerId="LiveId" clId="{AD1F0D63-CEEF-48F2-8198-EC5A51D66291}" dt="2020-08-20T10:42:12.015" v="2062" actId="478"/>
          <ac:picMkLst>
            <pc:docMk/>
            <pc:sldMk cId="1478214926" sldId="478"/>
            <ac:picMk id="15" creationId="{7D2B0923-6B74-44F3-ACDF-3C3FF9AADAB4}"/>
          </ac:picMkLst>
        </pc:picChg>
        <pc:picChg chg="add mod">
          <ac:chgData name="Marco Sanches" userId="301bf0f768bc15fc" providerId="LiveId" clId="{AD1F0D63-CEEF-48F2-8198-EC5A51D66291}" dt="2020-08-20T10:45:42.352" v="2092" actId="196"/>
          <ac:picMkLst>
            <pc:docMk/>
            <pc:sldMk cId="1478214926" sldId="478"/>
            <ac:picMk id="24" creationId="{7358B0A1-110D-438F-8EC3-58069596A323}"/>
          </ac:picMkLst>
        </pc:picChg>
        <pc:picChg chg="add mod">
          <ac:chgData name="Marco Sanches" userId="301bf0f768bc15fc" providerId="LiveId" clId="{AD1F0D63-CEEF-48F2-8198-EC5A51D66291}" dt="2020-08-20T10:45:10.566" v="2085" actId="1076"/>
          <ac:picMkLst>
            <pc:docMk/>
            <pc:sldMk cId="1478214926" sldId="478"/>
            <ac:picMk id="9218" creationId="{3991C1FA-F538-4115-B182-F6EA4257838E}"/>
          </ac:picMkLst>
        </pc:picChg>
        <pc:picChg chg="add mod">
          <ac:chgData name="Marco Sanches" userId="301bf0f768bc15fc" providerId="LiveId" clId="{AD1F0D63-CEEF-48F2-8198-EC5A51D66291}" dt="2020-08-20T10:45:18.194" v="2088" actId="1076"/>
          <ac:picMkLst>
            <pc:docMk/>
            <pc:sldMk cId="1478214926" sldId="478"/>
            <ac:picMk id="9220" creationId="{B814500A-44C9-4D03-A688-03E2F8E71DB6}"/>
          </ac:picMkLst>
        </pc:picChg>
        <pc:cxnChg chg="add del mod">
          <ac:chgData name="Marco Sanches" userId="301bf0f768bc15fc" providerId="LiveId" clId="{AD1F0D63-CEEF-48F2-8198-EC5A51D66291}" dt="2020-08-20T10:42:16.259" v="2066" actId="478"/>
          <ac:cxnSpMkLst>
            <pc:docMk/>
            <pc:sldMk cId="1478214926" sldId="478"/>
            <ac:cxnSpMk id="21" creationId="{1120B9ED-E4D1-4878-A06E-B129B2F1ADE8}"/>
          </ac:cxnSpMkLst>
        </pc:cxnChg>
        <pc:cxnChg chg="add del mod">
          <ac:chgData name="Marco Sanches" userId="301bf0f768bc15fc" providerId="LiveId" clId="{AD1F0D63-CEEF-48F2-8198-EC5A51D66291}" dt="2020-08-20T10:42:14.794" v="2065" actId="478"/>
          <ac:cxnSpMkLst>
            <pc:docMk/>
            <pc:sldMk cId="1478214926" sldId="478"/>
            <ac:cxnSpMk id="22" creationId="{4CF1BE32-B957-4F5B-A369-C9749A2A334E}"/>
          </ac:cxnSpMkLst>
        </pc:cxnChg>
      </pc:sldChg>
      <pc:sldChg chg="addSp delSp modSp add mod">
        <pc:chgData name="Marco Sanches" userId="301bf0f768bc15fc" providerId="LiveId" clId="{AD1F0D63-CEEF-48F2-8198-EC5A51D66291}" dt="2020-08-20T11:00:42.115" v="2284" actId="14100"/>
        <pc:sldMkLst>
          <pc:docMk/>
          <pc:sldMk cId="5044342" sldId="479"/>
        </pc:sldMkLst>
        <pc:spChg chg="add del mod">
          <ac:chgData name="Marco Sanches" userId="301bf0f768bc15fc" providerId="LiveId" clId="{AD1F0D63-CEEF-48F2-8198-EC5A51D66291}" dt="2020-08-20T10:55:10.894" v="2215" actId="478"/>
          <ac:spMkLst>
            <pc:docMk/>
            <pc:sldMk cId="5044342" sldId="479"/>
            <ac:spMk id="10" creationId="{2914439A-547A-4FE2-AF5B-7BEC4958B2AD}"/>
          </ac:spMkLst>
        </pc:spChg>
        <pc:spChg chg="del">
          <ac:chgData name="Marco Sanches" userId="301bf0f768bc15fc" providerId="LiveId" clId="{AD1F0D63-CEEF-48F2-8198-EC5A51D66291}" dt="2020-08-20T10:46:27.186" v="2101" actId="478"/>
          <ac:spMkLst>
            <pc:docMk/>
            <pc:sldMk cId="5044342" sldId="479"/>
            <ac:spMk id="12" creationId="{A935A9B7-A184-4CB7-BC32-C6668E19F1E6}"/>
          </ac:spMkLst>
        </pc:spChg>
        <pc:spChg chg="add mod ord">
          <ac:chgData name="Marco Sanches" userId="301bf0f768bc15fc" providerId="LiveId" clId="{AD1F0D63-CEEF-48F2-8198-EC5A51D66291}" dt="2020-08-20T11:00:16.612" v="2278" actId="115"/>
          <ac:spMkLst>
            <pc:docMk/>
            <pc:sldMk cId="5044342" sldId="479"/>
            <ac:spMk id="13" creationId="{72722C74-EDAF-497B-A720-49942A8EB651}"/>
          </ac:spMkLst>
        </pc:spChg>
        <pc:spChg chg="add mod ord">
          <ac:chgData name="Marco Sanches" userId="301bf0f768bc15fc" providerId="LiveId" clId="{AD1F0D63-CEEF-48F2-8198-EC5A51D66291}" dt="2020-08-20T11:00:04.332" v="2274"/>
          <ac:spMkLst>
            <pc:docMk/>
            <pc:sldMk cId="5044342" sldId="479"/>
            <ac:spMk id="14" creationId="{278BCA7F-F285-476E-9E9E-F41A048824AA}"/>
          </ac:spMkLst>
        </pc:spChg>
        <pc:spChg chg="add del mod">
          <ac:chgData name="Marco Sanches" userId="301bf0f768bc15fc" providerId="LiveId" clId="{AD1F0D63-CEEF-48F2-8198-EC5A51D66291}" dt="2020-08-20T10:48:02.879" v="2128" actId="478"/>
          <ac:spMkLst>
            <pc:docMk/>
            <pc:sldMk cId="5044342" sldId="479"/>
            <ac:spMk id="16" creationId="{F46E9A49-C80B-46E1-9CA3-72C47959F644}"/>
          </ac:spMkLst>
        </pc:spChg>
        <pc:spChg chg="del">
          <ac:chgData name="Marco Sanches" userId="301bf0f768bc15fc" providerId="LiveId" clId="{AD1F0D63-CEEF-48F2-8198-EC5A51D66291}" dt="2020-08-20T10:46:25.545" v="2100" actId="478"/>
          <ac:spMkLst>
            <pc:docMk/>
            <pc:sldMk cId="5044342" sldId="479"/>
            <ac:spMk id="17" creationId="{1E65340B-07C1-42E1-919F-CD068BF0D110}"/>
          </ac:spMkLst>
        </pc:spChg>
        <pc:spChg chg="add del mod">
          <ac:chgData name="Marco Sanches" userId="301bf0f768bc15fc" providerId="LiveId" clId="{AD1F0D63-CEEF-48F2-8198-EC5A51D66291}" dt="2020-08-20T10:48:03.974" v="2129" actId="478"/>
          <ac:spMkLst>
            <pc:docMk/>
            <pc:sldMk cId="5044342" sldId="479"/>
            <ac:spMk id="18" creationId="{56547BA4-06B6-4AC7-8AA0-85FD369E436D}"/>
          </ac:spMkLst>
        </pc:spChg>
        <pc:spChg chg="del">
          <ac:chgData name="Marco Sanches" userId="301bf0f768bc15fc" providerId="LiveId" clId="{AD1F0D63-CEEF-48F2-8198-EC5A51D66291}" dt="2020-08-20T10:46:21.068" v="2095" actId="478"/>
          <ac:spMkLst>
            <pc:docMk/>
            <pc:sldMk cId="5044342" sldId="479"/>
            <ac:spMk id="19" creationId="{C91D6DD9-D395-4336-A6CD-9F8EF9DB6488}"/>
          </ac:spMkLst>
        </pc:spChg>
        <pc:spChg chg="add del mod">
          <ac:chgData name="Marco Sanches" userId="301bf0f768bc15fc" providerId="LiveId" clId="{AD1F0D63-CEEF-48F2-8198-EC5A51D66291}" dt="2020-08-20T10:47:45.409" v="2120" actId="478"/>
          <ac:spMkLst>
            <pc:docMk/>
            <pc:sldMk cId="5044342" sldId="479"/>
            <ac:spMk id="21" creationId="{E0B8FAB4-F058-4EE2-BEDA-B86530B4C504}"/>
          </ac:spMkLst>
        </pc:spChg>
        <pc:spChg chg="add mod ord">
          <ac:chgData name="Marco Sanches" userId="301bf0f768bc15fc" providerId="LiveId" clId="{AD1F0D63-CEEF-48F2-8198-EC5A51D66291}" dt="2020-08-20T11:00:11.649" v="2276" actId="115"/>
          <ac:spMkLst>
            <pc:docMk/>
            <pc:sldMk cId="5044342" sldId="479"/>
            <ac:spMk id="22" creationId="{E80E51CE-F464-4C40-9A50-7FED3F2CF7A1}"/>
          </ac:spMkLst>
        </pc:spChg>
        <pc:grpChg chg="add mod">
          <ac:chgData name="Marco Sanches" userId="301bf0f768bc15fc" providerId="LiveId" clId="{AD1F0D63-CEEF-48F2-8198-EC5A51D66291}" dt="2020-08-20T10:59:23.982" v="2257" actId="1076"/>
          <ac:grpSpMkLst>
            <pc:docMk/>
            <pc:sldMk cId="5044342" sldId="479"/>
            <ac:grpSpMk id="9217" creationId="{8AFF2F68-451D-45A1-B9AF-141D0FD20CE9}"/>
          </ac:grpSpMkLst>
        </pc:grpChg>
        <pc:graphicFrameChg chg="del">
          <ac:chgData name="Marco Sanches" userId="301bf0f768bc15fc" providerId="LiveId" clId="{AD1F0D63-CEEF-48F2-8198-EC5A51D66291}" dt="2020-08-20T10:46:22.890" v="2097" actId="478"/>
          <ac:graphicFrameMkLst>
            <pc:docMk/>
            <pc:sldMk cId="5044342" sldId="479"/>
            <ac:graphicFrameMk id="20" creationId="{8A0CE455-84E4-49D3-8385-F8C5ADBDB5C5}"/>
          </ac:graphicFrameMkLst>
        </pc:graphicFrameChg>
        <pc:picChg chg="add mod">
          <ac:chgData name="Marco Sanches" userId="301bf0f768bc15fc" providerId="LiveId" clId="{AD1F0D63-CEEF-48F2-8198-EC5A51D66291}" dt="2020-08-20T11:00:37.568" v="2282" actId="1076"/>
          <ac:picMkLst>
            <pc:docMk/>
            <pc:sldMk cId="5044342" sldId="479"/>
            <ac:picMk id="3" creationId="{B23A3240-354B-49CB-891D-608B152E8941}"/>
          </ac:picMkLst>
        </pc:picChg>
        <pc:picChg chg="del">
          <ac:chgData name="Marco Sanches" userId="301bf0f768bc15fc" providerId="LiveId" clId="{AD1F0D63-CEEF-48F2-8198-EC5A51D66291}" dt="2020-08-20T10:46:23.812" v="2098" actId="478"/>
          <ac:picMkLst>
            <pc:docMk/>
            <pc:sldMk cId="5044342" sldId="479"/>
            <ac:picMk id="4" creationId="{639713EC-A8F5-40E9-90D9-6967BDAF102F}"/>
          </ac:picMkLst>
        </pc:picChg>
        <pc:picChg chg="add mod ord">
          <ac:chgData name="Marco Sanches" userId="301bf0f768bc15fc" providerId="LiveId" clId="{AD1F0D63-CEEF-48F2-8198-EC5A51D66291}" dt="2020-08-20T10:58:36.797" v="2246" actId="14100"/>
          <ac:picMkLst>
            <pc:docMk/>
            <pc:sldMk cId="5044342" sldId="479"/>
            <ac:picMk id="8" creationId="{A016ACB9-10CC-488C-B65A-568356191576}"/>
          </ac:picMkLst>
        </pc:picChg>
        <pc:picChg chg="add mod">
          <ac:chgData name="Marco Sanches" userId="301bf0f768bc15fc" providerId="LiveId" clId="{AD1F0D63-CEEF-48F2-8198-EC5A51D66291}" dt="2020-08-20T10:58:40.973" v="2248" actId="14100"/>
          <ac:picMkLst>
            <pc:docMk/>
            <pc:sldMk cId="5044342" sldId="479"/>
            <ac:picMk id="9" creationId="{9C401574-6C3A-48B3-B0E3-3A56A8408F21}"/>
          </ac:picMkLst>
        </pc:picChg>
        <pc:picChg chg="add mod">
          <ac:chgData name="Marco Sanches" userId="301bf0f768bc15fc" providerId="LiveId" clId="{AD1F0D63-CEEF-48F2-8198-EC5A51D66291}" dt="2020-08-20T10:49:36.308" v="2149" actId="1076"/>
          <ac:picMkLst>
            <pc:docMk/>
            <pc:sldMk cId="5044342" sldId="479"/>
            <ac:picMk id="11" creationId="{2796B8F9-75B8-4F51-A9B5-5C659FBCC2AB}"/>
          </ac:picMkLst>
        </pc:picChg>
        <pc:picChg chg="del">
          <ac:chgData name="Marco Sanches" userId="301bf0f768bc15fc" providerId="LiveId" clId="{AD1F0D63-CEEF-48F2-8198-EC5A51D66291}" dt="2020-08-20T10:46:21.688" v="2096" actId="478"/>
          <ac:picMkLst>
            <pc:docMk/>
            <pc:sldMk cId="5044342" sldId="479"/>
            <ac:picMk id="24" creationId="{7358B0A1-110D-438F-8EC3-58069596A323}"/>
          </ac:picMkLst>
        </pc:picChg>
        <pc:picChg chg="add del mod ord">
          <ac:chgData name="Marco Sanches" userId="301bf0f768bc15fc" providerId="LiveId" clId="{AD1F0D63-CEEF-48F2-8198-EC5A51D66291}" dt="2020-08-20T10:57:18.200" v="2225" actId="478"/>
          <ac:picMkLst>
            <pc:docMk/>
            <pc:sldMk cId="5044342" sldId="479"/>
            <ac:picMk id="27" creationId="{55482FE7-8B16-4EAA-A0C3-2C3BBEB08390}"/>
          </ac:picMkLst>
        </pc:picChg>
        <pc:picChg chg="add del mod">
          <ac:chgData name="Marco Sanches" userId="301bf0f768bc15fc" providerId="LiveId" clId="{AD1F0D63-CEEF-48F2-8198-EC5A51D66291}" dt="2020-08-20T10:50:47.405" v="2165" actId="478"/>
          <ac:picMkLst>
            <pc:docMk/>
            <pc:sldMk cId="5044342" sldId="479"/>
            <ac:picMk id="28" creationId="{14662CCB-F05A-4402-8582-B28BA088C17A}"/>
          </ac:picMkLst>
        </pc:picChg>
        <pc:picChg chg="add del mod">
          <ac:chgData name="Marco Sanches" userId="301bf0f768bc15fc" providerId="LiveId" clId="{AD1F0D63-CEEF-48F2-8198-EC5A51D66291}" dt="2020-08-20T10:52:22.270" v="2188" actId="478"/>
          <ac:picMkLst>
            <pc:docMk/>
            <pc:sldMk cId="5044342" sldId="479"/>
            <ac:picMk id="29" creationId="{EBEA1A31-966C-4EE3-9ACF-910D08E18C67}"/>
          </ac:picMkLst>
        </pc:picChg>
        <pc:picChg chg="add mod">
          <ac:chgData name="Marco Sanches" userId="301bf0f768bc15fc" providerId="LiveId" clId="{AD1F0D63-CEEF-48F2-8198-EC5A51D66291}" dt="2020-08-20T11:00:42.115" v="2284" actId="14100"/>
          <ac:picMkLst>
            <pc:docMk/>
            <pc:sldMk cId="5044342" sldId="479"/>
            <ac:picMk id="30" creationId="{84947FED-3FDA-48EB-8624-DF8DDC713573}"/>
          </ac:picMkLst>
        </pc:picChg>
        <pc:picChg chg="add mod">
          <ac:chgData name="Marco Sanches" userId="301bf0f768bc15fc" providerId="LiveId" clId="{AD1F0D63-CEEF-48F2-8198-EC5A51D66291}" dt="2020-08-20T10:53:16.578" v="2201" actId="14100"/>
          <ac:picMkLst>
            <pc:docMk/>
            <pc:sldMk cId="5044342" sldId="479"/>
            <ac:picMk id="31" creationId="{941A3B95-3AB9-45DA-B074-A8E63C2CEACF}"/>
          </ac:picMkLst>
        </pc:picChg>
        <pc:picChg chg="add mod">
          <ac:chgData name="Marco Sanches" userId="301bf0f768bc15fc" providerId="LiveId" clId="{AD1F0D63-CEEF-48F2-8198-EC5A51D66291}" dt="2020-08-20T10:58:26.939" v="2244" actId="1076"/>
          <ac:picMkLst>
            <pc:docMk/>
            <pc:sldMk cId="5044342" sldId="479"/>
            <ac:picMk id="35" creationId="{F4F94222-1633-475F-B009-D73B201883C9}"/>
          </ac:picMkLst>
        </pc:picChg>
        <pc:picChg chg="add mod">
          <ac:chgData name="Marco Sanches" userId="301bf0f768bc15fc" providerId="LiveId" clId="{AD1F0D63-CEEF-48F2-8198-EC5A51D66291}" dt="2020-08-20T10:59:19.187" v="2256" actId="164"/>
          <ac:picMkLst>
            <pc:docMk/>
            <pc:sldMk cId="5044342" sldId="479"/>
            <ac:picMk id="36" creationId="{DF2CF901-DB31-4A6C-A1EF-C644CAD97C7B}"/>
          </ac:picMkLst>
        </pc:picChg>
        <pc:picChg chg="add mod">
          <ac:chgData name="Marco Sanches" userId="301bf0f768bc15fc" providerId="LiveId" clId="{AD1F0D63-CEEF-48F2-8198-EC5A51D66291}" dt="2020-08-20T10:58:04.478" v="2239" actId="14100"/>
          <ac:picMkLst>
            <pc:docMk/>
            <pc:sldMk cId="5044342" sldId="479"/>
            <ac:picMk id="9216" creationId="{52C267CE-B279-4584-ABD9-4FD244647FC2}"/>
          </ac:picMkLst>
        </pc:picChg>
        <pc:picChg chg="del">
          <ac:chgData name="Marco Sanches" userId="301bf0f768bc15fc" providerId="LiveId" clId="{AD1F0D63-CEEF-48F2-8198-EC5A51D66291}" dt="2020-08-20T10:46:24.563" v="2099" actId="478"/>
          <ac:picMkLst>
            <pc:docMk/>
            <pc:sldMk cId="5044342" sldId="479"/>
            <ac:picMk id="9218" creationId="{3991C1FA-F538-4115-B182-F6EA4257838E}"/>
          </ac:picMkLst>
        </pc:picChg>
        <pc:picChg chg="del">
          <ac:chgData name="Marco Sanches" userId="301bf0f768bc15fc" providerId="LiveId" clId="{AD1F0D63-CEEF-48F2-8198-EC5A51D66291}" dt="2020-08-20T10:46:19.996" v="2094" actId="478"/>
          <ac:picMkLst>
            <pc:docMk/>
            <pc:sldMk cId="5044342" sldId="479"/>
            <ac:picMk id="9220" creationId="{B814500A-44C9-4D03-A688-03E2F8E71DB6}"/>
          </ac:picMkLst>
        </pc:picChg>
        <pc:cxnChg chg="add del mod">
          <ac:chgData name="Marco Sanches" userId="301bf0f768bc15fc" providerId="LiveId" clId="{AD1F0D63-CEEF-48F2-8198-EC5A51D66291}" dt="2020-08-20T10:47:42.352" v="2119" actId="478"/>
          <ac:cxnSpMkLst>
            <pc:docMk/>
            <pc:sldMk cId="5044342" sldId="479"/>
            <ac:cxnSpMk id="15" creationId="{EE5186D5-8CE0-4157-8B82-5EAE5706AD24}"/>
          </ac:cxnSpMkLst>
        </pc:cxnChg>
      </pc:sldChg>
      <pc:sldChg chg="addSp delSp modSp add mod">
        <pc:chgData name="Marco Sanches" userId="301bf0f768bc15fc" providerId="LiveId" clId="{AD1F0D63-CEEF-48F2-8198-EC5A51D66291}" dt="2020-08-20T11:09:22.096" v="2436" actId="1076"/>
        <pc:sldMkLst>
          <pc:docMk/>
          <pc:sldMk cId="2823691288" sldId="480"/>
        </pc:sldMkLst>
        <pc:spChg chg="add mod">
          <ac:chgData name="Marco Sanches" userId="301bf0f768bc15fc" providerId="LiveId" clId="{AD1F0D63-CEEF-48F2-8198-EC5A51D66291}" dt="2020-08-20T11:09:22.096" v="2436" actId="1076"/>
          <ac:spMkLst>
            <pc:docMk/>
            <pc:sldMk cId="2823691288" sldId="480"/>
            <ac:spMk id="3" creationId="{A2DF87C8-4709-4D85-8223-6C9624DA3A60}"/>
          </ac:spMkLst>
        </pc:spChg>
        <pc:spChg chg="add mod">
          <ac:chgData name="Marco Sanches" userId="301bf0f768bc15fc" providerId="LiveId" clId="{AD1F0D63-CEEF-48F2-8198-EC5A51D66291}" dt="2020-08-20T11:09:00.310" v="2430" actId="14100"/>
          <ac:spMkLst>
            <pc:docMk/>
            <pc:sldMk cId="2823691288" sldId="480"/>
            <ac:spMk id="5" creationId="{2258B843-1EAB-44E8-ABDD-45FEF41E4974}"/>
          </ac:spMkLst>
        </pc:spChg>
        <pc:spChg chg="add mod">
          <ac:chgData name="Marco Sanches" userId="301bf0f768bc15fc" providerId="LiveId" clId="{AD1F0D63-CEEF-48F2-8198-EC5A51D66291}" dt="2020-08-20T11:08:57.223" v="2429" actId="14100"/>
          <ac:spMkLst>
            <pc:docMk/>
            <pc:sldMk cId="2823691288" sldId="480"/>
            <ac:spMk id="6" creationId="{EA55402B-47F4-4227-829A-505A3E623E63}"/>
          </ac:spMkLst>
        </pc:spChg>
        <pc:spChg chg="add mod">
          <ac:chgData name="Marco Sanches" userId="301bf0f768bc15fc" providerId="LiveId" clId="{AD1F0D63-CEEF-48F2-8198-EC5A51D66291}" dt="2020-08-20T11:08:52.461" v="2428" actId="14100"/>
          <ac:spMkLst>
            <pc:docMk/>
            <pc:sldMk cId="2823691288" sldId="480"/>
            <ac:spMk id="7" creationId="{BE41DC1C-DFB5-4C5A-A9F8-EE8D3BB477DA}"/>
          </ac:spMkLst>
        </pc:spChg>
        <pc:spChg chg="add mod">
          <ac:chgData name="Marco Sanches" userId="301bf0f768bc15fc" providerId="LiveId" clId="{AD1F0D63-CEEF-48F2-8198-EC5A51D66291}" dt="2020-08-20T11:09:16.417" v="2435" actId="14100"/>
          <ac:spMkLst>
            <pc:docMk/>
            <pc:sldMk cId="2823691288" sldId="480"/>
            <ac:spMk id="10" creationId="{50721955-9889-468A-9AC3-387D52BF3F9E}"/>
          </ac:spMkLst>
        </pc:spChg>
        <pc:spChg chg="del mod">
          <ac:chgData name="Marco Sanches" userId="301bf0f768bc15fc" providerId="LiveId" clId="{AD1F0D63-CEEF-48F2-8198-EC5A51D66291}" dt="2020-08-20T11:02:34.203" v="2369" actId="478"/>
          <ac:spMkLst>
            <pc:docMk/>
            <pc:sldMk cId="2823691288" sldId="480"/>
            <ac:spMk id="14" creationId="{278BCA7F-F285-476E-9E9E-F41A048824AA}"/>
          </ac:spMkLst>
        </pc:spChg>
        <pc:spChg chg="del">
          <ac:chgData name="Marco Sanches" userId="301bf0f768bc15fc" providerId="LiveId" clId="{AD1F0D63-CEEF-48F2-8198-EC5A51D66291}" dt="2020-08-20T11:01:06.312" v="2286" actId="478"/>
          <ac:spMkLst>
            <pc:docMk/>
            <pc:sldMk cId="2823691288" sldId="480"/>
            <ac:spMk id="22" creationId="{E80E51CE-F464-4C40-9A50-7FED3F2CF7A1}"/>
          </ac:spMkLst>
        </pc:spChg>
        <pc:grpChg chg="del">
          <ac:chgData name="Marco Sanches" userId="301bf0f768bc15fc" providerId="LiveId" clId="{AD1F0D63-CEEF-48F2-8198-EC5A51D66291}" dt="2020-08-20T11:01:15.849" v="2290" actId="478"/>
          <ac:grpSpMkLst>
            <pc:docMk/>
            <pc:sldMk cId="2823691288" sldId="480"/>
            <ac:grpSpMk id="9217" creationId="{8AFF2F68-451D-45A1-B9AF-141D0FD20CE9}"/>
          </ac:grpSpMkLst>
        </pc:grpChg>
        <pc:picChg chg="del">
          <ac:chgData name="Marco Sanches" userId="301bf0f768bc15fc" providerId="LiveId" clId="{AD1F0D63-CEEF-48F2-8198-EC5A51D66291}" dt="2020-08-20T11:01:16.819" v="2291" actId="478"/>
          <ac:picMkLst>
            <pc:docMk/>
            <pc:sldMk cId="2823691288" sldId="480"/>
            <ac:picMk id="3" creationId="{B23A3240-354B-49CB-891D-608B152E8941}"/>
          </ac:picMkLst>
        </pc:picChg>
        <pc:picChg chg="add mod">
          <ac:chgData name="Marco Sanches" userId="301bf0f768bc15fc" providerId="LiveId" clId="{AD1F0D63-CEEF-48F2-8198-EC5A51D66291}" dt="2020-08-20T11:06:40.584" v="2401" actId="1076"/>
          <ac:picMkLst>
            <pc:docMk/>
            <pc:sldMk cId="2823691288" sldId="480"/>
            <ac:picMk id="4" creationId="{4A1952A0-4BB6-49E1-90D0-22E6BD5445FA}"/>
          </ac:picMkLst>
        </pc:picChg>
        <pc:picChg chg="mod">
          <ac:chgData name="Marco Sanches" userId="301bf0f768bc15fc" providerId="LiveId" clId="{AD1F0D63-CEEF-48F2-8198-EC5A51D66291}" dt="2020-08-20T11:09:12.375" v="2434" actId="1076"/>
          <ac:picMkLst>
            <pc:docMk/>
            <pc:sldMk cId="2823691288" sldId="480"/>
            <ac:picMk id="8" creationId="{A016ACB9-10CC-488C-B65A-568356191576}"/>
          </ac:picMkLst>
        </pc:picChg>
        <pc:picChg chg="mod ord">
          <ac:chgData name="Marco Sanches" userId="301bf0f768bc15fc" providerId="LiveId" clId="{AD1F0D63-CEEF-48F2-8198-EC5A51D66291}" dt="2020-08-20T11:02:00.089" v="2304" actId="1076"/>
          <ac:picMkLst>
            <pc:docMk/>
            <pc:sldMk cId="2823691288" sldId="480"/>
            <ac:picMk id="9" creationId="{9C401574-6C3A-48B3-B0E3-3A56A8408F21}"/>
          </ac:picMkLst>
        </pc:picChg>
        <pc:picChg chg="del">
          <ac:chgData name="Marco Sanches" userId="301bf0f768bc15fc" providerId="LiveId" clId="{AD1F0D63-CEEF-48F2-8198-EC5A51D66291}" dt="2020-08-20T11:01:23.359" v="2296" actId="478"/>
          <ac:picMkLst>
            <pc:docMk/>
            <pc:sldMk cId="2823691288" sldId="480"/>
            <ac:picMk id="11" creationId="{2796B8F9-75B8-4F51-A9B5-5C659FBCC2AB}"/>
          </ac:picMkLst>
        </pc:picChg>
        <pc:picChg chg="add mod">
          <ac:chgData name="Marco Sanches" userId="301bf0f768bc15fc" providerId="LiveId" clId="{AD1F0D63-CEEF-48F2-8198-EC5A51D66291}" dt="2020-08-20T11:07:05.330" v="2408" actId="14100"/>
          <ac:picMkLst>
            <pc:docMk/>
            <pc:sldMk cId="2823691288" sldId="480"/>
            <ac:picMk id="11" creationId="{894FF52B-A33C-4B5B-ABCA-4E361F084598}"/>
          </ac:picMkLst>
        </pc:picChg>
        <pc:picChg chg="add mod">
          <ac:chgData name="Marco Sanches" userId="301bf0f768bc15fc" providerId="LiveId" clId="{AD1F0D63-CEEF-48F2-8198-EC5A51D66291}" dt="2020-08-20T11:07:02.333" v="2407" actId="14100"/>
          <ac:picMkLst>
            <pc:docMk/>
            <pc:sldMk cId="2823691288" sldId="480"/>
            <ac:picMk id="12" creationId="{8035AE9F-D10F-40E4-A6E1-779957CC835C}"/>
          </ac:picMkLst>
        </pc:picChg>
        <pc:picChg chg="del">
          <ac:chgData name="Marco Sanches" userId="301bf0f768bc15fc" providerId="LiveId" clId="{AD1F0D63-CEEF-48F2-8198-EC5A51D66291}" dt="2020-08-20T11:01:15.108" v="2289" actId="478"/>
          <ac:picMkLst>
            <pc:docMk/>
            <pc:sldMk cId="2823691288" sldId="480"/>
            <ac:picMk id="30" creationId="{84947FED-3FDA-48EB-8624-DF8DDC713573}"/>
          </ac:picMkLst>
        </pc:picChg>
        <pc:picChg chg="del">
          <ac:chgData name="Marco Sanches" userId="301bf0f768bc15fc" providerId="LiveId" clId="{AD1F0D63-CEEF-48F2-8198-EC5A51D66291}" dt="2020-08-20T11:01:17.663" v="2292" actId="478"/>
          <ac:picMkLst>
            <pc:docMk/>
            <pc:sldMk cId="2823691288" sldId="480"/>
            <ac:picMk id="31" creationId="{941A3B95-3AB9-45DA-B074-A8E63C2CEACF}"/>
          </ac:picMkLst>
        </pc:picChg>
        <pc:picChg chg="del">
          <ac:chgData name="Marco Sanches" userId="301bf0f768bc15fc" providerId="LiveId" clId="{AD1F0D63-CEEF-48F2-8198-EC5A51D66291}" dt="2020-08-20T11:01:08.493" v="2288" actId="478"/>
          <ac:picMkLst>
            <pc:docMk/>
            <pc:sldMk cId="2823691288" sldId="480"/>
            <ac:picMk id="35" creationId="{F4F94222-1633-475F-B009-D73B201883C9}"/>
          </ac:picMkLst>
        </pc:picChg>
        <pc:picChg chg="del">
          <ac:chgData name="Marco Sanches" userId="301bf0f768bc15fc" providerId="LiveId" clId="{AD1F0D63-CEEF-48F2-8198-EC5A51D66291}" dt="2020-08-20T11:01:06.854" v="2287" actId="478"/>
          <ac:picMkLst>
            <pc:docMk/>
            <pc:sldMk cId="2823691288" sldId="480"/>
            <ac:picMk id="9216" creationId="{52C267CE-B279-4584-ABD9-4FD244647FC2}"/>
          </ac:picMkLst>
        </pc:picChg>
      </pc:sldChg>
      <pc:sldChg chg="addSp delSp modSp add mod">
        <pc:chgData name="Marco Sanches" userId="301bf0f768bc15fc" providerId="LiveId" clId="{AD1F0D63-CEEF-48F2-8198-EC5A51D66291}" dt="2020-08-20T11:11:34.195" v="2492" actId="948"/>
        <pc:sldMkLst>
          <pc:docMk/>
          <pc:sldMk cId="2173497000" sldId="481"/>
        </pc:sldMkLst>
        <pc:spChg chg="mod">
          <ac:chgData name="Marco Sanches" userId="301bf0f768bc15fc" providerId="LiveId" clId="{AD1F0D63-CEEF-48F2-8198-EC5A51D66291}" dt="2020-08-20T11:10:01.272" v="2469" actId="20577"/>
          <ac:spMkLst>
            <pc:docMk/>
            <pc:sldMk cId="2173497000" sldId="481"/>
            <ac:spMk id="2" creationId="{414298B5-57DB-48CF-898B-E1CDF856070D}"/>
          </ac:spMkLst>
        </pc:spChg>
        <pc:spChg chg="del">
          <ac:chgData name="Marco Sanches" userId="301bf0f768bc15fc" providerId="LiveId" clId="{AD1F0D63-CEEF-48F2-8198-EC5A51D66291}" dt="2020-08-20T11:09:53.479" v="2447" actId="478"/>
          <ac:spMkLst>
            <pc:docMk/>
            <pc:sldMk cId="2173497000" sldId="481"/>
            <ac:spMk id="3" creationId="{A2DF87C8-4709-4D85-8223-6C9624DA3A60}"/>
          </ac:spMkLst>
        </pc:spChg>
        <pc:spChg chg="del">
          <ac:chgData name="Marco Sanches" userId="301bf0f768bc15fc" providerId="LiveId" clId="{AD1F0D63-CEEF-48F2-8198-EC5A51D66291}" dt="2020-08-20T11:09:48.168" v="2442" actId="478"/>
          <ac:spMkLst>
            <pc:docMk/>
            <pc:sldMk cId="2173497000" sldId="481"/>
            <ac:spMk id="5" creationId="{2258B843-1EAB-44E8-ABDD-45FEF41E4974}"/>
          </ac:spMkLst>
        </pc:spChg>
        <pc:spChg chg="del">
          <ac:chgData name="Marco Sanches" userId="301bf0f768bc15fc" providerId="LiveId" clId="{AD1F0D63-CEEF-48F2-8198-EC5A51D66291}" dt="2020-08-20T11:09:49.176" v="2443" actId="478"/>
          <ac:spMkLst>
            <pc:docMk/>
            <pc:sldMk cId="2173497000" sldId="481"/>
            <ac:spMk id="6" creationId="{EA55402B-47F4-4227-829A-505A3E623E63}"/>
          </ac:spMkLst>
        </pc:spChg>
        <pc:spChg chg="del">
          <ac:chgData name="Marco Sanches" userId="301bf0f768bc15fc" providerId="LiveId" clId="{AD1F0D63-CEEF-48F2-8198-EC5A51D66291}" dt="2020-08-20T11:09:50.564" v="2444" actId="478"/>
          <ac:spMkLst>
            <pc:docMk/>
            <pc:sldMk cId="2173497000" sldId="481"/>
            <ac:spMk id="7" creationId="{BE41DC1C-DFB5-4C5A-A9F8-EE8D3BB477DA}"/>
          </ac:spMkLst>
        </pc:spChg>
        <pc:spChg chg="del">
          <ac:chgData name="Marco Sanches" userId="301bf0f768bc15fc" providerId="LiveId" clId="{AD1F0D63-CEEF-48F2-8198-EC5A51D66291}" dt="2020-08-20T11:09:51.615" v="2445" actId="478"/>
          <ac:spMkLst>
            <pc:docMk/>
            <pc:sldMk cId="2173497000" sldId="481"/>
            <ac:spMk id="10" creationId="{50721955-9889-468A-9AC3-387D52BF3F9E}"/>
          </ac:spMkLst>
        </pc:spChg>
        <pc:graphicFrameChg chg="add mod modGraphic">
          <ac:chgData name="Marco Sanches" userId="301bf0f768bc15fc" providerId="LiveId" clId="{AD1F0D63-CEEF-48F2-8198-EC5A51D66291}" dt="2020-08-20T11:11:29.386" v="2490" actId="948"/>
          <ac:graphicFrameMkLst>
            <pc:docMk/>
            <pc:sldMk cId="2173497000" sldId="481"/>
            <ac:graphicFrameMk id="14" creationId="{2FAFA8A6-3DAD-4B5F-A472-6E4159FF53E7}"/>
          </ac:graphicFrameMkLst>
        </pc:graphicFrameChg>
        <pc:graphicFrameChg chg="add mod modGraphic">
          <ac:chgData name="Marco Sanches" userId="301bf0f768bc15fc" providerId="LiveId" clId="{AD1F0D63-CEEF-48F2-8198-EC5A51D66291}" dt="2020-08-20T11:11:31.791" v="2491" actId="948"/>
          <ac:graphicFrameMkLst>
            <pc:docMk/>
            <pc:sldMk cId="2173497000" sldId="481"/>
            <ac:graphicFrameMk id="16" creationId="{7C26F714-488D-4E38-9456-4043493A1C60}"/>
          </ac:graphicFrameMkLst>
        </pc:graphicFrameChg>
        <pc:graphicFrameChg chg="add mod modGraphic">
          <ac:chgData name="Marco Sanches" userId="301bf0f768bc15fc" providerId="LiveId" clId="{AD1F0D63-CEEF-48F2-8198-EC5A51D66291}" dt="2020-08-20T11:11:34.195" v="2492" actId="948"/>
          <ac:graphicFrameMkLst>
            <pc:docMk/>
            <pc:sldMk cId="2173497000" sldId="481"/>
            <ac:graphicFrameMk id="18" creationId="{69E4FC00-4062-4E21-A123-F0BA6FFF7258}"/>
          </ac:graphicFrameMkLst>
        </pc:graphicFrameChg>
        <pc:picChg chg="del">
          <ac:chgData name="Marco Sanches" userId="301bf0f768bc15fc" providerId="LiveId" clId="{AD1F0D63-CEEF-48F2-8198-EC5A51D66291}" dt="2020-08-20T11:09:45.006" v="2438" actId="478"/>
          <ac:picMkLst>
            <pc:docMk/>
            <pc:sldMk cId="2173497000" sldId="481"/>
            <ac:picMk id="4" creationId="{4A1952A0-4BB6-49E1-90D0-22E6BD5445FA}"/>
          </ac:picMkLst>
        </pc:picChg>
        <pc:picChg chg="del">
          <ac:chgData name="Marco Sanches" userId="301bf0f768bc15fc" providerId="LiveId" clId="{AD1F0D63-CEEF-48F2-8198-EC5A51D66291}" dt="2020-08-20T11:09:52.147" v="2446" actId="478"/>
          <ac:picMkLst>
            <pc:docMk/>
            <pc:sldMk cId="2173497000" sldId="481"/>
            <ac:picMk id="8" creationId="{A016ACB9-10CC-488C-B65A-568356191576}"/>
          </ac:picMkLst>
        </pc:picChg>
        <pc:picChg chg="del">
          <ac:chgData name="Marco Sanches" userId="301bf0f768bc15fc" providerId="LiveId" clId="{AD1F0D63-CEEF-48F2-8198-EC5A51D66291}" dt="2020-08-20T11:09:47.147" v="2441" actId="478"/>
          <ac:picMkLst>
            <pc:docMk/>
            <pc:sldMk cId="2173497000" sldId="481"/>
            <ac:picMk id="9" creationId="{9C401574-6C3A-48B3-B0E3-3A56A8408F21}"/>
          </ac:picMkLst>
        </pc:picChg>
        <pc:picChg chg="del">
          <ac:chgData name="Marco Sanches" userId="301bf0f768bc15fc" providerId="LiveId" clId="{AD1F0D63-CEEF-48F2-8198-EC5A51D66291}" dt="2020-08-20T11:09:46.507" v="2440" actId="478"/>
          <ac:picMkLst>
            <pc:docMk/>
            <pc:sldMk cId="2173497000" sldId="481"/>
            <ac:picMk id="11" creationId="{894FF52B-A33C-4B5B-ABCA-4E361F084598}"/>
          </ac:picMkLst>
        </pc:picChg>
        <pc:picChg chg="del">
          <ac:chgData name="Marco Sanches" userId="301bf0f768bc15fc" providerId="LiveId" clId="{AD1F0D63-CEEF-48F2-8198-EC5A51D66291}" dt="2020-08-20T11:09:45.924" v="2439" actId="478"/>
          <ac:picMkLst>
            <pc:docMk/>
            <pc:sldMk cId="2173497000" sldId="481"/>
            <ac:picMk id="12" creationId="{8035AE9F-D10F-40E4-A6E1-779957CC835C}"/>
          </ac:picMkLst>
        </pc:picChg>
      </pc:sldChg>
      <pc:sldChg chg="addSp delSp modSp add mod">
        <pc:chgData name="Marco Sanches" userId="301bf0f768bc15fc" providerId="LiveId" clId="{AD1F0D63-CEEF-48F2-8198-EC5A51D66291}" dt="2020-08-20T21:14:41.742" v="2809" actId="478"/>
        <pc:sldMkLst>
          <pc:docMk/>
          <pc:sldMk cId="161017943" sldId="482"/>
        </pc:sldMkLst>
        <pc:spChg chg="del mod">
          <ac:chgData name="Marco Sanches" userId="301bf0f768bc15fc" providerId="LiveId" clId="{AD1F0D63-CEEF-48F2-8198-EC5A51D66291}" dt="2020-08-20T21:14:35.750" v="2807" actId="478"/>
          <ac:spMkLst>
            <pc:docMk/>
            <pc:sldMk cId="161017943" sldId="482"/>
            <ac:spMk id="2" creationId="{414298B5-57DB-48CF-898B-E1CDF856070D}"/>
          </ac:spMkLst>
        </pc:spChg>
        <pc:spChg chg="add del mod">
          <ac:chgData name="Marco Sanches" userId="301bf0f768bc15fc" providerId="LiveId" clId="{AD1F0D63-CEEF-48F2-8198-EC5A51D66291}" dt="2020-08-20T11:12:50.607" v="2515" actId="478"/>
          <ac:spMkLst>
            <pc:docMk/>
            <pc:sldMk cId="161017943" sldId="482"/>
            <ac:spMk id="3" creationId="{D8CE3D6D-B488-4B30-8C75-0445B35A01A0}"/>
          </ac:spMkLst>
        </pc:spChg>
        <pc:spChg chg="add mod">
          <ac:chgData name="Marco Sanches" userId="301bf0f768bc15fc" providerId="LiveId" clId="{AD1F0D63-CEEF-48F2-8198-EC5A51D66291}" dt="2020-08-20T16:29:01.088" v="2749" actId="20577"/>
          <ac:spMkLst>
            <pc:docMk/>
            <pc:sldMk cId="161017943" sldId="482"/>
            <ac:spMk id="4" creationId="{51C0F141-4688-4D93-B12F-59BDA79E5536}"/>
          </ac:spMkLst>
        </pc:spChg>
        <pc:spChg chg="add del mod">
          <ac:chgData name="Marco Sanches" userId="301bf0f768bc15fc" providerId="LiveId" clId="{AD1F0D63-CEEF-48F2-8198-EC5A51D66291}" dt="2020-08-20T21:14:41.742" v="2809" actId="478"/>
          <ac:spMkLst>
            <pc:docMk/>
            <pc:sldMk cId="161017943" sldId="482"/>
            <ac:spMk id="7" creationId="{D42F3998-9B56-4BB6-B86F-2C13C7F340F4}"/>
          </ac:spMkLst>
        </pc:spChg>
        <pc:spChg chg="add mod">
          <ac:chgData name="Marco Sanches" userId="301bf0f768bc15fc" providerId="LiveId" clId="{AD1F0D63-CEEF-48F2-8198-EC5A51D66291}" dt="2020-08-20T21:14:25.347" v="2806"/>
          <ac:spMkLst>
            <pc:docMk/>
            <pc:sldMk cId="161017943" sldId="482"/>
            <ac:spMk id="10" creationId="{1F364C24-6A4D-4C09-9323-19122EB7E9A2}"/>
          </ac:spMkLst>
        </pc:spChg>
        <pc:graphicFrameChg chg="del">
          <ac:chgData name="Marco Sanches" userId="301bf0f768bc15fc" providerId="LiveId" clId="{AD1F0D63-CEEF-48F2-8198-EC5A51D66291}" dt="2020-08-20T11:12:10.901" v="2494" actId="478"/>
          <ac:graphicFrameMkLst>
            <pc:docMk/>
            <pc:sldMk cId="161017943" sldId="482"/>
            <ac:graphicFrameMk id="14" creationId="{2FAFA8A6-3DAD-4B5F-A472-6E4159FF53E7}"/>
          </ac:graphicFrameMkLst>
        </pc:graphicFrameChg>
        <pc:graphicFrameChg chg="del">
          <ac:chgData name="Marco Sanches" userId="301bf0f768bc15fc" providerId="LiveId" clId="{AD1F0D63-CEEF-48F2-8198-EC5A51D66291}" dt="2020-08-20T11:12:15.540" v="2496" actId="478"/>
          <ac:graphicFrameMkLst>
            <pc:docMk/>
            <pc:sldMk cId="161017943" sldId="482"/>
            <ac:graphicFrameMk id="16" creationId="{7C26F714-488D-4E38-9456-4043493A1C60}"/>
          </ac:graphicFrameMkLst>
        </pc:graphicFrameChg>
        <pc:graphicFrameChg chg="del">
          <ac:chgData name="Marco Sanches" userId="301bf0f768bc15fc" providerId="LiveId" clId="{AD1F0D63-CEEF-48F2-8198-EC5A51D66291}" dt="2020-08-20T11:12:13.761" v="2495" actId="478"/>
          <ac:graphicFrameMkLst>
            <pc:docMk/>
            <pc:sldMk cId="161017943" sldId="482"/>
            <ac:graphicFrameMk id="18" creationId="{69E4FC00-4062-4E21-A123-F0BA6FFF7258}"/>
          </ac:graphicFrameMkLst>
        </pc:graphicFrameChg>
      </pc:sldChg>
      <pc:sldChg chg="addSp delSp modSp add mod">
        <pc:chgData name="Marco Sanches" userId="301bf0f768bc15fc" providerId="LiveId" clId="{AD1F0D63-CEEF-48F2-8198-EC5A51D66291}" dt="2020-08-20T11:14:38.886" v="2554" actId="478"/>
        <pc:sldMkLst>
          <pc:docMk/>
          <pc:sldMk cId="3091507080" sldId="483"/>
        </pc:sldMkLst>
        <pc:spChg chg="del">
          <ac:chgData name="Marco Sanches" userId="301bf0f768bc15fc" providerId="LiveId" clId="{AD1F0D63-CEEF-48F2-8198-EC5A51D66291}" dt="2020-08-20T11:14:30.579" v="2551" actId="478"/>
          <ac:spMkLst>
            <pc:docMk/>
            <pc:sldMk cId="3091507080" sldId="483"/>
            <ac:spMk id="2" creationId="{414298B5-57DB-48CF-898B-E1CDF856070D}"/>
          </ac:spMkLst>
        </pc:spChg>
        <pc:spChg chg="del">
          <ac:chgData name="Marco Sanches" userId="301bf0f768bc15fc" providerId="LiveId" clId="{AD1F0D63-CEEF-48F2-8198-EC5A51D66291}" dt="2020-08-20T11:14:00.830" v="2550" actId="478"/>
          <ac:spMkLst>
            <pc:docMk/>
            <pc:sldMk cId="3091507080" sldId="483"/>
            <ac:spMk id="4" creationId="{51C0F141-4688-4D93-B12F-59BDA79E5536}"/>
          </ac:spMkLst>
        </pc:spChg>
        <pc:spChg chg="add del mod">
          <ac:chgData name="Marco Sanches" userId="301bf0f768bc15fc" providerId="LiveId" clId="{AD1F0D63-CEEF-48F2-8198-EC5A51D66291}" dt="2020-08-20T11:14:38.886" v="2554" actId="478"/>
          <ac:spMkLst>
            <pc:docMk/>
            <pc:sldMk cId="3091507080" sldId="483"/>
            <ac:spMk id="5" creationId="{F1B566FE-1AE2-4150-A42A-97D0BB6810F9}"/>
          </ac:spMkLst>
        </pc:spChg>
        <pc:spChg chg="add mod">
          <ac:chgData name="Marco Sanches" userId="301bf0f768bc15fc" providerId="LiveId" clId="{AD1F0D63-CEEF-48F2-8198-EC5A51D66291}" dt="2020-08-20T11:14:30.985" v="2552"/>
          <ac:spMkLst>
            <pc:docMk/>
            <pc:sldMk cId="3091507080" sldId="483"/>
            <ac:spMk id="6" creationId="{93BD496B-728D-4141-AAD8-706A3ACAF42B}"/>
          </ac:spMkLst>
        </pc:spChg>
        <pc:picChg chg="add mod">
          <ac:chgData name="Marco Sanches" userId="301bf0f768bc15fc" providerId="LiveId" clId="{AD1F0D63-CEEF-48F2-8198-EC5A51D66291}" dt="2020-08-20T11:14:30.985" v="2552"/>
          <ac:picMkLst>
            <pc:docMk/>
            <pc:sldMk cId="3091507080" sldId="483"/>
            <ac:picMk id="7" creationId="{FA01B049-0612-4CD1-9AE6-DD0E5A1C7DCD}"/>
          </ac:picMkLst>
        </pc:picChg>
      </pc:sldChg>
      <pc:sldChg chg="addSp delSp modSp add mod modAnim">
        <pc:chgData name="Marco Sanches" userId="301bf0f768bc15fc" providerId="LiveId" clId="{AD1F0D63-CEEF-48F2-8198-EC5A51D66291}" dt="2020-08-20T11:16:26.769" v="2634" actId="207"/>
        <pc:sldMkLst>
          <pc:docMk/>
          <pc:sldMk cId="1752541347" sldId="484"/>
        </pc:sldMkLst>
        <pc:spChg chg="add mod">
          <ac:chgData name="Marco Sanches" userId="301bf0f768bc15fc" providerId="LiveId" clId="{AD1F0D63-CEEF-48F2-8198-EC5A51D66291}" dt="2020-08-20T11:16:26.769" v="2634" actId="207"/>
          <ac:spMkLst>
            <pc:docMk/>
            <pc:sldMk cId="1752541347" sldId="484"/>
            <ac:spMk id="5" creationId="{6F5F15E3-B580-41AA-B259-25B3A563E773}"/>
          </ac:spMkLst>
        </pc:spChg>
        <pc:spChg chg="add mod">
          <ac:chgData name="Marco Sanches" userId="301bf0f768bc15fc" providerId="LiveId" clId="{AD1F0D63-CEEF-48F2-8198-EC5A51D66291}" dt="2020-08-20T11:16:26.769" v="2634" actId="207"/>
          <ac:spMkLst>
            <pc:docMk/>
            <pc:sldMk cId="1752541347" sldId="484"/>
            <ac:spMk id="7" creationId="{6F50DF02-2100-4C6D-8802-836F88ACE40C}"/>
          </ac:spMkLst>
        </pc:spChg>
        <pc:picChg chg="del">
          <ac:chgData name="Marco Sanches" userId="301bf0f768bc15fc" providerId="LiveId" clId="{AD1F0D63-CEEF-48F2-8198-EC5A51D66291}" dt="2020-08-20T11:16:07.924" v="2630" actId="478"/>
          <ac:picMkLst>
            <pc:docMk/>
            <pc:sldMk cId="1752541347" sldId="484"/>
            <ac:picMk id="3" creationId="{5D375748-2C84-41A0-9729-B8C3338419C8}"/>
          </ac:picMkLst>
        </pc:picChg>
        <pc:picChg chg="add mod">
          <ac:chgData name="Marco Sanches" userId="301bf0f768bc15fc" providerId="LiveId" clId="{AD1F0D63-CEEF-48F2-8198-EC5A51D66291}" dt="2020-08-20T11:16:26.769" v="2634" actId="207"/>
          <ac:picMkLst>
            <pc:docMk/>
            <pc:sldMk cId="1752541347" sldId="484"/>
            <ac:picMk id="4" creationId="{0684E0DD-3CC1-4CC5-8820-E22A83BED637}"/>
          </ac:picMkLst>
        </pc:picChg>
        <pc:picChg chg="add mod">
          <ac:chgData name="Marco Sanches" userId="301bf0f768bc15fc" providerId="LiveId" clId="{AD1F0D63-CEEF-48F2-8198-EC5A51D66291}" dt="2020-08-20T11:16:26.769" v="2634" actId="207"/>
          <ac:picMkLst>
            <pc:docMk/>
            <pc:sldMk cId="1752541347" sldId="484"/>
            <ac:picMk id="6" creationId="{8B5F7B72-427D-480F-8663-074410E446FA}"/>
          </ac:picMkLst>
        </pc:picChg>
      </pc:sldChg>
      <pc:sldChg chg="modSp add mod">
        <pc:chgData name="Marco Sanches" userId="301bf0f768bc15fc" providerId="LiveId" clId="{AD1F0D63-CEEF-48F2-8198-EC5A51D66291}" dt="2020-08-21T14:08:52.629" v="2845" actId="6549"/>
        <pc:sldMkLst>
          <pc:docMk/>
          <pc:sldMk cId="3670420559" sldId="485"/>
        </pc:sldMkLst>
        <pc:spChg chg="mod">
          <ac:chgData name="Marco Sanches" userId="301bf0f768bc15fc" providerId="LiveId" clId="{AD1F0D63-CEEF-48F2-8198-EC5A51D66291}" dt="2020-08-20T21:14:52.996" v="2816" actId="20577"/>
          <ac:spMkLst>
            <pc:docMk/>
            <pc:sldMk cId="3670420559" sldId="485"/>
            <ac:spMk id="2" creationId="{414298B5-57DB-48CF-898B-E1CDF856070D}"/>
          </ac:spMkLst>
        </pc:spChg>
        <pc:spChg chg="mod">
          <ac:chgData name="Marco Sanches" userId="301bf0f768bc15fc" providerId="LiveId" clId="{AD1F0D63-CEEF-48F2-8198-EC5A51D66291}" dt="2020-08-21T14:08:52.629" v="2845" actId="6549"/>
          <ac:spMkLst>
            <pc:docMk/>
            <pc:sldMk cId="3670420559" sldId="485"/>
            <ac:spMk id="4" creationId="{51C0F141-4688-4D93-B12F-59BDA79E5536}"/>
          </ac:spMkLst>
        </pc:spChg>
      </pc:sldChg>
      <pc:sldChg chg="addSp delSp modSp add mod">
        <pc:chgData name="Marco Sanches" userId="301bf0f768bc15fc" providerId="LiveId" clId="{AD1F0D63-CEEF-48F2-8198-EC5A51D66291}" dt="2020-08-20T21:18:26.727" v="2844" actId="1076"/>
        <pc:sldMkLst>
          <pc:docMk/>
          <pc:sldMk cId="1395809432" sldId="486"/>
        </pc:sldMkLst>
        <pc:spChg chg="mod">
          <ac:chgData name="Marco Sanches" userId="301bf0f768bc15fc" providerId="LiveId" clId="{AD1F0D63-CEEF-48F2-8198-EC5A51D66291}" dt="2020-08-20T21:12:13.381" v="2798" actId="20577"/>
          <ac:spMkLst>
            <pc:docMk/>
            <pc:sldMk cId="1395809432" sldId="486"/>
            <ac:spMk id="2" creationId="{414298B5-57DB-48CF-898B-E1CDF856070D}"/>
          </ac:spMkLst>
        </pc:spChg>
        <pc:spChg chg="add mod">
          <ac:chgData name="Marco Sanches" userId="301bf0f768bc15fc" providerId="LiveId" clId="{AD1F0D63-CEEF-48F2-8198-EC5A51D66291}" dt="2020-08-20T21:18:26.727" v="2844" actId="1076"/>
          <ac:spMkLst>
            <pc:docMk/>
            <pc:sldMk cId="1395809432" sldId="486"/>
            <ac:spMk id="10" creationId="{A8A82FD8-B950-4D27-910B-A7426436AE84}"/>
          </ac:spMkLst>
        </pc:spChg>
        <pc:graphicFrameChg chg="del">
          <ac:chgData name="Marco Sanches" userId="301bf0f768bc15fc" providerId="LiveId" clId="{AD1F0D63-CEEF-48F2-8198-EC5A51D66291}" dt="2020-08-20T21:11:58.583" v="2771" actId="478"/>
          <ac:graphicFrameMkLst>
            <pc:docMk/>
            <pc:sldMk cId="1395809432" sldId="486"/>
            <ac:graphicFrameMk id="14" creationId="{2FAFA8A6-3DAD-4B5F-A472-6E4159FF53E7}"/>
          </ac:graphicFrameMkLst>
        </pc:graphicFrameChg>
        <pc:graphicFrameChg chg="del">
          <ac:chgData name="Marco Sanches" userId="301bf0f768bc15fc" providerId="LiveId" clId="{AD1F0D63-CEEF-48F2-8198-EC5A51D66291}" dt="2020-08-20T21:11:59.474" v="2772" actId="478"/>
          <ac:graphicFrameMkLst>
            <pc:docMk/>
            <pc:sldMk cId="1395809432" sldId="486"/>
            <ac:graphicFrameMk id="16" creationId="{7C26F714-488D-4E38-9456-4043493A1C60}"/>
          </ac:graphicFrameMkLst>
        </pc:graphicFrameChg>
        <pc:graphicFrameChg chg="del">
          <ac:chgData name="Marco Sanches" userId="301bf0f768bc15fc" providerId="LiveId" clId="{AD1F0D63-CEEF-48F2-8198-EC5A51D66291}" dt="2020-08-20T21:12:00.886" v="2773" actId="478"/>
          <ac:graphicFrameMkLst>
            <pc:docMk/>
            <pc:sldMk cId="1395809432" sldId="486"/>
            <ac:graphicFrameMk id="18" creationId="{69E4FC00-4062-4E21-A123-F0BA6FFF7258}"/>
          </ac:graphicFrameMkLst>
        </pc:graphicFrameChg>
        <pc:picChg chg="add mod">
          <ac:chgData name="Marco Sanches" userId="301bf0f768bc15fc" providerId="LiveId" clId="{AD1F0D63-CEEF-48F2-8198-EC5A51D66291}" dt="2020-08-20T21:16:55.164" v="2820" actId="1076"/>
          <ac:picMkLst>
            <pc:docMk/>
            <pc:sldMk cId="1395809432" sldId="486"/>
            <ac:picMk id="3" creationId="{44E88C16-F582-4327-AFF2-1AA6EB5CA54E}"/>
          </ac:picMkLst>
        </pc:picChg>
        <pc:picChg chg="add del mod">
          <ac:chgData name="Marco Sanches" userId="301bf0f768bc15fc" providerId="LiveId" clId="{AD1F0D63-CEEF-48F2-8198-EC5A51D66291}" dt="2020-08-20T21:12:36.543" v="2802" actId="478"/>
          <ac:picMkLst>
            <pc:docMk/>
            <pc:sldMk cId="1395809432" sldId="486"/>
            <ac:picMk id="4" creationId="{07FC815E-6B98-4EEB-AC5E-7DEBC84D9592}"/>
          </ac:picMkLst>
        </pc:picChg>
        <pc:picChg chg="add mod">
          <ac:chgData name="Marco Sanches" userId="301bf0f768bc15fc" providerId="LiveId" clId="{AD1F0D63-CEEF-48F2-8198-EC5A51D66291}" dt="2020-08-20T21:18:22.786" v="2843" actId="1076"/>
          <ac:picMkLst>
            <pc:docMk/>
            <pc:sldMk cId="1395809432" sldId="486"/>
            <ac:picMk id="5" creationId="{7A0CE0CF-EBD9-46CE-8F7A-79377D84941B}"/>
          </ac:picMkLst>
        </pc:picChg>
        <pc:cxnChg chg="add mod">
          <ac:chgData name="Marco Sanches" userId="301bf0f768bc15fc" providerId="LiveId" clId="{AD1F0D63-CEEF-48F2-8198-EC5A51D66291}" dt="2020-08-20T21:17:36.330" v="2824"/>
          <ac:cxnSpMkLst>
            <pc:docMk/>
            <pc:sldMk cId="1395809432" sldId="486"/>
            <ac:cxnSpMk id="8" creationId="{E9BC2EB9-CB9D-4EC5-AD40-A8B0C9194066}"/>
          </ac:cxnSpMkLst>
        </pc:cxnChg>
      </pc:sldChg>
    </pc:docChg>
  </pc:docChgLst>
  <pc:docChgLst>
    <pc:chgData name="Marco Sanches" userId="301bf0f768bc15fc" providerId="LiveId" clId="{678BCE4D-31A7-4185-8C3F-50FE229959C9}"/>
    <pc:docChg chg="custSel modSld">
      <pc:chgData name="Marco Sanches" userId="301bf0f768bc15fc" providerId="LiveId" clId="{678BCE4D-31A7-4185-8C3F-50FE229959C9}" dt="2021-02-01T17:38:11.042" v="126" actId="6549"/>
      <pc:docMkLst>
        <pc:docMk/>
      </pc:docMkLst>
      <pc:sldChg chg="modSp mod">
        <pc:chgData name="Marco Sanches" userId="301bf0f768bc15fc" providerId="LiveId" clId="{678BCE4D-31A7-4185-8C3F-50FE229959C9}" dt="2021-02-01T17:32:43.703" v="19" actId="20577"/>
        <pc:sldMkLst>
          <pc:docMk/>
          <pc:sldMk cId="1520984208" sldId="461"/>
        </pc:sldMkLst>
        <pc:spChg chg="mod">
          <ac:chgData name="Marco Sanches" userId="301bf0f768bc15fc" providerId="LiveId" clId="{678BCE4D-31A7-4185-8C3F-50FE229959C9}" dt="2021-02-01T17:32:43.703" v="19" actId="20577"/>
          <ac:spMkLst>
            <pc:docMk/>
            <pc:sldMk cId="1520984208" sldId="461"/>
            <ac:spMk id="3" creationId="{EF194D70-F0C3-4DD2-9BD8-AD75D7CFCE8E}"/>
          </ac:spMkLst>
        </pc:spChg>
        <pc:spChg chg="mod">
          <ac:chgData name="Marco Sanches" userId="301bf0f768bc15fc" providerId="LiveId" clId="{678BCE4D-31A7-4185-8C3F-50FE229959C9}" dt="2021-02-01T17:32:23.881" v="8" actId="1076"/>
          <ac:spMkLst>
            <pc:docMk/>
            <pc:sldMk cId="1520984208" sldId="461"/>
            <ac:spMk id="17" creationId="{5933531A-D3A1-461D-992C-24EAF2FCF0F5}"/>
          </ac:spMkLst>
        </pc:spChg>
        <pc:spChg chg="mod">
          <ac:chgData name="Marco Sanches" userId="301bf0f768bc15fc" providerId="LiveId" clId="{678BCE4D-31A7-4185-8C3F-50FE229959C9}" dt="2021-02-01T17:32:29.968" v="17" actId="1076"/>
          <ac:spMkLst>
            <pc:docMk/>
            <pc:sldMk cId="1520984208" sldId="461"/>
            <ac:spMk id="27" creationId="{ACAE0950-3922-488A-9BAB-E520B954E3A8}"/>
          </ac:spMkLst>
        </pc:spChg>
      </pc:sldChg>
      <pc:sldChg chg="modSp mod">
        <pc:chgData name="Marco Sanches" userId="301bf0f768bc15fc" providerId="LiveId" clId="{678BCE4D-31A7-4185-8C3F-50FE229959C9}" dt="2021-02-01T17:34:36.971" v="23" actId="208"/>
        <pc:sldMkLst>
          <pc:docMk/>
          <pc:sldMk cId="3355683838" sldId="468"/>
        </pc:sldMkLst>
        <pc:spChg chg="mod">
          <ac:chgData name="Marco Sanches" userId="301bf0f768bc15fc" providerId="LiveId" clId="{678BCE4D-31A7-4185-8C3F-50FE229959C9}" dt="2021-02-01T17:34:34.391" v="22" actId="208"/>
          <ac:spMkLst>
            <pc:docMk/>
            <pc:sldMk cId="3355683838" sldId="468"/>
            <ac:spMk id="5" creationId="{70D4BB5A-C71A-4880-A66D-AAA86B1CE2CA}"/>
          </ac:spMkLst>
        </pc:spChg>
        <pc:spChg chg="mod">
          <ac:chgData name="Marco Sanches" userId="301bf0f768bc15fc" providerId="LiveId" clId="{678BCE4D-31A7-4185-8C3F-50FE229959C9}" dt="2021-02-01T17:34:36.971" v="23" actId="208"/>
          <ac:spMkLst>
            <pc:docMk/>
            <pc:sldMk cId="3355683838" sldId="468"/>
            <ac:spMk id="7" creationId="{88A3CD3A-31F1-4A1B-AF8D-8EF6D4430466}"/>
          </ac:spMkLst>
        </pc:spChg>
      </pc:sldChg>
      <pc:sldChg chg="modNotesTx">
        <pc:chgData name="Marco Sanches" userId="301bf0f768bc15fc" providerId="LiveId" clId="{678BCE4D-31A7-4185-8C3F-50FE229959C9}" dt="2021-02-01T17:38:11.042" v="126" actId="6549"/>
        <pc:sldMkLst>
          <pc:docMk/>
          <pc:sldMk cId="1752541347" sldId="484"/>
        </pc:sldMkLst>
      </pc:sldChg>
      <pc:sldChg chg="addSp delSp modSp mod">
        <pc:chgData name="Marco Sanches" userId="301bf0f768bc15fc" providerId="LiveId" clId="{678BCE4D-31A7-4185-8C3F-50FE229959C9}" dt="2021-02-01T17:36:01.495" v="30"/>
        <pc:sldMkLst>
          <pc:docMk/>
          <pc:sldMk cId="4145914251" sldId="487"/>
        </pc:sldMkLst>
        <pc:spChg chg="del">
          <ac:chgData name="Marco Sanches" userId="301bf0f768bc15fc" providerId="LiveId" clId="{678BCE4D-31A7-4185-8C3F-50FE229959C9}" dt="2021-02-01T17:35:47.597" v="24" actId="478"/>
          <ac:spMkLst>
            <pc:docMk/>
            <pc:sldMk cId="4145914251" sldId="487"/>
            <ac:spMk id="2" creationId="{897856AD-9995-4A2C-83BB-7CDC555080CE}"/>
          </ac:spMkLst>
        </pc:spChg>
        <pc:spChg chg="add del mod">
          <ac:chgData name="Marco Sanches" userId="301bf0f768bc15fc" providerId="LiveId" clId="{678BCE4D-31A7-4185-8C3F-50FE229959C9}" dt="2021-02-01T17:35:51.669" v="27" actId="478"/>
          <ac:spMkLst>
            <pc:docMk/>
            <pc:sldMk cId="4145914251" sldId="487"/>
            <ac:spMk id="5" creationId="{BF559C8B-916E-4B86-89E2-99BA1C7BB14B}"/>
          </ac:spMkLst>
        </pc:spChg>
        <pc:spChg chg="add del mod">
          <ac:chgData name="Marco Sanches" userId="301bf0f768bc15fc" providerId="LiveId" clId="{678BCE4D-31A7-4185-8C3F-50FE229959C9}" dt="2021-02-01T17:35:50.190" v="26"/>
          <ac:spMkLst>
            <pc:docMk/>
            <pc:sldMk cId="4145914251" sldId="487"/>
            <ac:spMk id="6" creationId="{BAFC5284-EE5F-445D-914A-07CC98DAC990}"/>
          </ac:spMkLst>
        </pc:spChg>
        <pc:spChg chg="add del mod">
          <ac:chgData name="Marco Sanches" userId="301bf0f768bc15fc" providerId="LiveId" clId="{678BCE4D-31A7-4185-8C3F-50FE229959C9}" dt="2021-02-01T17:36:00.484" v="29" actId="478"/>
          <ac:spMkLst>
            <pc:docMk/>
            <pc:sldMk cId="4145914251" sldId="487"/>
            <ac:spMk id="7" creationId="{A4253901-1E03-46DD-82E2-8746CB75E247}"/>
          </ac:spMkLst>
        </pc:spChg>
        <pc:spChg chg="add mod">
          <ac:chgData name="Marco Sanches" userId="301bf0f768bc15fc" providerId="LiveId" clId="{678BCE4D-31A7-4185-8C3F-50FE229959C9}" dt="2021-02-01T17:36:01.495" v="30"/>
          <ac:spMkLst>
            <pc:docMk/>
            <pc:sldMk cId="4145914251" sldId="487"/>
            <ac:spMk id="8" creationId="{6B7380A6-B86C-471C-A64A-9FE519B57689}"/>
          </ac:spMkLst>
        </pc:spChg>
      </pc:sldChg>
    </pc:docChg>
  </pc:docChgLst>
  <pc:docChgLst>
    <pc:chgData name="Rafael Tasinato" userId="S::rtasinato@cruzeirodosul.edu.br::84df78de-abdf-41e0-b31b-aa2646aa4c2b" providerId="AD" clId="Web-{E6508AF9-B03F-71E6-E3C2-03FEF62B0C62}"/>
    <pc:docChg chg="modSld sldOrd">
      <pc:chgData name="Rafael Tasinato" userId="S::rtasinato@cruzeirodosul.edu.br::84df78de-abdf-41e0-b31b-aa2646aa4c2b" providerId="AD" clId="Web-{E6508AF9-B03F-71E6-E3C2-03FEF62B0C62}" dt="2024-02-16T22:08:49.978" v="133" actId="1076"/>
      <pc:docMkLst>
        <pc:docMk/>
      </pc:docMkLst>
      <pc:sldChg chg="modSp">
        <pc:chgData name="Rafael Tasinato" userId="S::rtasinato@cruzeirodosul.edu.br::84df78de-abdf-41e0-b31b-aa2646aa4c2b" providerId="AD" clId="Web-{E6508AF9-B03F-71E6-E3C2-03FEF62B0C62}" dt="2024-02-16T22:08:49.978" v="133" actId="1076"/>
        <pc:sldMkLst>
          <pc:docMk/>
          <pc:sldMk cId="1725870178" sldId="473"/>
        </pc:sldMkLst>
        <pc:spChg chg="mod">
          <ac:chgData name="Rafael Tasinato" userId="S::rtasinato@cruzeirodosul.edu.br::84df78de-abdf-41e0-b31b-aa2646aa4c2b" providerId="AD" clId="Web-{E6508AF9-B03F-71E6-E3C2-03FEF62B0C62}" dt="2024-02-16T22:08:49.978" v="133" actId="1076"/>
          <ac:spMkLst>
            <pc:docMk/>
            <pc:sldMk cId="1725870178" sldId="473"/>
            <ac:spMk id="11" creationId="{2BFAFC9B-6E5E-4810-9EFA-95109D6003B1}"/>
          </ac:spMkLst>
        </pc:spChg>
        <pc:grpChg chg="mod">
          <ac:chgData name="Rafael Tasinato" userId="S::rtasinato@cruzeirodosul.edu.br::84df78de-abdf-41e0-b31b-aa2646aa4c2b" providerId="AD" clId="Web-{E6508AF9-B03F-71E6-E3C2-03FEF62B0C62}" dt="2024-02-16T22:08:45.181" v="132" actId="1076"/>
          <ac:grpSpMkLst>
            <pc:docMk/>
            <pc:sldMk cId="1725870178" sldId="473"/>
            <ac:grpSpMk id="7" creationId="{883BD64C-81A2-4C30-91C6-2DE8D442D2E6}"/>
          </ac:grpSpMkLst>
        </pc:grpChg>
      </pc:sldChg>
      <pc:sldChg chg="modSp ord">
        <pc:chgData name="Rafael Tasinato" userId="S::rtasinato@cruzeirodosul.edu.br::84df78de-abdf-41e0-b31b-aa2646aa4c2b" providerId="AD" clId="Web-{E6508AF9-B03F-71E6-E3C2-03FEF62B0C62}" dt="2024-02-16T21:49:34.933" v="131"/>
        <pc:sldMkLst>
          <pc:docMk/>
          <pc:sldMk cId="3670420559" sldId="485"/>
        </pc:sldMkLst>
        <pc:spChg chg="mod">
          <ac:chgData name="Rafael Tasinato" userId="S::rtasinato@cruzeirodosul.edu.br::84df78de-abdf-41e0-b31b-aa2646aa4c2b" providerId="AD" clId="Web-{E6508AF9-B03F-71E6-E3C2-03FEF62B0C62}" dt="2024-02-16T21:47:12.471" v="130" actId="20577"/>
          <ac:spMkLst>
            <pc:docMk/>
            <pc:sldMk cId="3670420559" sldId="485"/>
            <ac:spMk id="4" creationId="{51C0F141-4688-4D93-B12F-59BDA79E5536}"/>
          </ac:spMkLst>
        </pc:spChg>
      </pc:sldChg>
      <pc:sldChg chg="ord">
        <pc:chgData name="Rafael Tasinato" userId="S::rtasinato@cruzeirodosul.edu.br::84df78de-abdf-41e0-b31b-aa2646aa4c2b" providerId="AD" clId="Web-{E6508AF9-B03F-71E6-E3C2-03FEF62B0C62}" dt="2024-02-16T21:43:38.332" v="0"/>
        <pc:sldMkLst>
          <pc:docMk/>
          <pc:sldMk cId="4145914251" sldId="487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779934C-8B28-4738-ABCB-1C35530A65B6}" type="datetimeFigureOut">
              <a:rPr lang="pt-BR" smtClean="0"/>
              <a:t>11/02/2026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62D81DA-EB0F-4E80-BCE3-2C6310F726F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4440675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" y="6334316"/>
            <a:ext cx="12192000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1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pt-BR"/>
              <a:t>Clique para editar o estilo do subtítulo Mestre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CE373A-2E63-4395-B184-C36702C204F7}" type="datetimeFigureOut">
              <a:rPr lang="pt-BR" smtClean="0"/>
              <a:pPr/>
              <a:t>11/02/2026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C44710-BE2E-4860-96CE-ACA30612ADA5}" type="slidenum">
              <a:rPr lang="pt-BR" smtClean="0"/>
              <a:pPr/>
              <a:t>‹nº›</a:t>
            </a:fld>
            <a:endParaRPr lang="pt-BR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5916948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CE373A-2E63-4395-B184-C36702C204F7}" type="datetimeFigureOut">
              <a:rPr lang="pt-BR" smtClean="0"/>
              <a:t>11/02/2026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C44710-BE2E-4860-96CE-ACA30612ADA5}" type="slidenum">
              <a:rPr lang="pt-BR" smtClean="0"/>
              <a:t>‹nº›</a:t>
            </a:fld>
            <a:endParaRPr lang="pt-BR"/>
          </a:p>
        </p:txBody>
      </p:sp>
      <p:sp>
        <p:nvSpPr>
          <p:cNvPr id="7" name="Title Placeholder 1">
            <a:extLst>
              <a:ext uri="{FF2B5EF4-FFF2-40B4-BE49-F238E27FC236}">
                <a16:creationId xmlns:a16="http://schemas.microsoft.com/office/drawing/2014/main" xmlns="" id="{1505DA42-7E5E-482C-8AB1-35EFB14939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3883" y="286603"/>
            <a:ext cx="11390051" cy="70230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xmlns="" id="{FA774A46-BCEF-436C-ABF5-F1313994465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3883" y="1047891"/>
            <a:ext cx="11390051" cy="5189327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212060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Cabeçalho da Seção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CE373A-2E63-4395-B184-C36702C204F7}" type="datetimeFigureOut">
              <a:rPr lang="pt-BR" smtClean="0"/>
              <a:t>11/02/2026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C44710-BE2E-4860-96CE-ACA30612ADA5}" type="slidenum">
              <a:rPr lang="pt-BR" smtClean="0"/>
              <a:t>‹nº›</a:t>
            </a:fld>
            <a:endParaRPr lang="pt-BR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370866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43883" y="1109709"/>
            <a:ext cx="5591157" cy="5140171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109709"/>
            <a:ext cx="5616014" cy="5140170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CE373A-2E63-4395-B184-C36702C204F7}" type="datetimeFigureOut">
              <a:rPr lang="pt-BR" smtClean="0"/>
              <a:t>11/02/2026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C44710-BE2E-4860-96CE-ACA30612ADA5}" type="slidenum">
              <a:rPr lang="pt-BR" smtClean="0"/>
              <a:t>‹nº›</a:t>
            </a:fld>
            <a:endParaRPr lang="pt-BR"/>
          </a:p>
        </p:txBody>
      </p:sp>
      <p:sp>
        <p:nvSpPr>
          <p:cNvPr id="9" name="Title Placeholder 1">
            <a:extLst>
              <a:ext uri="{FF2B5EF4-FFF2-40B4-BE49-F238E27FC236}">
                <a16:creationId xmlns:a16="http://schemas.microsoft.com/office/drawing/2014/main" xmlns="" id="{849B61B0-22A2-4DCC-9671-3DDA6D3C06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3883" y="286603"/>
            <a:ext cx="11390051" cy="70230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2726757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43882" y="1118083"/>
            <a:ext cx="5591158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43883" y="1983542"/>
            <a:ext cx="5591157" cy="4257459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19" y="1118083"/>
            <a:ext cx="5591157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19" y="1983542"/>
            <a:ext cx="5530197" cy="4257460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CE373A-2E63-4395-B184-C36702C204F7}" type="datetimeFigureOut">
              <a:rPr lang="pt-BR" smtClean="0"/>
              <a:t>11/02/2026</a:t>
            </a:fld>
            <a:endParaRPr lang="pt-B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C44710-BE2E-4860-96CE-ACA30612ADA5}" type="slidenum">
              <a:rPr lang="pt-BR" smtClean="0"/>
              <a:t>‹nº›</a:t>
            </a:fld>
            <a:endParaRPr lang="pt-BR"/>
          </a:p>
        </p:txBody>
      </p:sp>
      <p:sp>
        <p:nvSpPr>
          <p:cNvPr id="11" name="Title Placeholder 1">
            <a:extLst>
              <a:ext uri="{FF2B5EF4-FFF2-40B4-BE49-F238E27FC236}">
                <a16:creationId xmlns:a16="http://schemas.microsoft.com/office/drawing/2014/main" xmlns="" id="{D51EC910-E637-43D9-9391-2E03EF9615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3883" y="286603"/>
            <a:ext cx="11390051" cy="70230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155146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CE373A-2E63-4395-B184-C36702C204F7}" type="datetimeFigureOut">
              <a:rPr lang="pt-BR" smtClean="0"/>
              <a:t>11/02/2026</a:t>
            </a:fld>
            <a:endParaRPr lang="pt-B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C44710-BE2E-4860-96CE-ACA30612ADA5}" type="slidenum">
              <a:rPr lang="pt-BR" smtClean="0"/>
              <a:t>‹nº›</a:t>
            </a:fld>
            <a:endParaRPr lang="pt-BR"/>
          </a:p>
        </p:txBody>
      </p:sp>
      <p:sp>
        <p:nvSpPr>
          <p:cNvPr id="6" name="Title Placeholder 1">
            <a:extLst>
              <a:ext uri="{FF2B5EF4-FFF2-40B4-BE49-F238E27FC236}">
                <a16:creationId xmlns:a16="http://schemas.microsoft.com/office/drawing/2014/main" xmlns="" id="{713E76B0-CA98-4CC0-8C5D-7DA24DB224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3883" y="286603"/>
            <a:ext cx="11390051" cy="70230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132073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8CE373A-2E63-4395-B184-C36702C204F7}" type="datetimeFigureOut">
              <a:rPr lang="pt-BR" smtClean="0"/>
              <a:t>11/02/2026</a:t>
            </a:fld>
            <a:endParaRPr lang="pt-BR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pt-BR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0C44710-BE2E-4860-96CE-ACA30612ADA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76985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43883" y="286603"/>
            <a:ext cx="11390051" cy="70230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43883" y="1047891"/>
            <a:ext cx="11390051" cy="5189327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pt-BR" dirty="0"/>
              <a:t>Clique para editar os estilos de texto Mestres</a:t>
            </a:r>
          </a:p>
          <a:p>
            <a:pPr lvl="1"/>
            <a:r>
              <a:rPr lang="pt-BR" dirty="0"/>
              <a:t>Segundo nível</a:t>
            </a:r>
          </a:p>
          <a:p>
            <a:pPr lvl="2"/>
            <a:r>
              <a:rPr lang="pt-BR" dirty="0"/>
              <a:t>Terceiro nível</a:t>
            </a:r>
          </a:p>
          <a:p>
            <a:pPr lvl="3"/>
            <a:r>
              <a:rPr lang="pt-BR" dirty="0"/>
              <a:t>Quarto nível</a:t>
            </a:r>
          </a:p>
          <a:p>
            <a:pPr lvl="4"/>
            <a:r>
              <a:rPr lang="pt-BR" dirty="0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F8CE373A-2E63-4395-B184-C36702C204F7}" type="datetimeFigureOut">
              <a:rPr lang="pt-BR" smtClean="0"/>
              <a:t>11/02/2026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D0C44710-BE2E-4860-96CE-ACA30612ADA5}" type="slidenum">
              <a:rPr lang="pt-BR" smtClean="0"/>
              <a:t>‹nº›</a:t>
            </a:fld>
            <a:endParaRPr lang="pt-BR"/>
          </a:p>
        </p:txBody>
      </p:sp>
      <p:cxnSp>
        <p:nvCxnSpPr>
          <p:cNvPr id="10" name="Straight Connector 9"/>
          <p:cNvCxnSpPr>
            <a:cxnSpLocks/>
          </p:cNvCxnSpPr>
          <p:nvPr/>
        </p:nvCxnSpPr>
        <p:spPr>
          <a:xfrm>
            <a:off x="443883" y="988906"/>
            <a:ext cx="11390051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439486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0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7" Type="http://schemas.openxmlformats.org/officeDocument/2006/relationships/image" Target="../media/image14.sv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jpe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eg"/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2.sv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sv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sv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6.svg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sv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0.svg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jpe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0.svg"/><Relationship Id="rId4" Type="http://schemas.openxmlformats.org/officeDocument/2006/relationships/image" Target="../media/image13.png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.png"/><Relationship Id="rId3" Type="http://schemas.openxmlformats.org/officeDocument/2006/relationships/image" Target="../media/image31.png"/><Relationship Id="rId7" Type="http://schemas.openxmlformats.org/officeDocument/2006/relationships/image" Target="../media/image26.sv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3.png"/><Relationship Id="rId5" Type="http://schemas.openxmlformats.org/officeDocument/2006/relationships/image" Target="../media/image24.svg"/><Relationship Id="rId10" Type="http://schemas.openxmlformats.org/officeDocument/2006/relationships/image" Target="../media/image36.png"/><Relationship Id="rId4" Type="http://schemas.openxmlformats.org/officeDocument/2006/relationships/image" Target="../media/image32.png"/><Relationship Id="rId9" Type="http://schemas.openxmlformats.org/officeDocument/2006/relationships/image" Target="../media/image35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7" Type="http://schemas.openxmlformats.org/officeDocument/2006/relationships/image" Target="../media/image38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6.svg"/><Relationship Id="rId5" Type="http://schemas.openxmlformats.org/officeDocument/2006/relationships/image" Target="../media/image33.png"/><Relationship Id="rId4" Type="http://schemas.openxmlformats.org/officeDocument/2006/relationships/image" Target="../media/image24.svg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jpe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ângulo 4">
            <a:extLst>
              <a:ext uri="{FF2B5EF4-FFF2-40B4-BE49-F238E27FC236}">
                <a16:creationId xmlns:a16="http://schemas.microsoft.com/office/drawing/2014/main" xmlns="" id="{3E8859CA-F089-4F96-98B3-FD93A011C7EF}"/>
              </a:ext>
            </a:extLst>
          </p:cNvPr>
          <p:cNvSpPr/>
          <p:nvPr/>
        </p:nvSpPr>
        <p:spPr>
          <a:xfrm>
            <a:off x="1" y="0"/>
            <a:ext cx="12192000" cy="83657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020496D3-A7F6-4191-A544-6F3A9F4F7AB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42291" y="1914834"/>
            <a:ext cx="9144000" cy="2387600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pt-BR" sz="7200" dirty="0">
                <a:latin typeface="Tw Cen MT Condensed Extra Bold" panose="020B0604020202020204" pitchFamily="34" charset="0"/>
              </a:rPr>
              <a:t>Programação Orientada a Objetos</a:t>
            </a:r>
          </a:p>
        </p:txBody>
      </p:sp>
      <p:sp>
        <p:nvSpPr>
          <p:cNvPr id="8" name="Text Box 6">
            <a:extLst>
              <a:ext uri="{FF2B5EF4-FFF2-40B4-BE49-F238E27FC236}">
                <a16:creationId xmlns:a16="http://schemas.microsoft.com/office/drawing/2014/main" xmlns="" id="{63E39B05-ABEA-4D33-8316-D09939E43DA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7160" y="6396352"/>
            <a:ext cx="6044732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pt-BR" altLang="pt-BR" sz="2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ova Cond Light" panose="020B0306020202020204" pitchFamily="34" charset="0"/>
              </a:rPr>
              <a:t>Professores: Alcides / Ana / Cristiane / </a:t>
            </a:r>
            <a:r>
              <a:rPr lang="pt-BR" altLang="pt-BR" sz="2400" b="1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ova Cond Light" panose="020B0306020202020204" pitchFamily="34" charset="0"/>
              </a:rPr>
              <a:t>Ledón</a:t>
            </a:r>
            <a:r>
              <a:rPr lang="pt-BR" altLang="pt-BR" sz="2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ova Cond Light" panose="020B0306020202020204" pitchFamily="34" charset="0"/>
              </a:rPr>
              <a:t> / Marco</a:t>
            </a:r>
          </a:p>
        </p:txBody>
      </p:sp>
      <p:sp>
        <p:nvSpPr>
          <p:cNvPr id="3" name="Text Box 6">
            <a:extLst>
              <a:ext uri="{FF2B5EF4-FFF2-40B4-BE49-F238E27FC236}">
                <a16:creationId xmlns:a16="http://schemas.microsoft.com/office/drawing/2014/main" xmlns="" id="{3DEE4E3C-7147-47CC-BF2C-2D3EB96C9AD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500785" y="6427113"/>
            <a:ext cx="691215" cy="430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pt-BR" altLang="pt-BR" sz="2200" b="1" dirty="0">
                <a:solidFill>
                  <a:schemeClr val="bg1"/>
                </a:solidFill>
                <a:latin typeface="Arial Nova Cond Light" panose="020B0306020202020204" pitchFamily="34" charset="0"/>
              </a:rPr>
              <a:t>2020</a:t>
            </a:r>
            <a:endParaRPr lang="pt-BR" altLang="pt-BR" sz="2200" dirty="0">
              <a:solidFill>
                <a:schemeClr val="bg1"/>
              </a:solidFill>
              <a:latin typeface="Arial Nova Cond Light" panose="020B0306020202020204" pitchFamily="34" charset="0"/>
            </a:endParaRPr>
          </a:p>
        </p:txBody>
      </p:sp>
      <p:pic>
        <p:nvPicPr>
          <p:cNvPr id="7" name="Imagem 6" descr="Uma imagem contendo desenho&#10;&#10;Descrição gerada automaticamente">
            <a:extLst>
              <a:ext uri="{FF2B5EF4-FFF2-40B4-BE49-F238E27FC236}">
                <a16:creationId xmlns:a16="http://schemas.microsoft.com/office/drawing/2014/main" xmlns="" id="{F6B5505E-8F1E-40C3-8A49-09382B2BE0E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58000" y="154105"/>
            <a:ext cx="3276000" cy="772931"/>
          </a:xfrm>
          <a:prstGeom prst="rect">
            <a:avLst/>
          </a:prstGeom>
        </p:spPr>
      </p:pic>
      <p:pic>
        <p:nvPicPr>
          <p:cNvPr id="11" name="Imagem 10" descr="Desenho de um animal&#10;&#10;Descrição gerada automaticamente">
            <a:extLst>
              <a:ext uri="{FF2B5EF4-FFF2-40B4-BE49-F238E27FC236}">
                <a16:creationId xmlns:a16="http://schemas.microsoft.com/office/drawing/2014/main" xmlns="" id="{9A85F14C-10BA-4148-ABD0-42A83B407ECE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6956" y="273308"/>
            <a:ext cx="910670" cy="1641526"/>
          </a:xfrm>
          <a:prstGeom prst="rect">
            <a:avLst/>
          </a:prstGeom>
        </p:spPr>
      </p:pic>
      <p:pic>
        <p:nvPicPr>
          <p:cNvPr id="15" name="Imagem 14" descr="Uma imagem contendo mesa, desenho, comida&#10;&#10;Descrição gerada automaticamente">
            <a:extLst>
              <a:ext uri="{FF2B5EF4-FFF2-40B4-BE49-F238E27FC236}">
                <a16:creationId xmlns:a16="http://schemas.microsoft.com/office/drawing/2014/main" xmlns="" id="{F6DF1E88-0D51-4B80-BBE4-EEFD87C0C56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93072" y="345798"/>
            <a:ext cx="1507713" cy="1496545"/>
          </a:xfrm>
          <a:prstGeom prst="rect">
            <a:avLst/>
          </a:prstGeom>
        </p:spPr>
      </p:pic>
      <p:sp>
        <p:nvSpPr>
          <p:cNvPr id="9" name="Retângulo 8">
            <a:extLst>
              <a:ext uri="{FF2B5EF4-FFF2-40B4-BE49-F238E27FC236}">
                <a16:creationId xmlns:a16="http://schemas.microsoft.com/office/drawing/2014/main" xmlns="" id="{7A03DC27-C7FE-472B-BDB2-BC11DE0CCAFD}"/>
              </a:ext>
            </a:extLst>
          </p:cNvPr>
          <p:cNvSpPr/>
          <p:nvPr/>
        </p:nvSpPr>
        <p:spPr>
          <a:xfrm>
            <a:off x="1163782" y="4519907"/>
            <a:ext cx="5440219" cy="146525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marL="442913" indent="-442913" defTabSz="914400">
              <a:spcBef>
                <a:spcPts val="600"/>
              </a:spcBef>
              <a:spcAft>
                <a:spcPts val="200"/>
              </a:spcAft>
              <a:buClr>
                <a:schemeClr val="accent1"/>
              </a:buClr>
              <a:buSzPct val="100000"/>
              <a:buBlip>
                <a:blip r:embed="rId5"/>
              </a:buBlip>
            </a:pPr>
            <a:r>
              <a:rPr lang="pt-BR" sz="2200" cap="all" spc="200" dirty="0">
                <a:solidFill>
                  <a:schemeClr val="tx2"/>
                </a:solidFill>
                <a:latin typeface="Arial Nova Cond Light" panose="020B0306020202020204" pitchFamily="34" charset="0"/>
              </a:rPr>
              <a:t>Paradigmas de Programação</a:t>
            </a:r>
          </a:p>
          <a:p>
            <a:pPr marL="442913" indent="-442913" defTabSz="914400">
              <a:spcBef>
                <a:spcPts val="600"/>
              </a:spcBef>
              <a:spcAft>
                <a:spcPts val="200"/>
              </a:spcAft>
              <a:buClr>
                <a:schemeClr val="accent1"/>
              </a:buClr>
              <a:buSzPct val="100000"/>
              <a:buBlip>
                <a:blip r:embed="rId5"/>
              </a:buBlip>
            </a:pPr>
            <a:r>
              <a:rPr lang="pt-BR" sz="2200" cap="all" spc="200" dirty="0">
                <a:solidFill>
                  <a:schemeClr val="tx2"/>
                </a:solidFill>
                <a:latin typeface="Arial Nova Cond Light" panose="020B0306020202020204" pitchFamily="34" charset="0"/>
              </a:rPr>
              <a:t>Conceitos fundamentais de POO</a:t>
            </a:r>
          </a:p>
          <a:p>
            <a:pPr marL="442913" indent="-442913" defTabSz="914400">
              <a:spcBef>
                <a:spcPts val="600"/>
              </a:spcBef>
              <a:spcAft>
                <a:spcPts val="200"/>
              </a:spcAft>
              <a:buClr>
                <a:schemeClr val="accent1"/>
              </a:buClr>
              <a:buSzPct val="100000"/>
              <a:buBlip>
                <a:blip r:embed="rId5"/>
              </a:buBlip>
            </a:pPr>
            <a:r>
              <a:rPr lang="pt-BR" sz="2000" cap="all" spc="200" dirty="0">
                <a:solidFill>
                  <a:schemeClr val="tx2"/>
                </a:solidFill>
                <a:latin typeface="Arial Nova Cond Light" panose="020B0306020202020204" pitchFamily="34" charset="0"/>
              </a:rPr>
              <a:t>Classes e Objetos</a:t>
            </a:r>
          </a:p>
        </p:txBody>
      </p:sp>
    </p:spTree>
    <p:extLst>
      <p:ext uri="{BB962C8B-B14F-4D97-AF65-F5344CB8AC3E}">
        <p14:creationId xmlns:p14="http://schemas.microsoft.com/office/powerpoint/2010/main" val="368710603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tângulo 7">
            <a:extLst>
              <a:ext uri="{FF2B5EF4-FFF2-40B4-BE49-F238E27FC236}">
                <a16:creationId xmlns:a16="http://schemas.microsoft.com/office/drawing/2014/main" xmlns="" id="{9F654FF8-EA10-46D9-9A4C-61C040CBF2CB}"/>
              </a:ext>
            </a:extLst>
          </p:cNvPr>
          <p:cNvSpPr/>
          <p:nvPr/>
        </p:nvSpPr>
        <p:spPr>
          <a:xfrm>
            <a:off x="443883" y="2376055"/>
            <a:ext cx="5530198" cy="2907145"/>
          </a:xfrm>
          <a:prstGeom prst="rect">
            <a:avLst/>
          </a:prstGeom>
        </p:spPr>
        <p:txBody>
          <a:bodyPr vert="horz" lIns="0" tIns="45720" rIns="0" bIns="45720" rtlCol="0">
            <a:noAutofit/>
          </a:bodyPr>
          <a:lstStyle/>
          <a:p>
            <a:pPr marL="457200" indent="-457200" algn="just" defTabSz="914400">
              <a:lnSpc>
                <a:spcPct val="110000"/>
              </a:lnSpc>
              <a:spcBef>
                <a:spcPts val="600"/>
              </a:spcBef>
              <a:buClr>
                <a:schemeClr val="accent1"/>
              </a:buClr>
              <a:buFont typeface="Calibri" panose="020F0502020204030204" pitchFamily="34" charset="0"/>
              <a:buBlip>
                <a:blip r:embed="rId2"/>
              </a:buBlip>
            </a:pPr>
            <a:r>
              <a:rPr lang="pt-BR" sz="2800" dirty="0">
                <a:latin typeface="Arial Nova Cond Light" panose="020B0306020202020204" pitchFamily="34" charset="0"/>
              </a:rPr>
              <a:t>Assim como ao resolver um problema podemos adotar uma entre variadas metodologias, ao criar um programa podemos adotar um determinado paradigma de programação para desenvolvê-lo. </a:t>
            </a:r>
          </a:p>
          <a:p>
            <a:pPr algn="just" defTabSz="914400">
              <a:lnSpc>
                <a:spcPct val="110000"/>
              </a:lnSpc>
              <a:spcBef>
                <a:spcPts val="600"/>
              </a:spcBef>
              <a:buClr>
                <a:schemeClr val="accent1"/>
              </a:buClr>
              <a:buFont typeface="Calibri" panose="020F0502020204030204" pitchFamily="34" charset="0"/>
            </a:pPr>
            <a:endParaRPr lang="pt-BR" sz="2800" dirty="0">
              <a:latin typeface="Arial Nova Cond Light" panose="020B0306020202020204" pitchFamily="34" charset="0"/>
            </a:endParaRPr>
          </a:p>
        </p:txBody>
      </p:sp>
      <p:pic>
        <p:nvPicPr>
          <p:cNvPr id="1026" name="Picture 2" descr="O que é e quais são os paradigmas de programação? | GeekHunter Blog">
            <a:extLst>
              <a:ext uri="{FF2B5EF4-FFF2-40B4-BE49-F238E27FC236}">
                <a16:creationId xmlns:a16="http://schemas.microsoft.com/office/drawing/2014/main" xmlns="" id="{2E085811-0DF4-4434-9315-545FBE0F370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217921" y="2376055"/>
            <a:ext cx="5616014" cy="3159007"/>
          </a:xfrm>
          <a:prstGeom prst="rect">
            <a:avLst/>
          </a:prstGeom>
          <a:solidFill>
            <a:srgbClr val="FFFFFF"/>
          </a:solidFill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414298B5-57DB-48CF-898B-E1CDF85607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3883" y="286603"/>
            <a:ext cx="11390051" cy="702303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pt-BR" dirty="0">
                <a:latin typeface="Arial Nova Cond Light" panose="020B0306020202020204" pitchFamily="34" charset="0"/>
              </a:rPr>
              <a:t>Paradigmas de programação</a:t>
            </a:r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xmlns="" id="{EAB3B51B-8A75-4D64-8CB6-665C96E5584B}"/>
              </a:ext>
            </a:extLst>
          </p:cNvPr>
          <p:cNvSpPr txBox="1"/>
          <p:nvPr/>
        </p:nvSpPr>
        <p:spPr>
          <a:xfrm>
            <a:off x="443883" y="1079605"/>
            <a:ext cx="11390050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 algn="just" defTabSz="914400">
              <a:spcBef>
                <a:spcPts val="600"/>
              </a:spcBef>
              <a:buClr>
                <a:schemeClr val="accent1"/>
              </a:buClr>
              <a:buFont typeface="Calibri" panose="020F0502020204030204" pitchFamily="34" charset="0"/>
              <a:buBlip>
                <a:blip r:embed="rId2"/>
              </a:buBlip>
            </a:pPr>
            <a:r>
              <a:rPr lang="pt-BR" sz="2800" dirty="0">
                <a:latin typeface="Arial Nova Cond Light" panose="020B0306020202020204" pitchFamily="34" charset="0"/>
              </a:rPr>
              <a:t>Um paradigma de programação fornece (e determina) a visão que o  programador possui sobre a estruturação e execução do programa </a:t>
            </a:r>
          </a:p>
        </p:txBody>
      </p:sp>
    </p:spTree>
    <p:extLst>
      <p:ext uri="{BB962C8B-B14F-4D97-AF65-F5344CB8AC3E}">
        <p14:creationId xmlns:p14="http://schemas.microsoft.com/office/powerpoint/2010/main" val="162216319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414298B5-57DB-48CF-898B-E1CDF85607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3883" y="286603"/>
            <a:ext cx="11390051" cy="702303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pt-BR" dirty="0">
                <a:latin typeface="Arial Nova Cond Light" panose="020B0306020202020204" pitchFamily="34" charset="0"/>
              </a:rPr>
              <a:t>Paradigmas de programação</a:t>
            </a:r>
          </a:p>
        </p:txBody>
      </p:sp>
      <p:sp>
        <p:nvSpPr>
          <p:cNvPr id="3" name="Rectangle 3">
            <a:extLst>
              <a:ext uri="{FF2B5EF4-FFF2-40B4-BE49-F238E27FC236}">
                <a16:creationId xmlns:a16="http://schemas.microsoft.com/office/drawing/2014/main" xmlns="" id="{EF194D70-F0C3-4DD2-9BD8-AD75D7CFCE8E}"/>
              </a:ext>
            </a:extLst>
          </p:cNvPr>
          <p:cNvSpPr txBox="1">
            <a:spLocks noChangeArrowheads="1"/>
          </p:cNvSpPr>
          <p:nvPr/>
        </p:nvSpPr>
        <p:spPr>
          <a:xfrm>
            <a:off x="4735926" y="1307377"/>
            <a:ext cx="7012192" cy="4732338"/>
          </a:xfrm>
          <a:prstGeom prst="rect">
            <a:avLst/>
          </a:prstGeom>
          <a:solidFill>
            <a:schemeClr val="bg1"/>
          </a:solidFill>
        </p:spPr>
        <p:txBody>
          <a:bodyPr>
            <a:noAutofit/>
          </a:bodyPr>
          <a:lstStyle/>
          <a:p>
            <a:pPr marL="457200" indent="-457200" fontAlgn="auto">
              <a:spcAft>
                <a:spcPts val="0"/>
              </a:spcAft>
              <a:buBlip>
                <a:blip r:embed="rId2"/>
              </a:buBlip>
              <a:defRPr/>
            </a:pPr>
            <a:r>
              <a:rPr lang="pt-BR" sz="2800" b="1" u="sng" kern="0" dirty="0">
                <a:solidFill>
                  <a:schemeClr val="accent2">
                    <a:lumMod val="75000"/>
                  </a:schemeClr>
                </a:solidFill>
                <a:latin typeface="Arial Nova Cond Light" panose="020B0306020202020204" pitchFamily="34" charset="0"/>
                <a:cs typeface="Arial" charset="0"/>
              </a:rPr>
              <a:t>Estruturada:</a:t>
            </a:r>
          </a:p>
          <a:p>
            <a:pPr marL="640080" lvl="1" indent="-274320" algn="just" fontAlgn="auto">
              <a:spcAft>
                <a:spcPts val="0"/>
              </a:spcAft>
              <a:defRPr/>
            </a:pPr>
            <a:r>
              <a:rPr lang="pt-BR" sz="2800" kern="0" dirty="0">
                <a:latin typeface="Arial Nova Cond Light" panose="020B0306020202020204" pitchFamily="34" charset="0"/>
                <a:cs typeface="Arial" charset="0"/>
              </a:rPr>
              <a:t>	Ênfase nos procedimentos, implementados em blocos estruturados, com comunicação entre procedimentos por passagem de dados;</a:t>
            </a:r>
          </a:p>
          <a:p>
            <a:pPr marL="640080" lvl="1" indent="-274320" fontAlgn="auto">
              <a:spcAft>
                <a:spcPts val="0"/>
              </a:spcAft>
              <a:defRPr/>
            </a:pPr>
            <a:endParaRPr lang="pt-BR" sz="2800" kern="0" dirty="0">
              <a:latin typeface="Arial Nova Cond Light" panose="020B0306020202020204" pitchFamily="34" charset="0"/>
              <a:cs typeface="Arial" charset="0"/>
            </a:endParaRPr>
          </a:p>
          <a:p>
            <a:pPr marL="457200" indent="-457200" fontAlgn="auto">
              <a:spcAft>
                <a:spcPts val="0"/>
              </a:spcAft>
              <a:buBlip>
                <a:blip r:embed="rId2"/>
              </a:buBlip>
              <a:defRPr/>
            </a:pPr>
            <a:r>
              <a:rPr lang="pt-BR" sz="2800" b="1" u="sng" kern="0" dirty="0">
                <a:solidFill>
                  <a:schemeClr val="accent2">
                    <a:lumMod val="75000"/>
                  </a:schemeClr>
                </a:solidFill>
                <a:latin typeface="Arial Nova Cond Light" panose="020B0306020202020204" pitchFamily="34" charset="0"/>
                <a:cs typeface="Arial" charset="0"/>
              </a:rPr>
              <a:t>Orientada a Objetos:</a:t>
            </a:r>
          </a:p>
          <a:p>
            <a:pPr marL="640080" lvl="1" indent="-274320" algn="just" fontAlgn="auto">
              <a:spcAft>
                <a:spcPts val="0"/>
              </a:spcAft>
              <a:defRPr/>
            </a:pPr>
            <a:r>
              <a:rPr lang="pt-BR" sz="2800" kern="0" dirty="0">
                <a:latin typeface="Arial Nova Cond Light" panose="020B0306020202020204" pitchFamily="34" charset="0"/>
                <a:cs typeface="Arial" charset="0"/>
              </a:rPr>
              <a:t>	Dados e procedimentos fazem parte de um só elemento básico (objeto). Os elementos básicos comunicam-se entre si por mensagens e tem ênfase nos dados e no agrupamentos dos mesmos.</a:t>
            </a:r>
          </a:p>
        </p:txBody>
      </p:sp>
      <p:sp>
        <p:nvSpPr>
          <p:cNvPr id="7" name="Rectangle 7">
            <a:extLst>
              <a:ext uri="{FF2B5EF4-FFF2-40B4-BE49-F238E27FC236}">
                <a16:creationId xmlns:a16="http://schemas.microsoft.com/office/drawing/2014/main" xmlns="" id="{53E8E582-D367-4CAC-9B85-E29EA2CBA35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5168" y="1307377"/>
            <a:ext cx="3450359" cy="223361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pt-BR" altLang="pt-BR" sz="2800">
              <a:latin typeface="Arial Nova Cond Light" panose="020B0306020202020204" pitchFamily="34" charset="0"/>
            </a:endParaRPr>
          </a:p>
        </p:txBody>
      </p:sp>
      <p:sp>
        <p:nvSpPr>
          <p:cNvPr id="13" name="Rectangle 9">
            <a:extLst>
              <a:ext uri="{FF2B5EF4-FFF2-40B4-BE49-F238E27FC236}">
                <a16:creationId xmlns:a16="http://schemas.microsoft.com/office/drawing/2014/main" xmlns="" id="{6C05F2A1-41B2-4F47-B563-7F0788970C85}"/>
              </a:ext>
            </a:extLst>
          </p:cNvPr>
          <p:cNvSpPr>
            <a:spLocks noChangeArrowheads="1"/>
          </p:cNvSpPr>
          <p:nvPr/>
        </p:nvSpPr>
        <p:spPr bwMode="auto">
          <a:xfrm>
            <a:off x="955530" y="2532204"/>
            <a:ext cx="1152525" cy="720725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pt-BR" altLang="pt-BR" sz="2800">
                <a:latin typeface="Arial Nova Cond Light" panose="020B0306020202020204" pitchFamily="34" charset="0"/>
              </a:rPr>
              <a:t>Dados</a:t>
            </a:r>
          </a:p>
        </p:txBody>
      </p:sp>
      <p:sp>
        <p:nvSpPr>
          <p:cNvPr id="15" name="Rectangle 10">
            <a:extLst>
              <a:ext uri="{FF2B5EF4-FFF2-40B4-BE49-F238E27FC236}">
                <a16:creationId xmlns:a16="http://schemas.microsoft.com/office/drawing/2014/main" xmlns="" id="{D6A07310-49D7-497A-9854-FB600C48659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33670" y="2531339"/>
            <a:ext cx="1152525" cy="720725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pt-BR" altLang="pt-BR" sz="2800">
                <a:latin typeface="Arial Nova Cond Light" panose="020B0306020202020204" pitchFamily="34" charset="0"/>
              </a:rPr>
              <a:t>Funções</a:t>
            </a:r>
          </a:p>
        </p:txBody>
      </p:sp>
      <p:sp>
        <p:nvSpPr>
          <p:cNvPr id="17" name="Text Box 20">
            <a:extLst>
              <a:ext uri="{FF2B5EF4-FFF2-40B4-BE49-F238E27FC236}">
                <a16:creationId xmlns:a16="http://schemas.microsoft.com/office/drawing/2014/main" xmlns="" id="{5933531A-D3A1-461D-992C-24EAF2FCF0F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4751" y="1446323"/>
            <a:ext cx="3411190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2800" b="1" dirty="0">
                <a:latin typeface="Arial Nova Cond Light" panose="020B0306020202020204" pitchFamily="34" charset="0"/>
              </a:rPr>
              <a:t>Programação Estruturada</a:t>
            </a:r>
          </a:p>
        </p:txBody>
      </p:sp>
      <p:sp>
        <p:nvSpPr>
          <p:cNvPr id="19" name="Rectangle 8">
            <a:extLst>
              <a:ext uri="{FF2B5EF4-FFF2-40B4-BE49-F238E27FC236}">
                <a16:creationId xmlns:a16="http://schemas.microsoft.com/office/drawing/2014/main" xmlns="" id="{03E17F73-5879-462F-A060-EAC5EE57A3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5168" y="3791383"/>
            <a:ext cx="3450359" cy="242469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pt-BR" altLang="pt-BR" sz="2800">
              <a:latin typeface="Arial Nova Cond Light" panose="020B0306020202020204" pitchFamily="34" charset="0"/>
            </a:endParaRPr>
          </a:p>
        </p:txBody>
      </p:sp>
      <p:sp>
        <p:nvSpPr>
          <p:cNvPr id="21" name="Rectangle 13">
            <a:extLst>
              <a:ext uri="{FF2B5EF4-FFF2-40B4-BE49-F238E27FC236}">
                <a16:creationId xmlns:a16="http://schemas.microsoft.com/office/drawing/2014/main" xmlns="" id="{34BE60F2-1AE7-4065-A5AE-C53AF8CE52FE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1728" y="4460653"/>
            <a:ext cx="3057237" cy="1589164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pt-BR" altLang="pt-BR" sz="2800">
              <a:latin typeface="Arial Nova Cond Light" panose="020B0306020202020204" pitchFamily="34" charset="0"/>
            </a:endParaRPr>
          </a:p>
        </p:txBody>
      </p:sp>
      <p:sp>
        <p:nvSpPr>
          <p:cNvPr id="23" name="Rectangle 11">
            <a:extLst>
              <a:ext uri="{FF2B5EF4-FFF2-40B4-BE49-F238E27FC236}">
                <a16:creationId xmlns:a16="http://schemas.microsoft.com/office/drawing/2014/main" xmlns="" id="{E89CC3A4-86E2-42FE-A2F1-7493461564E1}"/>
              </a:ext>
            </a:extLst>
          </p:cNvPr>
          <p:cNvSpPr>
            <a:spLocks noChangeArrowheads="1"/>
          </p:cNvSpPr>
          <p:nvPr/>
        </p:nvSpPr>
        <p:spPr bwMode="auto">
          <a:xfrm>
            <a:off x="910213" y="4952567"/>
            <a:ext cx="1334221" cy="961447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pt-BR" altLang="pt-BR" sz="2800" dirty="0">
                <a:latin typeface="Arial Nova Cond Light" panose="020B0306020202020204" pitchFamily="34" charset="0"/>
              </a:rPr>
              <a:t>Atributos</a:t>
            </a:r>
          </a:p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pt-BR" altLang="pt-BR" sz="2800" dirty="0">
                <a:latin typeface="Arial Nova Cond Light" panose="020B0306020202020204" pitchFamily="34" charset="0"/>
              </a:rPr>
              <a:t>(dados)</a:t>
            </a:r>
          </a:p>
        </p:txBody>
      </p:sp>
      <p:sp>
        <p:nvSpPr>
          <p:cNvPr id="25" name="Rectangle 12">
            <a:extLst>
              <a:ext uri="{FF2B5EF4-FFF2-40B4-BE49-F238E27FC236}">
                <a16:creationId xmlns:a16="http://schemas.microsoft.com/office/drawing/2014/main" xmlns="" id="{A72BD761-E286-4DDC-82FB-A673783F05B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79682" y="4952567"/>
            <a:ext cx="1334221" cy="961447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pt-BR" altLang="pt-BR" sz="2800" dirty="0">
                <a:latin typeface="Arial Nova Cond Light" panose="020B0306020202020204" pitchFamily="34" charset="0"/>
              </a:rPr>
              <a:t>Métodos</a:t>
            </a:r>
          </a:p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pt-BR" altLang="pt-BR" sz="2800" dirty="0">
                <a:latin typeface="Arial Nova Cond Light" panose="020B0306020202020204" pitchFamily="34" charset="0"/>
              </a:rPr>
              <a:t>(funções)</a:t>
            </a:r>
          </a:p>
        </p:txBody>
      </p:sp>
      <p:sp>
        <p:nvSpPr>
          <p:cNvPr id="27" name="Text Box 23">
            <a:extLst>
              <a:ext uri="{FF2B5EF4-FFF2-40B4-BE49-F238E27FC236}">
                <a16:creationId xmlns:a16="http://schemas.microsoft.com/office/drawing/2014/main" xmlns="" id="{ACAE0950-3922-488A-9BAB-E520B954E3A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46555" y="3854872"/>
            <a:ext cx="2466253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2800" b="1" dirty="0">
                <a:latin typeface="Arial Nova Cond Light" panose="020B0306020202020204" pitchFamily="34" charset="0"/>
              </a:rPr>
              <a:t>Programação O.O</a:t>
            </a:r>
          </a:p>
        </p:txBody>
      </p:sp>
      <p:sp>
        <p:nvSpPr>
          <p:cNvPr id="29" name="Text Box 25">
            <a:extLst>
              <a:ext uri="{FF2B5EF4-FFF2-40B4-BE49-F238E27FC236}">
                <a16:creationId xmlns:a16="http://schemas.microsoft.com/office/drawing/2014/main" xmlns="" id="{9339F79C-9D09-43A5-80A3-C957B9290A6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97173" y="4441581"/>
            <a:ext cx="1001877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2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ova Cond Light" panose="020B0306020202020204" pitchFamily="34" charset="0"/>
              </a:rPr>
              <a:t>Objeto</a:t>
            </a:r>
          </a:p>
        </p:txBody>
      </p:sp>
    </p:spTree>
    <p:extLst>
      <p:ext uri="{BB962C8B-B14F-4D97-AF65-F5344CB8AC3E}">
        <p14:creationId xmlns:p14="http://schemas.microsoft.com/office/powerpoint/2010/main" val="152098420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414298B5-57DB-48CF-898B-E1CDF85607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3883" y="286603"/>
            <a:ext cx="11390051" cy="702303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pt-BR" dirty="0">
                <a:latin typeface="Arial Nova Cond Light" panose="020B0306020202020204" pitchFamily="34" charset="0"/>
              </a:rPr>
              <a:t>Programação estruturada</a:t>
            </a:r>
          </a:p>
        </p:txBody>
      </p:sp>
      <p:sp>
        <p:nvSpPr>
          <p:cNvPr id="3" name="Rectangle 3">
            <a:extLst>
              <a:ext uri="{FF2B5EF4-FFF2-40B4-BE49-F238E27FC236}">
                <a16:creationId xmlns:a16="http://schemas.microsoft.com/office/drawing/2014/main" xmlns="" id="{EF194D70-F0C3-4DD2-9BD8-AD75D7CFCE8E}"/>
              </a:ext>
            </a:extLst>
          </p:cNvPr>
          <p:cNvSpPr txBox="1">
            <a:spLocks noChangeArrowheads="1"/>
          </p:cNvSpPr>
          <p:nvPr/>
        </p:nvSpPr>
        <p:spPr>
          <a:xfrm>
            <a:off x="443882" y="1096228"/>
            <a:ext cx="11304235" cy="881641"/>
          </a:xfrm>
          <a:prstGeom prst="rect">
            <a:avLst/>
          </a:prstGeom>
          <a:solidFill>
            <a:schemeClr val="bg1"/>
          </a:solidFill>
        </p:spPr>
        <p:txBody>
          <a:bodyPr>
            <a:noAutofit/>
          </a:bodyPr>
          <a:lstStyle/>
          <a:p>
            <a:pPr marL="457200" indent="-457200">
              <a:buBlip>
                <a:blip r:embed="rId2"/>
              </a:buBlip>
              <a:defRPr/>
            </a:pPr>
            <a:r>
              <a:rPr lang="pt-BR" sz="2800" kern="0" dirty="0">
                <a:latin typeface="Arial Nova Cond Light" panose="020B0306020202020204" pitchFamily="34" charset="0"/>
                <a:cs typeface="Arial" charset="0"/>
              </a:rPr>
              <a:t>Na programação estruturada o código é composto por vários processos ligados através de chamadas.</a:t>
            </a:r>
          </a:p>
        </p:txBody>
      </p:sp>
      <p:grpSp>
        <p:nvGrpSpPr>
          <p:cNvPr id="18" name="Group 2">
            <a:extLst>
              <a:ext uri="{FF2B5EF4-FFF2-40B4-BE49-F238E27FC236}">
                <a16:creationId xmlns:a16="http://schemas.microsoft.com/office/drawing/2014/main" xmlns="" id="{D058CC3B-45DA-4FF5-B730-6117484485AA}"/>
              </a:ext>
            </a:extLst>
          </p:cNvPr>
          <p:cNvGrpSpPr>
            <a:grpSpLocks/>
          </p:cNvGrpSpPr>
          <p:nvPr/>
        </p:nvGrpSpPr>
        <p:grpSpPr bwMode="auto">
          <a:xfrm>
            <a:off x="2846985" y="2495628"/>
            <a:ext cx="5587257" cy="2543436"/>
            <a:chOff x="183" y="1693"/>
            <a:chExt cx="4711" cy="2616"/>
          </a:xfrm>
          <a:solidFill>
            <a:schemeClr val="accent1">
              <a:lumMod val="20000"/>
              <a:lumOff val="80000"/>
            </a:schemeClr>
          </a:solidFill>
        </p:grpSpPr>
        <p:sp>
          <p:nvSpPr>
            <p:cNvPr id="20" name="Rectangle 3">
              <a:extLst>
                <a:ext uri="{FF2B5EF4-FFF2-40B4-BE49-F238E27FC236}">
                  <a16:creationId xmlns:a16="http://schemas.microsoft.com/office/drawing/2014/main" xmlns="" id="{7A10F812-55CC-4138-A10F-7E4E4EDE2DF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93" y="1693"/>
              <a:ext cx="2502" cy="1137"/>
            </a:xfrm>
            <a:prstGeom prst="rect">
              <a:avLst/>
            </a:prstGeom>
            <a:grpFill/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90488" tIns="44450" rIns="90488" bIns="44450">
              <a:spAutoFit/>
            </a:bodyPr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>
                <a:spcBef>
                  <a:spcPts val="600"/>
                </a:spcBef>
                <a:buFontTx/>
                <a:buNone/>
              </a:pPr>
              <a:r>
                <a:rPr lang="pt-BR" altLang="pt-BR" sz="2800" b="1" dirty="0">
                  <a:latin typeface="Arial Nova Cond Light" panose="020B0306020202020204" pitchFamily="34" charset="0"/>
                </a:rPr>
                <a:t>Programa Principal</a:t>
              </a:r>
            </a:p>
            <a:p>
              <a:pPr algn="ctr">
                <a:spcBef>
                  <a:spcPts val="1200"/>
                </a:spcBef>
                <a:buFontTx/>
                <a:buNone/>
              </a:pPr>
              <a:r>
                <a:rPr lang="pt-BR" altLang="pt-BR" sz="2800" dirty="0">
                  <a:latin typeface="Arial Nova Cond Light" panose="020B0306020202020204" pitchFamily="34" charset="0"/>
                </a:rPr>
                <a:t>Dados</a:t>
              </a:r>
            </a:p>
          </p:txBody>
        </p:sp>
        <p:sp>
          <p:nvSpPr>
            <p:cNvPr id="22" name="Rectangle 4">
              <a:extLst>
                <a:ext uri="{FF2B5EF4-FFF2-40B4-BE49-F238E27FC236}">
                  <a16:creationId xmlns:a16="http://schemas.microsoft.com/office/drawing/2014/main" xmlns="" id="{4335A6E2-6122-4583-8A6D-2878A4932CC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3" y="3688"/>
              <a:ext cx="1110" cy="536"/>
            </a:xfrm>
            <a:prstGeom prst="rect">
              <a:avLst/>
            </a:prstGeom>
            <a:grpFill/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90488" tIns="44450" rIns="90488" bIns="44450">
              <a:spAutoFit/>
            </a:bodyPr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>
                <a:spcBef>
                  <a:spcPct val="50000"/>
                </a:spcBef>
                <a:buFontTx/>
                <a:buNone/>
              </a:pPr>
              <a:r>
                <a:rPr lang="pt-BR" altLang="pt-BR" sz="2800">
                  <a:latin typeface="Arial Nova Cond Light" panose="020B0306020202020204" pitchFamily="34" charset="0"/>
                </a:rPr>
                <a:t>Proc 1</a:t>
              </a:r>
            </a:p>
          </p:txBody>
        </p:sp>
        <p:sp>
          <p:nvSpPr>
            <p:cNvPr id="24" name="Rectangle 5">
              <a:extLst>
                <a:ext uri="{FF2B5EF4-FFF2-40B4-BE49-F238E27FC236}">
                  <a16:creationId xmlns:a16="http://schemas.microsoft.com/office/drawing/2014/main" xmlns="" id="{1B4044C1-7496-4083-A387-9050960CA0C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37" y="3694"/>
              <a:ext cx="1110" cy="536"/>
            </a:xfrm>
            <a:prstGeom prst="rect">
              <a:avLst/>
            </a:prstGeom>
            <a:grpFill/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90488" tIns="44450" rIns="90488" bIns="44450">
              <a:spAutoFit/>
            </a:bodyPr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>
                <a:spcBef>
                  <a:spcPct val="50000"/>
                </a:spcBef>
                <a:buFontTx/>
                <a:buNone/>
              </a:pPr>
              <a:r>
                <a:rPr lang="pt-BR" altLang="pt-BR" sz="2800" dirty="0" err="1">
                  <a:latin typeface="Arial Nova Cond Light" panose="020B0306020202020204" pitchFamily="34" charset="0"/>
                </a:rPr>
                <a:t>Proc</a:t>
              </a:r>
              <a:r>
                <a:rPr lang="pt-BR" altLang="pt-BR" sz="2800" dirty="0">
                  <a:latin typeface="Arial Nova Cond Light" panose="020B0306020202020204" pitchFamily="34" charset="0"/>
                </a:rPr>
                <a:t> 2</a:t>
              </a:r>
            </a:p>
          </p:txBody>
        </p:sp>
        <p:sp>
          <p:nvSpPr>
            <p:cNvPr id="26" name="Rectangle 6">
              <a:extLst>
                <a:ext uri="{FF2B5EF4-FFF2-40B4-BE49-F238E27FC236}">
                  <a16:creationId xmlns:a16="http://schemas.microsoft.com/office/drawing/2014/main" xmlns="" id="{6EC88789-CB30-4941-8F98-E216E7ADDDD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84" y="3773"/>
              <a:ext cx="1110" cy="536"/>
            </a:xfrm>
            <a:prstGeom prst="rect">
              <a:avLst/>
            </a:prstGeom>
            <a:grpFill/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90488" tIns="44450" rIns="90488" bIns="44450">
              <a:spAutoFit/>
            </a:bodyPr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>
                <a:spcBef>
                  <a:spcPct val="50000"/>
                </a:spcBef>
                <a:buFontTx/>
                <a:buNone/>
              </a:pPr>
              <a:r>
                <a:rPr lang="pt-BR" altLang="pt-BR" sz="2800" dirty="0" err="1">
                  <a:latin typeface="Arial Nova Cond Light" panose="020B0306020202020204" pitchFamily="34" charset="0"/>
                </a:rPr>
                <a:t>Proc</a:t>
              </a:r>
              <a:r>
                <a:rPr lang="pt-BR" altLang="pt-BR" sz="2800" dirty="0">
                  <a:latin typeface="Arial Nova Cond Light" panose="020B0306020202020204" pitchFamily="34" charset="0"/>
                </a:rPr>
                <a:t> 3</a:t>
              </a:r>
            </a:p>
          </p:txBody>
        </p:sp>
        <p:sp>
          <p:nvSpPr>
            <p:cNvPr id="28" name="Line 7">
              <a:extLst>
                <a:ext uri="{FF2B5EF4-FFF2-40B4-BE49-F238E27FC236}">
                  <a16:creationId xmlns:a16="http://schemas.microsoft.com/office/drawing/2014/main" xmlns="" id="{2EADA6EA-7C42-4C8C-A166-CCCB43B000A2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822" y="2830"/>
              <a:ext cx="725" cy="794"/>
            </a:xfrm>
            <a:prstGeom prst="line">
              <a:avLst/>
            </a:prstGeom>
            <a:grpFill/>
            <a:ln w="25400">
              <a:solidFill>
                <a:schemeClr val="tx2"/>
              </a:solidFill>
              <a:round/>
              <a:headEnd/>
              <a:tailEnd type="triangle" w="med" len="med"/>
            </a:ln>
          </p:spPr>
          <p:txBody>
            <a:bodyPr wrap="none" anchor="ctr"/>
            <a:lstStyle/>
            <a:p>
              <a:endParaRPr lang="pt-BR" sz="2800" dirty="0">
                <a:latin typeface="Arial Nova Cond Light" panose="020B0306020202020204" pitchFamily="34" charset="0"/>
              </a:endParaRPr>
            </a:p>
          </p:txBody>
        </p:sp>
        <p:sp>
          <p:nvSpPr>
            <p:cNvPr id="30" name="Line 8">
              <a:extLst>
                <a:ext uri="{FF2B5EF4-FFF2-40B4-BE49-F238E27FC236}">
                  <a16:creationId xmlns:a16="http://schemas.microsoft.com/office/drawing/2014/main" xmlns="" id="{48E3D7FF-7D66-4672-BB2E-5BD56C2F8A5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77" y="2850"/>
              <a:ext cx="620" cy="794"/>
            </a:xfrm>
            <a:prstGeom prst="line">
              <a:avLst/>
            </a:prstGeom>
            <a:grpFill/>
            <a:ln w="25400">
              <a:solidFill>
                <a:schemeClr val="tx2"/>
              </a:solidFill>
              <a:round/>
              <a:headEnd/>
              <a:tailEnd type="triangle" w="med" len="med"/>
            </a:ln>
          </p:spPr>
          <p:txBody>
            <a:bodyPr wrap="none" anchor="ctr"/>
            <a:lstStyle/>
            <a:p>
              <a:endParaRPr lang="pt-BR" sz="2800">
                <a:latin typeface="Arial Nova Cond Light" panose="020B0306020202020204" pitchFamily="34" charset="0"/>
              </a:endParaRPr>
            </a:p>
          </p:txBody>
        </p:sp>
        <p:sp>
          <p:nvSpPr>
            <p:cNvPr id="31" name="Line 9">
              <a:extLst>
                <a:ext uri="{FF2B5EF4-FFF2-40B4-BE49-F238E27FC236}">
                  <a16:creationId xmlns:a16="http://schemas.microsoft.com/office/drawing/2014/main" xmlns="" id="{08BFAE55-5D3F-417D-B9CE-58DF19AA8CE0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592" y="2850"/>
              <a:ext cx="3" cy="794"/>
            </a:xfrm>
            <a:prstGeom prst="line">
              <a:avLst/>
            </a:prstGeom>
            <a:grpFill/>
            <a:ln w="25400">
              <a:solidFill>
                <a:schemeClr val="tx2"/>
              </a:solidFill>
              <a:round/>
              <a:headEnd/>
              <a:tailEnd type="triangle" w="med" len="med"/>
            </a:ln>
          </p:spPr>
          <p:txBody>
            <a:bodyPr wrap="none" anchor="ctr"/>
            <a:lstStyle/>
            <a:p>
              <a:endParaRPr lang="pt-BR" sz="2800">
                <a:latin typeface="Arial Nova Cond Light" panose="020B0306020202020204" pitchFamily="34" charset="0"/>
              </a:endParaRPr>
            </a:p>
          </p:txBody>
        </p:sp>
      </p:grpSp>
      <p:sp>
        <p:nvSpPr>
          <p:cNvPr id="5" name="Retângulo 12">
            <a:extLst>
              <a:ext uri="{FF2B5EF4-FFF2-40B4-BE49-F238E27FC236}">
                <a16:creationId xmlns:a16="http://schemas.microsoft.com/office/drawing/2014/main" xmlns="" id="{72A716D1-35A0-4609-A683-5B141CB7E370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7250" y="5579017"/>
            <a:ext cx="10976684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68350" indent="-28575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pt-BR" altLang="pt-BR" sz="2800" b="1" dirty="0">
                <a:latin typeface="Arial Nova Cond Light" panose="020B0306020202020204" pitchFamily="34" charset="0"/>
              </a:rPr>
              <a:t>Exemplos de Linguagens estruturadas: </a:t>
            </a:r>
            <a:r>
              <a:rPr lang="pt-BR" altLang="pt-BR" sz="2800" dirty="0">
                <a:latin typeface="Arial Nova Cond Light" panose="020B0306020202020204" pitchFamily="34" charset="0"/>
              </a:rPr>
              <a:t>C, Pascal, </a:t>
            </a:r>
            <a:r>
              <a:rPr lang="pt-BR" altLang="pt-BR" sz="2800" dirty="0" err="1">
                <a:latin typeface="Arial Nova Cond Light" panose="020B0306020202020204" pitchFamily="34" charset="0"/>
              </a:rPr>
              <a:t>Cobol</a:t>
            </a:r>
            <a:r>
              <a:rPr lang="pt-BR" altLang="pt-BR" sz="2800" dirty="0">
                <a:latin typeface="Arial Nova Cond Light" panose="020B0306020202020204" pitchFamily="34" charset="0"/>
              </a:rPr>
              <a:t>, Basic, Clipper</a:t>
            </a:r>
          </a:p>
        </p:txBody>
      </p:sp>
    </p:spTree>
    <p:extLst>
      <p:ext uri="{BB962C8B-B14F-4D97-AF65-F5344CB8AC3E}">
        <p14:creationId xmlns:p14="http://schemas.microsoft.com/office/powerpoint/2010/main" val="294888342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414298B5-57DB-48CF-898B-E1CDF85607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3883" y="286603"/>
            <a:ext cx="11390051" cy="702303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pt-BR" dirty="0">
                <a:latin typeface="Arial Nova Cond Light" panose="020B0306020202020204" pitchFamily="34" charset="0"/>
              </a:rPr>
              <a:t>Programação Orientada a Objetos</a:t>
            </a:r>
          </a:p>
        </p:txBody>
      </p:sp>
      <p:sp>
        <p:nvSpPr>
          <p:cNvPr id="3" name="Rectangle 3">
            <a:extLst>
              <a:ext uri="{FF2B5EF4-FFF2-40B4-BE49-F238E27FC236}">
                <a16:creationId xmlns:a16="http://schemas.microsoft.com/office/drawing/2014/main" xmlns="" id="{EF194D70-F0C3-4DD2-9BD8-AD75D7CFCE8E}"/>
              </a:ext>
            </a:extLst>
          </p:cNvPr>
          <p:cNvSpPr txBox="1">
            <a:spLocks noChangeArrowheads="1"/>
          </p:cNvSpPr>
          <p:nvPr/>
        </p:nvSpPr>
        <p:spPr>
          <a:xfrm>
            <a:off x="443882" y="1082840"/>
            <a:ext cx="11304235" cy="523220"/>
          </a:xfrm>
          <a:prstGeom prst="rect">
            <a:avLst/>
          </a:prstGeom>
          <a:solidFill>
            <a:schemeClr val="bg1"/>
          </a:solidFill>
        </p:spPr>
        <p:txBody>
          <a:bodyPr>
            <a:noAutofit/>
          </a:bodyPr>
          <a:lstStyle/>
          <a:p>
            <a:pPr>
              <a:defRPr/>
            </a:pPr>
            <a:r>
              <a:rPr lang="pt-BR" sz="2800" kern="0" dirty="0">
                <a:latin typeface="Arial Nova Cond Light" panose="020B0306020202020204" pitchFamily="34" charset="0"/>
                <a:cs typeface="Arial" charset="0"/>
              </a:rPr>
              <a:t>Diminuiu a distância entre mundo real e solução computacional.</a:t>
            </a:r>
          </a:p>
        </p:txBody>
      </p:sp>
      <p:sp>
        <p:nvSpPr>
          <p:cNvPr id="5" name="Retângulo 12">
            <a:extLst>
              <a:ext uri="{FF2B5EF4-FFF2-40B4-BE49-F238E27FC236}">
                <a16:creationId xmlns:a16="http://schemas.microsoft.com/office/drawing/2014/main" xmlns="" id="{72A716D1-35A0-4609-A683-5B141CB7E37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3883" y="5627750"/>
            <a:ext cx="10976684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68350" indent="-28575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pt-BR" altLang="pt-BR" sz="2800" dirty="0">
                <a:latin typeface="Arial Nova Cond Light" panose="020B0306020202020204" pitchFamily="34" charset="0"/>
              </a:rPr>
              <a:t>Linguagens Orientadas a Objetos: </a:t>
            </a:r>
            <a:r>
              <a:rPr lang="pt-BR" altLang="pt-BR" sz="2800" b="1" dirty="0">
                <a:latin typeface="Arial Nova Cond Light" panose="020B0306020202020204" pitchFamily="34" charset="0"/>
              </a:rPr>
              <a:t>JAVA, C++, </a:t>
            </a:r>
            <a:r>
              <a:rPr lang="pt-BR" altLang="pt-BR" sz="2800" b="1" dirty="0" err="1">
                <a:latin typeface="Arial Nova Cond Light" panose="020B0306020202020204" pitchFamily="34" charset="0"/>
              </a:rPr>
              <a:t>Object</a:t>
            </a:r>
            <a:r>
              <a:rPr lang="pt-BR" altLang="pt-BR" sz="2800" b="1" dirty="0">
                <a:latin typeface="Arial Nova Cond Light" panose="020B0306020202020204" pitchFamily="34" charset="0"/>
              </a:rPr>
              <a:t> Pascal, C#, Python e Ruby.</a:t>
            </a:r>
          </a:p>
        </p:txBody>
      </p:sp>
      <p:sp>
        <p:nvSpPr>
          <p:cNvPr id="14" name="CaixaDeTexto 13">
            <a:extLst>
              <a:ext uri="{FF2B5EF4-FFF2-40B4-BE49-F238E27FC236}">
                <a16:creationId xmlns:a16="http://schemas.microsoft.com/office/drawing/2014/main" xmlns="" id="{94D40685-4B25-4357-B761-399D152A3FFF}"/>
              </a:ext>
            </a:extLst>
          </p:cNvPr>
          <p:cNvSpPr txBox="1"/>
          <p:nvPr/>
        </p:nvSpPr>
        <p:spPr>
          <a:xfrm>
            <a:off x="443883" y="2746434"/>
            <a:ext cx="11390050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pt-BR" sz="2800" kern="0" dirty="0">
                <a:latin typeface="Arial Nova Cond Light" panose="020B0306020202020204" pitchFamily="34" charset="0"/>
                <a:cs typeface="Arial" charset="0"/>
              </a:rPr>
              <a:t>Principais características:</a:t>
            </a:r>
          </a:p>
          <a:p>
            <a:pPr marL="457200" indent="-457200">
              <a:buBlip>
                <a:blip r:embed="rId2"/>
              </a:buBlip>
              <a:defRPr/>
            </a:pPr>
            <a:r>
              <a:rPr lang="pt-BR" sz="2800" kern="0" dirty="0">
                <a:latin typeface="Arial Nova Cond Light" panose="020B0306020202020204" pitchFamily="34" charset="0"/>
                <a:cs typeface="Arial" charset="0"/>
              </a:rPr>
              <a:t>Classes e objetos, encapsulamento, herança e polimorfismo.</a:t>
            </a:r>
          </a:p>
          <a:p>
            <a:pPr marL="457200" indent="-457200">
              <a:buBlip>
                <a:blip r:embed="rId2"/>
              </a:buBlip>
              <a:defRPr/>
            </a:pPr>
            <a:r>
              <a:rPr lang="pt-BR" sz="2800" kern="0" dirty="0">
                <a:latin typeface="Arial Nova Cond Light" panose="020B0306020202020204" pitchFamily="34" charset="0"/>
                <a:cs typeface="Arial" charset="0"/>
              </a:rPr>
              <a:t>Programação se dá pela comunicação entre objetos.</a:t>
            </a:r>
          </a:p>
          <a:p>
            <a:pPr marL="457200" indent="-457200">
              <a:buBlip>
                <a:blip r:embed="rId2"/>
              </a:buBlip>
              <a:defRPr/>
            </a:pPr>
            <a:r>
              <a:rPr lang="pt-BR" sz="2800" kern="0" dirty="0">
                <a:latin typeface="Arial Nova Cond Light" panose="020B0306020202020204" pitchFamily="34" charset="0"/>
                <a:cs typeface="Arial" charset="0"/>
              </a:rPr>
              <a:t>Pouco ou nenhum dado global.</a:t>
            </a:r>
          </a:p>
        </p:txBody>
      </p:sp>
      <p:sp>
        <p:nvSpPr>
          <p:cNvPr id="16" name="CaixaDeTexto 15">
            <a:extLst>
              <a:ext uri="{FF2B5EF4-FFF2-40B4-BE49-F238E27FC236}">
                <a16:creationId xmlns:a16="http://schemas.microsoft.com/office/drawing/2014/main" xmlns="" id="{B7D9F47B-3F47-4476-99BB-54DE00A5DBD9}"/>
              </a:ext>
            </a:extLst>
          </p:cNvPr>
          <p:cNvSpPr txBox="1"/>
          <p:nvPr/>
        </p:nvSpPr>
        <p:spPr>
          <a:xfrm>
            <a:off x="2490439" y="1792730"/>
            <a:ext cx="7254693" cy="52322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>
              <a:defRPr/>
            </a:pPr>
            <a:r>
              <a:rPr lang="pt-BR" sz="2800" kern="0" dirty="0">
                <a:latin typeface="Arial Nova Cond Light" panose="020B0306020202020204" pitchFamily="34" charset="0"/>
                <a:cs typeface="Arial" charset="0"/>
              </a:rPr>
              <a:t>programa = dados  + procedimentos sobre os dados</a:t>
            </a:r>
          </a:p>
        </p:txBody>
      </p:sp>
    </p:spTree>
    <p:extLst>
      <p:ext uri="{BB962C8B-B14F-4D97-AF65-F5344CB8AC3E}">
        <p14:creationId xmlns:p14="http://schemas.microsoft.com/office/powerpoint/2010/main" val="246008109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414298B5-57DB-48CF-898B-E1CDF85607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3883" y="286603"/>
            <a:ext cx="11390051" cy="702303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pt-BR" dirty="0">
                <a:latin typeface="Arial Nova Cond Light" panose="020B0306020202020204" pitchFamily="34" charset="0"/>
              </a:rPr>
              <a:t>POO – Por que?</a:t>
            </a:r>
          </a:p>
        </p:txBody>
      </p:sp>
      <p:sp>
        <p:nvSpPr>
          <p:cNvPr id="4" name="Rectangle 2054">
            <a:extLst>
              <a:ext uri="{FF2B5EF4-FFF2-40B4-BE49-F238E27FC236}">
                <a16:creationId xmlns:a16="http://schemas.microsoft.com/office/drawing/2014/main" xmlns="" id="{82556AB7-8141-459E-85F1-4688F5017C2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3883" y="1194855"/>
            <a:ext cx="6671292" cy="409855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457200" indent="-457200" algn="just" eaLnBrk="1" hangingPunct="1">
              <a:spcBef>
                <a:spcPts val="500"/>
              </a:spcBef>
              <a:spcAft>
                <a:spcPts val="500"/>
              </a:spcAft>
              <a:buBlip>
                <a:blip r:embed="rId2"/>
              </a:buBlip>
            </a:pPr>
            <a:r>
              <a:rPr lang="pt-BR" altLang="pt-BR" sz="2800" dirty="0">
                <a:latin typeface="Arial Nova Cond Light" panose="020B0306020202020204" pitchFamily="34" charset="0"/>
              </a:rPr>
              <a:t>A metodologia Orientação a Objetos é </a:t>
            </a:r>
            <a:r>
              <a:rPr lang="pt-BR" altLang="pt-BR" sz="2800" b="1" dirty="0">
                <a:latin typeface="Arial Nova Cond Light" panose="020B0306020202020204" pitchFamily="34" charset="0"/>
              </a:rPr>
              <a:t>baseada</a:t>
            </a:r>
            <a:r>
              <a:rPr lang="pt-BR" altLang="pt-BR" sz="2800" dirty="0">
                <a:latin typeface="Arial Nova Cond Light" panose="020B0306020202020204" pitchFamily="34" charset="0"/>
              </a:rPr>
              <a:t> em “</a:t>
            </a:r>
            <a:r>
              <a:rPr lang="pt-BR" altLang="pt-BR" sz="2800" i="1" dirty="0">
                <a:latin typeface="Arial Nova Cond Light" panose="020B0306020202020204" pitchFamily="34" charset="0"/>
              </a:rPr>
              <a:t>objetos do mundo real</a:t>
            </a:r>
            <a:r>
              <a:rPr lang="pt-BR" altLang="pt-BR" sz="2800" dirty="0">
                <a:latin typeface="Arial Nova Cond Light" panose="020B0306020202020204" pitchFamily="34" charset="0"/>
              </a:rPr>
              <a:t>”, e por este motivo é mais intuitiva, pois oferece recursos como: </a:t>
            </a:r>
            <a:r>
              <a:rPr lang="pt-BR" altLang="pt-BR" sz="2800" b="1" dirty="0">
                <a:latin typeface="Arial Nova Cond Light" panose="020B0306020202020204" pitchFamily="34" charset="0"/>
              </a:rPr>
              <a:t>objetos</a:t>
            </a:r>
            <a:r>
              <a:rPr lang="pt-BR" altLang="pt-BR" sz="2800" dirty="0">
                <a:latin typeface="Arial Nova Cond Light" panose="020B0306020202020204" pitchFamily="34" charset="0"/>
              </a:rPr>
              <a:t> e </a:t>
            </a:r>
            <a:r>
              <a:rPr lang="pt-BR" altLang="pt-BR" sz="2800" b="1" dirty="0">
                <a:latin typeface="Arial Nova Cond Light" panose="020B0306020202020204" pitchFamily="34" charset="0"/>
              </a:rPr>
              <a:t>atributos</a:t>
            </a:r>
            <a:r>
              <a:rPr lang="pt-BR" altLang="pt-BR" sz="2800" dirty="0">
                <a:latin typeface="Arial Nova Cond Light" panose="020B0306020202020204" pitchFamily="34" charset="0"/>
              </a:rPr>
              <a:t>, </a:t>
            </a:r>
            <a:r>
              <a:rPr lang="pt-BR" altLang="pt-BR" sz="2800" b="1" dirty="0">
                <a:latin typeface="Arial Nova Cond Light" panose="020B0306020202020204" pitchFamily="34" charset="0"/>
              </a:rPr>
              <a:t>classes</a:t>
            </a:r>
            <a:r>
              <a:rPr lang="pt-BR" altLang="pt-BR" sz="2800" dirty="0">
                <a:latin typeface="Arial Nova Cond Light" panose="020B0306020202020204" pitchFamily="34" charset="0"/>
              </a:rPr>
              <a:t> e </a:t>
            </a:r>
            <a:r>
              <a:rPr lang="pt-BR" altLang="pt-BR" sz="2800" b="1" dirty="0">
                <a:latin typeface="Arial Nova Cond Light" panose="020B0306020202020204" pitchFamily="34" charset="0"/>
              </a:rPr>
              <a:t>membros</a:t>
            </a:r>
            <a:r>
              <a:rPr lang="pt-BR" altLang="pt-BR" sz="2800" dirty="0">
                <a:latin typeface="Arial Nova Cond Light" panose="020B0306020202020204" pitchFamily="34" charset="0"/>
              </a:rPr>
              <a:t>, </a:t>
            </a:r>
            <a:r>
              <a:rPr lang="pt-BR" altLang="pt-BR" sz="2800" b="1" dirty="0">
                <a:latin typeface="Arial Nova Cond Light" panose="020B0306020202020204" pitchFamily="34" charset="0"/>
              </a:rPr>
              <a:t>estruturas</a:t>
            </a:r>
            <a:r>
              <a:rPr lang="pt-BR" altLang="pt-BR" sz="2800" dirty="0">
                <a:latin typeface="Arial Nova Cond Light" panose="020B0306020202020204" pitchFamily="34" charset="0"/>
              </a:rPr>
              <a:t> e </a:t>
            </a:r>
            <a:r>
              <a:rPr lang="pt-BR" altLang="pt-BR" sz="2800" b="1" dirty="0">
                <a:latin typeface="Arial Nova Cond Light" panose="020B0306020202020204" pitchFamily="34" charset="0"/>
              </a:rPr>
              <a:t>componentes</a:t>
            </a:r>
            <a:r>
              <a:rPr lang="pt-BR" altLang="pt-BR" sz="2800" dirty="0">
                <a:latin typeface="Arial Nova Cond Light" panose="020B0306020202020204" pitchFamily="34" charset="0"/>
              </a:rPr>
              <a:t>, </a:t>
            </a:r>
            <a:r>
              <a:rPr lang="pt-BR" altLang="pt-BR" sz="2800" b="1" dirty="0">
                <a:latin typeface="Arial Nova Cond Light" panose="020B0306020202020204" pitchFamily="34" charset="0"/>
              </a:rPr>
              <a:t>ação</a:t>
            </a:r>
            <a:r>
              <a:rPr lang="pt-BR" altLang="pt-BR" sz="2800" dirty="0">
                <a:latin typeface="Arial Nova Cond Light" panose="020B0306020202020204" pitchFamily="34" charset="0"/>
              </a:rPr>
              <a:t> e </a:t>
            </a:r>
            <a:r>
              <a:rPr lang="pt-BR" altLang="pt-BR" sz="2800" b="1" dirty="0">
                <a:latin typeface="Arial Nova Cond Light" panose="020B0306020202020204" pitchFamily="34" charset="0"/>
              </a:rPr>
              <a:t>reação</a:t>
            </a:r>
            <a:r>
              <a:rPr lang="pt-BR" altLang="pt-BR" sz="2800" dirty="0">
                <a:latin typeface="Arial Nova Cond Light" panose="020B0306020202020204" pitchFamily="34" charset="0"/>
              </a:rPr>
              <a:t>. </a:t>
            </a:r>
          </a:p>
          <a:p>
            <a:pPr marL="457200" indent="-457200" algn="just" eaLnBrk="1" hangingPunct="1">
              <a:spcBef>
                <a:spcPts val="500"/>
              </a:spcBef>
              <a:spcAft>
                <a:spcPts val="500"/>
              </a:spcAft>
              <a:buBlip>
                <a:blip r:embed="rId2"/>
              </a:buBlip>
            </a:pPr>
            <a:r>
              <a:rPr lang="pt-BR" altLang="pt-BR" sz="2800" dirty="0">
                <a:latin typeface="Arial Nova Cond Light" panose="020B0306020202020204" pitchFamily="34" charset="0"/>
              </a:rPr>
              <a:t>Em um sistema orientado a objetos, os dados e todas as operações, que manipulam esses dados, são agrupados em estruturas chamadas de “</a:t>
            </a:r>
            <a:r>
              <a:rPr lang="pt-BR" altLang="pt-BR" sz="2800" b="1" i="1" dirty="0">
                <a:latin typeface="Arial Nova Cond Light" panose="020B0306020202020204" pitchFamily="34" charset="0"/>
              </a:rPr>
              <a:t>classes</a:t>
            </a:r>
            <a:r>
              <a:rPr lang="pt-BR" altLang="pt-BR" sz="2800" dirty="0">
                <a:latin typeface="Arial Nova Cond Light" panose="020B0306020202020204" pitchFamily="34" charset="0"/>
              </a:rPr>
              <a:t>”. </a:t>
            </a:r>
            <a:endParaRPr lang="pt-BR" altLang="pt-BR" sz="1800" dirty="0">
              <a:latin typeface="Arial Nova Cond Light" panose="020B0306020202020204" pitchFamily="34" charset="0"/>
            </a:endParaRPr>
          </a:p>
        </p:txBody>
      </p:sp>
      <p:pic>
        <p:nvPicPr>
          <p:cNvPr id="3074" name="Picture 2" descr="Programação Orientada a Objetos | Programação, Objetos ...">
            <a:extLst>
              <a:ext uri="{FF2B5EF4-FFF2-40B4-BE49-F238E27FC236}">
                <a16:creationId xmlns:a16="http://schemas.microsoft.com/office/drawing/2014/main" xmlns="" id="{E7C38B69-C75F-42DB-88C5-BDC28957018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37742" y="1194855"/>
            <a:ext cx="4496192" cy="26384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3440532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414298B5-57DB-48CF-898B-E1CDF85607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3883" y="286603"/>
            <a:ext cx="11390051" cy="702303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pt-BR" dirty="0">
                <a:latin typeface="Arial Nova Cond Light" panose="020B0306020202020204" pitchFamily="34" charset="0"/>
              </a:rPr>
              <a:t>POO – Por que?</a:t>
            </a:r>
          </a:p>
        </p:txBody>
      </p:sp>
      <p:sp>
        <p:nvSpPr>
          <p:cNvPr id="4" name="Rectangle 2054">
            <a:extLst>
              <a:ext uri="{FF2B5EF4-FFF2-40B4-BE49-F238E27FC236}">
                <a16:creationId xmlns:a16="http://schemas.microsoft.com/office/drawing/2014/main" xmlns="" id="{82556AB7-8141-459E-85F1-4688F5017C2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3883" y="1194855"/>
            <a:ext cx="6760481" cy="455509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just" eaLnBrk="1" hangingPunct="1">
              <a:spcBef>
                <a:spcPts val="0"/>
              </a:spcBef>
              <a:spcAft>
                <a:spcPts val="600"/>
              </a:spcAft>
              <a:buNone/>
            </a:pPr>
            <a:r>
              <a:rPr lang="pt-BR" altLang="pt-BR" sz="2800" dirty="0">
                <a:latin typeface="Arial Nova Cond Light" panose="020B0306020202020204" pitchFamily="34" charset="0"/>
              </a:rPr>
              <a:t>Os principais problemas do software hoje são:</a:t>
            </a:r>
          </a:p>
          <a:p>
            <a:pPr marL="457200" indent="-457200" algn="just" eaLnBrk="1" hangingPunct="1">
              <a:spcBef>
                <a:spcPts val="0"/>
              </a:spcBef>
              <a:buBlip>
                <a:blip r:embed="rId2"/>
              </a:buBlip>
            </a:pPr>
            <a:r>
              <a:rPr lang="pt-BR" altLang="pt-BR" sz="2800" dirty="0">
                <a:latin typeface="Arial Nova Cond Light" panose="020B0306020202020204" pitchFamily="34" charset="0"/>
              </a:rPr>
              <a:t>Diminuir o custo e o tempo da mudança</a:t>
            </a:r>
          </a:p>
          <a:p>
            <a:pPr marL="457200" indent="-457200" algn="just" eaLnBrk="1" hangingPunct="1">
              <a:spcBef>
                <a:spcPts val="0"/>
              </a:spcBef>
              <a:buBlip>
                <a:blip r:embed="rId2"/>
              </a:buBlip>
            </a:pPr>
            <a:r>
              <a:rPr lang="pt-BR" altLang="pt-BR" sz="2800" dirty="0">
                <a:latin typeface="Arial Nova Cond Light" panose="020B0306020202020204" pitchFamily="34" charset="0"/>
              </a:rPr>
              <a:t>Aumentar a capacidade e facilidade de adaptação</a:t>
            </a:r>
          </a:p>
          <a:p>
            <a:pPr algn="just" eaLnBrk="1" hangingPunct="1">
              <a:spcBef>
                <a:spcPts val="0"/>
              </a:spcBef>
              <a:buNone/>
            </a:pPr>
            <a:endParaRPr lang="pt-BR" altLang="pt-BR" sz="2800" dirty="0">
              <a:latin typeface="Arial Nova Cond Light" panose="020B0306020202020204" pitchFamily="34" charset="0"/>
            </a:endParaRPr>
          </a:p>
          <a:p>
            <a:pPr algn="just" eaLnBrk="1" hangingPunct="1">
              <a:spcBef>
                <a:spcPts val="0"/>
              </a:spcBef>
              <a:spcAft>
                <a:spcPts val="600"/>
              </a:spcAft>
              <a:buNone/>
            </a:pPr>
            <a:r>
              <a:rPr lang="pt-BR" altLang="pt-BR" sz="2800" dirty="0">
                <a:latin typeface="Arial Nova Cond Light" panose="020B0306020202020204" pitchFamily="34" charset="0"/>
              </a:rPr>
              <a:t>Objetos são especialmente bons para: </a:t>
            </a:r>
          </a:p>
          <a:p>
            <a:pPr marL="457200" indent="-457200" algn="just" eaLnBrk="1" hangingPunct="1">
              <a:spcBef>
                <a:spcPts val="0"/>
              </a:spcBef>
              <a:buBlip>
                <a:blip r:embed="rId2"/>
              </a:buBlip>
            </a:pPr>
            <a:r>
              <a:rPr lang="pt-BR" altLang="pt-BR" sz="2800" dirty="0">
                <a:latin typeface="Arial Nova Cond Light" panose="020B0306020202020204" pitchFamily="34" charset="0"/>
              </a:rPr>
              <a:t>Reduzir o tempo necessário para adaptar um sistema existente (reação mais rápida à mudanças no seu ambiente de negócio)</a:t>
            </a:r>
          </a:p>
          <a:p>
            <a:pPr marL="457200" indent="-457200" algn="just" eaLnBrk="1" hangingPunct="1">
              <a:spcBef>
                <a:spcPts val="0"/>
              </a:spcBef>
              <a:buBlip>
                <a:blip r:embed="rId2"/>
              </a:buBlip>
            </a:pPr>
            <a:r>
              <a:rPr lang="pt-BR" altLang="pt-BR" sz="2800" dirty="0">
                <a:latin typeface="Arial Nova Cond Light" panose="020B0306020202020204" pitchFamily="34" charset="0"/>
              </a:rPr>
              <a:t>Reduzir o esforço, a complexidade e os custos associados à mudança</a:t>
            </a:r>
          </a:p>
        </p:txBody>
      </p:sp>
      <p:pic>
        <p:nvPicPr>
          <p:cNvPr id="3074" name="Picture 2" descr="Programação Orientada a Objetos | Programação, Objetos ...">
            <a:extLst>
              <a:ext uri="{FF2B5EF4-FFF2-40B4-BE49-F238E27FC236}">
                <a16:creationId xmlns:a16="http://schemas.microsoft.com/office/drawing/2014/main" xmlns="" id="{E7C38B69-C75F-42DB-88C5-BDC28957018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37742" y="1194855"/>
            <a:ext cx="4496192" cy="26384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5942052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414298B5-57DB-48CF-898B-E1CDF85607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>
                <a:latin typeface="Arial Nova Cond Light" panose="020B0306020202020204" pitchFamily="34" charset="0"/>
              </a:rPr>
              <a:t>Orientação a objetos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xmlns="" id="{A59A7E8B-8CB9-4865-A293-8F7FEF86DF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3883" y="1031226"/>
            <a:ext cx="11286299" cy="1484116"/>
          </a:xfrm>
        </p:spPr>
        <p:txBody>
          <a:bodyPr>
            <a:noAutofit/>
          </a:bodyPr>
          <a:lstStyle/>
          <a:p>
            <a:pPr marL="0" indent="0" algn="just">
              <a:lnSpc>
                <a:spcPct val="110000"/>
              </a:lnSpc>
              <a:buNone/>
              <a:defRPr/>
            </a:pPr>
            <a:r>
              <a:rPr lang="pt-BR" sz="2800" dirty="0">
                <a:solidFill>
                  <a:schemeClr val="tx1"/>
                </a:solidFill>
                <a:latin typeface="Arial Nova Cond Light" panose="020B0306020202020204" pitchFamily="34" charset="0"/>
              </a:rPr>
              <a:t>O termo orientação a objetos significa organizar o mundo real como uma coleção de objetos que incorporam estrutura de dados e um conjunto de operações que manipulam estes dados.</a:t>
            </a:r>
          </a:p>
        </p:txBody>
      </p:sp>
      <p:grpSp>
        <p:nvGrpSpPr>
          <p:cNvPr id="19" name="Agrupar 18">
            <a:extLst>
              <a:ext uri="{FF2B5EF4-FFF2-40B4-BE49-F238E27FC236}">
                <a16:creationId xmlns:a16="http://schemas.microsoft.com/office/drawing/2014/main" xmlns="" id="{45026A9F-D1C6-4548-8CC9-A199F17DEA1A}"/>
              </a:ext>
            </a:extLst>
          </p:cNvPr>
          <p:cNvGrpSpPr/>
          <p:nvPr/>
        </p:nvGrpSpPr>
        <p:grpSpPr>
          <a:xfrm>
            <a:off x="2697021" y="2243917"/>
            <a:ext cx="7499923" cy="3963696"/>
            <a:chOff x="2392221" y="2280863"/>
            <a:chExt cx="7499923" cy="3963696"/>
          </a:xfrm>
        </p:grpSpPr>
        <p:grpSp>
          <p:nvGrpSpPr>
            <p:cNvPr id="5" name="Grupo 1">
              <a:extLst>
                <a:ext uri="{FF2B5EF4-FFF2-40B4-BE49-F238E27FC236}">
                  <a16:creationId xmlns:a16="http://schemas.microsoft.com/office/drawing/2014/main" xmlns="" id="{126310F3-2F70-4D76-947F-1CB56158D40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392221" y="2280863"/>
              <a:ext cx="7499923" cy="3963696"/>
              <a:chOff x="2051050" y="3276430"/>
              <a:chExt cx="4856110" cy="3022862"/>
            </a:xfrm>
          </p:grpSpPr>
          <p:sp>
            <p:nvSpPr>
              <p:cNvPr id="6" name="Text Box 5">
                <a:extLst>
                  <a:ext uri="{FF2B5EF4-FFF2-40B4-BE49-F238E27FC236}">
                    <a16:creationId xmlns:a16="http://schemas.microsoft.com/office/drawing/2014/main" xmlns="" id="{92891C1D-B839-4827-A3ED-14AD07AC639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524250" y="3276430"/>
                <a:ext cx="1779588" cy="305138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r>
                  <a:rPr lang="pt-BR" altLang="pt-BR" sz="2000" b="1" dirty="0">
                    <a:latin typeface="Arial Nova Cond Light" panose="020B0306020202020204" pitchFamily="34" charset="0"/>
                  </a:rPr>
                  <a:t>Propriedades</a:t>
                </a:r>
              </a:p>
            </p:txBody>
          </p:sp>
          <p:sp>
            <p:nvSpPr>
              <p:cNvPr id="8" name="Text Box 6">
                <a:extLst>
                  <a:ext uri="{FF2B5EF4-FFF2-40B4-BE49-F238E27FC236}">
                    <a16:creationId xmlns:a16="http://schemas.microsoft.com/office/drawing/2014/main" xmlns="" id="{1059E901-93FF-4656-B13C-DF50F560BC1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302250" y="3276430"/>
                <a:ext cx="1604910" cy="305138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anchor="ctr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r>
                  <a:rPr lang="pt-BR" altLang="pt-BR" sz="2000" b="1" dirty="0">
                    <a:latin typeface="Arial Nova Cond Light" panose="020B0306020202020204" pitchFamily="34" charset="0"/>
                  </a:rPr>
                  <a:t>Comportamentos</a:t>
                </a:r>
              </a:p>
            </p:txBody>
          </p:sp>
          <p:sp>
            <p:nvSpPr>
              <p:cNvPr id="9" name="Text Box 7">
                <a:extLst>
                  <a:ext uri="{FF2B5EF4-FFF2-40B4-BE49-F238E27FC236}">
                    <a16:creationId xmlns:a16="http://schemas.microsoft.com/office/drawing/2014/main" xmlns="" id="{A2FB6309-B435-4630-9839-5BD254025197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524250" y="3582374"/>
                <a:ext cx="1812925" cy="124402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r>
                  <a:rPr lang="pt-BR" altLang="pt-BR" sz="2000" dirty="0">
                    <a:latin typeface="Arial Nova Cond Light" panose="020B0306020202020204" pitchFamily="34" charset="0"/>
                  </a:rPr>
                  <a:t>Nome</a:t>
                </a:r>
              </a:p>
              <a:p>
                <a:pPr>
                  <a:spcBef>
                    <a:spcPct val="0"/>
                  </a:spcBef>
                  <a:buFontTx/>
                  <a:buNone/>
                </a:pPr>
                <a:r>
                  <a:rPr lang="pt-BR" altLang="pt-BR" sz="2000" dirty="0">
                    <a:latin typeface="Arial Nova Cond Light" panose="020B0306020202020204" pitchFamily="34" charset="0"/>
                  </a:rPr>
                  <a:t>Profissão</a:t>
                </a:r>
              </a:p>
              <a:p>
                <a:pPr>
                  <a:spcBef>
                    <a:spcPct val="0"/>
                  </a:spcBef>
                  <a:buFontTx/>
                  <a:buNone/>
                </a:pPr>
                <a:r>
                  <a:rPr lang="pt-BR" altLang="pt-BR" sz="2000" dirty="0">
                    <a:latin typeface="Arial Nova Cond Light" panose="020B0306020202020204" pitchFamily="34" charset="0"/>
                  </a:rPr>
                  <a:t>Data de Nascimento</a:t>
                </a:r>
              </a:p>
              <a:p>
                <a:pPr>
                  <a:spcBef>
                    <a:spcPct val="0"/>
                  </a:spcBef>
                  <a:buFontTx/>
                  <a:buNone/>
                </a:pPr>
                <a:r>
                  <a:rPr lang="pt-BR" altLang="pt-BR" sz="2000" dirty="0">
                    <a:latin typeface="Arial Nova Cond Light" panose="020B0306020202020204" pitchFamily="34" charset="0"/>
                  </a:rPr>
                  <a:t>Peso</a:t>
                </a:r>
              </a:p>
              <a:p>
                <a:pPr>
                  <a:spcBef>
                    <a:spcPct val="0"/>
                  </a:spcBef>
                  <a:buFontTx/>
                  <a:buNone/>
                </a:pPr>
                <a:r>
                  <a:rPr lang="pt-BR" altLang="pt-BR" sz="2000" dirty="0">
                    <a:latin typeface="Arial Nova Cond Light" panose="020B0306020202020204" pitchFamily="34" charset="0"/>
                  </a:rPr>
                  <a:t>Altura</a:t>
                </a:r>
              </a:p>
            </p:txBody>
          </p:sp>
          <p:sp>
            <p:nvSpPr>
              <p:cNvPr id="10" name="Text Box 8">
                <a:extLst>
                  <a:ext uri="{FF2B5EF4-FFF2-40B4-BE49-F238E27FC236}">
                    <a16:creationId xmlns:a16="http://schemas.microsoft.com/office/drawing/2014/main" xmlns="" id="{AE720DF3-4833-4366-AC1F-1A0980B83F85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437188" y="3582374"/>
                <a:ext cx="1465262" cy="124402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anchor="ctr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r>
                  <a:rPr lang="pt-BR" altLang="pt-BR" sz="2000" dirty="0">
                    <a:latin typeface="Arial Nova Cond Light" panose="020B0306020202020204" pitchFamily="34" charset="0"/>
                  </a:rPr>
                  <a:t>Andar</a:t>
                </a:r>
              </a:p>
              <a:p>
                <a:pPr>
                  <a:spcBef>
                    <a:spcPct val="0"/>
                  </a:spcBef>
                  <a:buFontTx/>
                  <a:buNone/>
                </a:pPr>
                <a:r>
                  <a:rPr lang="pt-BR" altLang="pt-BR" sz="2000" dirty="0">
                    <a:latin typeface="Arial Nova Cond Light" panose="020B0306020202020204" pitchFamily="34" charset="0"/>
                  </a:rPr>
                  <a:t>Correr</a:t>
                </a:r>
              </a:p>
              <a:p>
                <a:pPr>
                  <a:spcBef>
                    <a:spcPct val="0"/>
                  </a:spcBef>
                  <a:buFontTx/>
                  <a:buNone/>
                </a:pPr>
                <a:r>
                  <a:rPr lang="pt-BR" altLang="pt-BR" sz="2000" dirty="0">
                    <a:latin typeface="Arial Nova Cond Light" panose="020B0306020202020204" pitchFamily="34" charset="0"/>
                  </a:rPr>
                  <a:t>Trabalhar</a:t>
                </a:r>
              </a:p>
              <a:p>
                <a:pPr>
                  <a:spcBef>
                    <a:spcPct val="0"/>
                  </a:spcBef>
                  <a:buFontTx/>
                  <a:buNone/>
                </a:pPr>
                <a:r>
                  <a:rPr lang="pt-BR" altLang="pt-BR" sz="2000" dirty="0">
                    <a:latin typeface="Arial Nova Cond Light" panose="020B0306020202020204" pitchFamily="34" charset="0"/>
                  </a:rPr>
                  <a:t>Chorar</a:t>
                </a:r>
              </a:p>
              <a:p>
                <a:pPr>
                  <a:spcBef>
                    <a:spcPct val="0"/>
                  </a:spcBef>
                  <a:buFontTx/>
                  <a:buNone/>
                </a:pPr>
                <a:r>
                  <a:rPr lang="pt-BR" altLang="pt-BR" sz="2000" dirty="0">
                    <a:latin typeface="Arial Nova Cond Light" panose="020B0306020202020204" pitchFamily="34" charset="0"/>
                  </a:rPr>
                  <a:t>Dançar</a:t>
                </a:r>
              </a:p>
            </p:txBody>
          </p:sp>
          <p:sp>
            <p:nvSpPr>
              <p:cNvPr id="11" name="Text Box 9">
                <a:extLst>
                  <a:ext uri="{FF2B5EF4-FFF2-40B4-BE49-F238E27FC236}">
                    <a16:creationId xmlns:a16="http://schemas.microsoft.com/office/drawing/2014/main" xmlns="" id="{F4E08051-8854-42CB-9406-76B9F9E66BE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051050" y="3276430"/>
                <a:ext cx="1524000" cy="305138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r>
                  <a:rPr lang="pt-BR" altLang="pt-BR" sz="2000" b="1" dirty="0">
                    <a:latin typeface="Arial Nova Cond Light" panose="020B0306020202020204" pitchFamily="34" charset="0"/>
                  </a:rPr>
                  <a:t>Classe: Pessoa</a:t>
                </a:r>
              </a:p>
            </p:txBody>
          </p:sp>
          <p:sp>
            <p:nvSpPr>
              <p:cNvPr id="13" name="Text Box 11">
                <a:extLst>
                  <a:ext uri="{FF2B5EF4-FFF2-40B4-BE49-F238E27FC236}">
                    <a16:creationId xmlns:a16="http://schemas.microsoft.com/office/drawing/2014/main" xmlns="" id="{BFC2DD08-674F-445A-8A68-94293F4F3E5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524250" y="5289990"/>
                <a:ext cx="1574800" cy="100930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r>
                  <a:rPr lang="pt-BR" altLang="pt-BR" sz="2000" dirty="0">
                    <a:latin typeface="Arial Nova Cond Light" panose="020B0306020202020204" pitchFamily="34" charset="0"/>
                  </a:rPr>
                  <a:t>Espécie</a:t>
                </a:r>
              </a:p>
              <a:p>
                <a:pPr>
                  <a:spcBef>
                    <a:spcPct val="0"/>
                  </a:spcBef>
                  <a:buFontTx/>
                  <a:buNone/>
                </a:pPr>
                <a:r>
                  <a:rPr lang="pt-BR" altLang="pt-BR" sz="2000" dirty="0">
                    <a:latin typeface="Arial Nova Cond Light" panose="020B0306020202020204" pitchFamily="34" charset="0"/>
                  </a:rPr>
                  <a:t>Cor das penas</a:t>
                </a:r>
              </a:p>
              <a:p>
                <a:pPr>
                  <a:spcBef>
                    <a:spcPct val="0"/>
                  </a:spcBef>
                  <a:buFontTx/>
                  <a:buNone/>
                </a:pPr>
                <a:r>
                  <a:rPr lang="pt-BR" altLang="pt-BR" sz="2000" dirty="0">
                    <a:latin typeface="Arial Nova Cond Light" panose="020B0306020202020204" pitchFamily="34" charset="0"/>
                  </a:rPr>
                  <a:t>Tamanho</a:t>
                </a:r>
              </a:p>
              <a:p>
                <a:pPr>
                  <a:spcBef>
                    <a:spcPct val="0"/>
                  </a:spcBef>
                  <a:buFontTx/>
                  <a:buNone/>
                </a:pPr>
                <a:r>
                  <a:rPr lang="pt-BR" altLang="pt-BR" sz="2000" dirty="0">
                    <a:latin typeface="Arial Nova Cond Light" panose="020B0306020202020204" pitchFamily="34" charset="0"/>
                  </a:rPr>
                  <a:t>Peso</a:t>
                </a:r>
              </a:p>
            </p:txBody>
          </p:sp>
          <p:sp>
            <p:nvSpPr>
              <p:cNvPr id="14" name="Text Box 12">
                <a:extLst>
                  <a:ext uri="{FF2B5EF4-FFF2-40B4-BE49-F238E27FC236}">
                    <a16:creationId xmlns:a16="http://schemas.microsoft.com/office/drawing/2014/main" xmlns="" id="{23E09278-494F-41D4-89FE-4F24002217B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327650" y="5280001"/>
                <a:ext cx="1574800" cy="100930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anchor="ctr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r>
                  <a:rPr lang="pt-BR" altLang="pt-BR" sz="2000" dirty="0">
                    <a:latin typeface="Arial Nova Cond Light" panose="020B0306020202020204" pitchFamily="34" charset="0"/>
                  </a:rPr>
                  <a:t>Andar</a:t>
                </a:r>
              </a:p>
              <a:p>
                <a:pPr>
                  <a:spcBef>
                    <a:spcPct val="0"/>
                  </a:spcBef>
                  <a:buFontTx/>
                  <a:buNone/>
                </a:pPr>
                <a:r>
                  <a:rPr lang="pt-BR" altLang="pt-BR" sz="2000" dirty="0">
                    <a:latin typeface="Arial Nova Cond Light" panose="020B0306020202020204" pitchFamily="34" charset="0"/>
                  </a:rPr>
                  <a:t>Correr</a:t>
                </a:r>
              </a:p>
              <a:p>
                <a:pPr>
                  <a:spcBef>
                    <a:spcPct val="0"/>
                  </a:spcBef>
                  <a:buFontTx/>
                  <a:buNone/>
                </a:pPr>
                <a:r>
                  <a:rPr lang="pt-BR" altLang="pt-BR" sz="2000" dirty="0">
                    <a:latin typeface="Arial Nova Cond Light" panose="020B0306020202020204" pitchFamily="34" charset="0"/>
                  </a:rPr>
                  <a:t>Voar</a:t>
                </a:r>
              </a:p>
              <a:p>
                <a:pPr>
                  <a:spcBef>
                    <a:spcPct val="0"/>
                  </a:spcBef>
                  <a:buFontTx/>
                  <a:buNone/>
                </a:pPr>
                <a:r>
                  <a:rPr lang="pt-BR" altLang="pt-BR" sz="2000" dirty="0">
                    <a:latin typeface="Arial Nova Cond Light" panose="020B0306020202020204" pitchFamily="34" charset="0"/>
                  </a:rPr>
                  <a:t>Pousar</a:t>
                </a:r>
              </a:p>
            </p:txBody>
          </p:sp>
          <p:sp>
            <p:nvSpPr>
              <p:cNvPr id="16" name="Text Box 14">
                <a:extLst>
                  <a:ext uri="{FF2B5EF4-FFF2-40B4-BE49-F238E27FC236}">
                    <a16:creationId xmlns:a16="http://schemas.microsoft.com/office/drawing/2014/main" xmlns="" id="{C89D3650-0833-432F-9BEA-2659370605D5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549650" y="4942588"/>
                <a:ext cx="1779588" cy="305138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r>
                  <a:rPr lang="pt-BR" altLang="pt-BR" sz="2000" b="1">
                    <a:latin typeface="Arial Nova Cond Light" panose="020B0306020202020204" pitchFamily="34" charset="0"/>
                  </a:rPr>
                  <a:t>Propriedades</a:t>
                </a:r>
              </a:p>
            </p:txBody>
          </p:sp>
          <p:sp>
            <p:nvSpPr>
              <p:cNvPr id="17" name="Text Box 15">
                <a:extLst>
                  <a:ext uri="{FF2B5EF4-FFF2-40B4-BE49-F238E27FC236}">
                    <a16:creationId xmlns:a16="http://schemas.microsoft.com/office/drawing/2014/main" xmlns="" id="{F9C03F68-5D6E-4D0F-8DAF-3693173F8DB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327650" y="4942588"/>
                <a:ext cx="1579510" cy="305138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anchor="ctr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r>
                  <a:rPr lang="pt-BR" altLang="pt-BR" sz="2000" b="1" dirty="0">
                    <a:latin typeface="Arial Nova Cond Light" panose="020B0306020202020204" pitchFamily="34" charset="0"/>
                  </a:rPr>
                  <a:t>Comportamentos</a:t>
                </a:r>
              </a:p>
            </p:txBody>
          </p:sp>
          <p:sp>
            <p:nvSpPr>
              <p:cNvPr id="18" name="Text Box 16">
                <a:extLst>
                  <a:ext uri="{FF2B5EF4-FFF2-40B4-BE49-F238E27FC236}">
                    <a16:creationId xmlns:a16="http://schemas.microsoft.com/office/drawing/2014/main" xmlns="" id="{D350691A-15E1-4349-9695-00E59A08274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076450" y="4942588"/>
                <a:ext cx="1498600" cy="305138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r>
                  <a:rPr lang="pt-BR" altLang="pt-BR" sz="2000" b="1" dirty="0">
                    <a:latin typeface="Arial Nova Cond Light" panose="020B0306020202020204" pitchFamily="34" charset="0"/>
                  </a:rPr>
                  <a:t>Classe: Pássaro</a:t>
                </a:r>
              </a:p>
            </p:txBody>
          </p:sp>
        </p:grpSp>
        <p:pic>
          <p:nvPicPr>
            <p:cNvPr id="4" name="Imagem 3">
              <a:extLst>
                <a:ext uri="{FF2B5EF4-FFF2-40B4-BE49-F238E27FC236}">
                  <a16:creationId xmlns:a16="http://schemas.microsoft.com/office/drawing/2014/main" xmlns="" id="{C3B18B35-17F2-4570-A5BF-8EB1450A76D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649632" y="2826774"/>
              <a:ext cx="1838890" cy="1341731"/>
            </a:xfrm>
            <a:prstGeom prst="rect">
              <a:avLst/>
            </a:prstGeom>
          </p:spPr>
        </p:pic>
        <p:pic>
          <p:nvPicPr>
            <p:cNvPr id="4098" name="Picture 2" descr="Pássaro Cantando Piar - Gráfico vetorial grátis no Pixabay">
              <a:extLst>
                <a:ext uri="{FF2B5EF4-FFF2-40B4-BE49-F238E27FC236}">
                  <a16:creationId xmlns:a16="http://schemas.microsoft.com/office/drawing/2014/main" xmlns="" id="{287C3E06-2C9E-460D-A3B4-4EF202CEDE8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983165" y="5002074"/>
              <a:ext cx="1211051" cy="113536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88785459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414298B5-57DB-48CF-898B-E1CDF85607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>
                <a:latin typeface="Arial Nova Cond Light" panose="020B0306020202020204" pitchFamily="34" charset="0"/>
              </a:rPr>
              <a:t>Objetos: o que são?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xmlns="" id="{A59A7E8B-8CB9-4865-A293-8F7FEF86DF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3883" y="1031226"/>
            <a:ext cx="11390051" cy="1032629"/>
          </a:xfrm>
        </p:spPr>
        <p:txBody>
          <a:bodyPr>
            <a:noAutofit/>
          </a:bodyPr>
          <a:lstStyle/>
          <a:p>
            <a:pPr marL="0" indent="0" algn="just">
              <a:lnSpc>
                <a:spcPct val="100000"/>
              </a:lnSpc>
              <a:buNone/>
              <a:defRPr/>
            </a:pPr>
            <a:r>
              <a:rPr lang="pt-BR" sz="2800" dirty="0">
                <a:solidFill>
                  <a:schemeClr val="tx1"/>
                </a:solidFill>
                <a:latin typeface="Arial Nova Cond Light" panose="020B0306020202020204" pitchFamily="34" charset="0"/>
              </a:rPr>
              <a:t>São quaisquer coisas na natureza que possuam propriedades (características) e comportamentos (operações).</a:t>
            </a:r>
          </a:p>
          <a:p>
            <a:pPr marL="0" indent="0" algn="just">
              <a:lnSpc>
                <a:spcPct val="100000"/>
              </a:lnSpc>
              <a:buNone/>
              <a:defRPr/>
            </a:pPr>
            <a:r>
              <a:rPr lang="pt-BR" sz="2800" b="1" dirty="0">
                <a:solidFill>
                  <a:schemeClr val="tx1"/>
                </a:solidFill>
                <a:latin typeface="Arial Nova Cond Light" panose="020B0306020202020204" pitchFamily="34" charset="0"/>
              </a:rPr>
              <a:t>Exemplos de objetos:</a:t>
            </a:r>
          </a:p>
        </p:txBody>
      </p:sp>
      <p:sp>
        <p:nvSpPr>
          <p:cNvPr id="20" name="CaixaDeTexto 19">
            <a:extLst>
              <a:ext uri="{FF2B5EF4-FFF2-40B4-BE49-F238E27FC236}">
                <a16:creationId xmlns:a16="http://schemas.microsoft.com/office/drawing/2014/main" xmlns="" id="{CB14087D-4544-4883-B603-3086E3F2C6B0}"/>
              </a:ext>
            </a:extLst>
          </p:cNvPr>
          <p:cNvSpPr txBox="1"/>
          <p:nvPr/>
        </p:nvSpPr>
        <p:spPr>
          <a:xfrm>
            <a:off x="4839855" y="3974006"/>
            <a:ext cx="2107235" cy="8002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4600" b="1" dirty="0">
                <a:solidFill>
                  <a:schemeClr val="accent1">
                    <a:lumMod val="50000"/>
                  </a:schemeClr>
                </a:solidFill>
                <a:latin typeface="Arial Nova Cond Light" panose="020B0306020202020204" pitchFamily="34" charset="0"/>
              </a:rPr>
              <a:t>OBJETO</a:t>
            </a:r>
            <a:endParaRPr lang="pt-BR" sz="4600" dirty="0">
              <a:solidFill>
                <a:schemeClr val="accent1">
                  <a:lumMod val="50000"/>
                </a:schemeClr>
              </a:solidFill>
            </a:endParaRPr>
          </a:p>
        </p:txBody>
      </p:sp>
      <p:pic>
        <p:nvPicPr>
          <p:cNvPr id="5122" name="Picture 2" descr="Cão Desenhos Animados Sabujo - Gráfico vetorial grátis no Pixabay">
            <a:extLst>
              <a:ext uri="{FF2B5EF4-FFF2-40B4-BE49-F238E27FC236}">
                <a16:creationId xmlns:a16="http://schemas.microsoft.com/office/drawing/2014/main" xmlns="" id="{1A5F7CD3-33DB-4F1B-88D9-948385F14E0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51919" y="2106175"/>
            <a:ext cx="1606116" cy="15862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4" name="Picture 4" descr="Bolo De Aniversário Velas - Gráfico vetorial grátis no Pixabay">
            <a:extLst>
              <a:ext uri="{FF2B5EF4-FFF2-40B4-BE49-F238E27FC236}">
                <a16:creationId xmlns:a16="http://schemas.microsoft.com/office/drawing/2014/main" xmlns="" id="{828E6262-01E1-42C1-9CC5-08C119A2FCD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34862" y="2752568"/>
            <a:ext cx="1686543" cy="13329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6" name="Picture 6" descr="Livro Livros Estudo - Gráfico vetorial grátis no Pixabay">
            <a:extLst>
              <a:ext uri="{FF2B5EF4-FFF2-40B4-BE49-F238E27FC236}">
                <a16:creationId xmlns:a16="http://schemas.microsoft.com/office/drawing/2014/main" xmlns="" id="{34163A75-E592-4EE6-9275-F1C23CB1A58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61426" y="4774225"/>
            <a:ext cx="1584925" cy="15441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8" name="Picture 8" descr="Imagem de vetor de jogador de futebol em quadrinhos | Vectores de ...">
            <a:extLst>
              <a:ext uri="{FF2B5EF4-FFF2-40B4-BE49-F238E27FC236}">
                <a16:creationId xmlns:a16="http://schemas.microsoft.com/office/drawing/2014/main" xmlns="" id="{422E4E25-2199-4F5D-AC34-0951A29CB47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27410" y="4129130"/>
            <a:ext cx="2228850" cy="20478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" name="Gráfico 14" descr="Seta de linha: curva no sentido anti-horário">
            <a:extLst>
              <a:ext uri="{FF2B5EF4-FFF2-40B4-BE49-F238E27FC236}">
                <a16:creationId xmlns:a16="http://schemas.microsoft.com/office/drawing/2014/main" xmlns="" id="{5F603EBC-B07E-47E8-994A-9F15E35C85D2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7"/>
              </a:ext>
            </a:extLst>
          </a:blip>
          <a:stretch>
            <a:fillRect/>
          </a:stretch>
        </p:blipFill>
        <p:spPr>
          <a:xfrm rot="18348967">
            <a:off x="3539943" y="2662544"/>
            <a:ext cx="1663189" cy="1693431"/>
          </a:xfrm>
          <a:prstGeom prst="rect">
            <a:avLst/>
          </a:prstGeom>
        </p:spPr>
      </p:pic>
      <p:pic>
        <p:nvPicPr>
          <p:cNvPr id="26" name="Gráfico 25" descr="Seta de linha: curva no sentido anti-horário">
            <a:extLst>
              <a:ext uri="{FF2B5EF4-FFF2-40B4-BE49-F238E27FC236}">
                <a16:creationId xmlns:a16="http://schemas.microsoft.com/office/drawing/2014/main" xmlns="" id="{28597680-B589-4457-BEC3-3503F37A273A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7"/>
              </a:ext>
            </a:extLst>
          </a:blip>
          <a:stretch>
            <a:fillRect/>
          </a:stretch>
        </p:blipFill>
        <p:spPr>
          <a:xfrm rot="2225929" flipH="1">
            <a:off x="6250396" y="2536176"/>
            <a:ext cx="1663189" cy="1693431"/>
          </a:xfrm>
          <a:prstGeom prst="rect">
            <a:avLst/>
          </a:prstGeom>
        </p:spPr>
      </p:pic>
      <p:pic>
        <p:nvPicPr>
          <p:cNvPr id="27" name="Gráfico 26" descr="Seta de linha: curva no sentido anti-horário">
            <a:extLst>
              <a:ext uri="{FF2B5EF4-FFF2-40B4-BE49-F238E27FC236}">
                <a16:creationId xmlns:a16="http://schemas.microsoft.com/office/drawing/2014/main" xmlns="" id="{40FDE47B-8033-404C-954C-9DDBAE366AA5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7"/>
              </a:ext>
            </a:extLst>
          </a:blip>
          <a:stretch>
            <a:fillRect/>
          </a:stretch>
        </p:blipFill>
        <p:spPr>
          <a:xfrm rot="3251033" flipV="1">
            <a:off x="3726165" y="4525746"/>
            <a:ext cx="1663189" cy="1693431"/>
          </a:xfrm>
          <a:prstGeom prst="rect">
            <a:avLst/>
          </a:prstGeom>
        </p:spPr>
      </p:pic>
      <p:pic>
        <p:nvPicPr>
          <p:cNvPr id="29" name="Gráfico 28" descr="Seta de linha: curva no sentido anti-horário">
            <a:extLst>
              <a:ext uri="{FF2B5EF4-FFF2-40B4-BE49-F238E27FC236}">
                <a16:creationId xmlns:a16="http://schemas.microsoft.com/office/drawing/2014/main" xmlns="" id="{218CA9B1-3129-4F94-BEB9-F930F42A4ADC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7"/>
              </a:ext>
            </a:extLst>
          </a:blip>
          <a:stretch>
            <a:fillRect/>
          </a:stretch>
        </p:blipFill>
        <p:spPr>
          <a:xfrm rot="19374071" flipH="1" flipV="1">
            <a:off x="6464535" y="4500219"/>
            <a:ext cx="1663189" cy="1693431"/>
          </a:xfrm>
          <a:prstGeom prst="rect">
            <a:avLst/>
          </a:prstGeom>
        </p:spPr>
      </p:pic>
      <p:sp>
        <p:nvSpPr>
          <p:cNvPr id="31" name="CaixaDeTexto 30">
            <a:extLst>
              <a:ext uri="{FF2B5EF4-FFF2-40B4-BE49-F238E27FC236}">
                <a16:creationId xmlns:a16="http://schemas.microsoft.com/office/drawing/2014/main" xmlns="" id="{4E9920C9-56B3-41E3-B7A6-B41175A0F341}"/>
              </a:ext>
            </a:extLst>
          </p:cNvPr>
          <p:cNvSpPr txBox="1"/>
          <p:nvPr/>
        </p:nvSpPr>
        <p:spPr>
          <a:xfrm>
            <a:off x="1098038" y="3382891"/>
            <a:ext cx="112862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800" b="1" dirty="0">
                <a:solidFill>
                  <a:schemeClr val="tx1"/>
                </a:solidFill>
                <a:latin typeface="Arial Nova Cond Light" panose="020B0306020202020204" pitchFamily="34" charset="0"/>
              </a:rPr>
              <a:t>Bolo</a:t>
            </a:r>
            <a:endParaRPr lang="pt-BR" sz="2800" b="1" dirty="0"/>
          </a:p>
        </p:txBody>
      </p:sp>
      <p:sp>
        <p:nvSpPr>
          <p:cNvPr id="32" name="CaixaDeTexto 31">
            <a:extLst>
              <a:ext uri="{FF2B5EF4-FFF2-40B4-BE49-F238E27FC236}">
                <a16:creationId xmlns:a16="http://schemas.microsoft.com/office/drawing/2014/main" xmlns="" id="{06275B7F-BCAD-4A1A-9DC1-8957C8CC0C4B}"/>
              </a:ext>
            </a:extLst>
          </p:cNvPr>
          <p:cNvSpPr txBox="1"/>
          <p:nvPr/>
        </p:nvSpPr>
        <p:spPr>
          <a:xfrm>
            <a:off x="1028329" y="5546313"/>
            <a:ext cx="112862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800" b="1" dirty="0">
                <a:solidFill>
                  <a:schemeClr val="tx1"/>
                </a:solidFill>
                <a:latin typeface="Arial Nova Cond Light" panose="020B0306020202020204" pitchFamily="34" charset="0"/>
              </a:rPr>
              <a:t>Livro</a:t>
            </a:r>
            <a:endParaRPr lang="pt-BR" sz="2800" b="1" dirty="0"/>
          </a:p>
        </p:txBody>
      </p:sp>
      <p:sp>
        <p:nvSpPr>
          <p:cNvPr id="33" name="CaixaDeTexto 32">
            <a:extLst>
              <a:ext uri="{FF2B5EF4-FFF2-40B4-BE49-F238E27FC236}">
                <a16:creationId xmlns:a16="http://schemas.microsoft.com/office/drawing/2014/main" xmlns="" id="{15FE658D-B259-419E-983B-F915EB09892F}"/>
              </a:ext>
            </a:extLst>
          </p:cNvPr>
          <p:cNvSpPr txBox="1"/>
          <p:nvPr/>
        </p:nvSpPr>
        <p:spPr>
          <a:xfrm>
            <a:off x="9735624" y="3054181"/>
            <a:ext cx="112862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800" b="1" dirty="0">
                <a:solidFill>
                  <a:schemeClr val="tx1"/>
                </a:solidFill>
                <a:latin typeface="Arial Nova Cond Light" panose="020B0306020202020204" pitchFamily="34" charset="0"/>
              </a:rPr>
              <a:t>Cão</a:t>
            </a:r>
            <a:endParaRPr lang="pt-BR" sz="2800" b="1" dirty="0"/>
          </a:p>
        </p:txBody>
      </p:sp>
      <p:sp>
        <p:nvSpPr>
          <p:cNvPr id="34" name="CaixaDeTexto 33">
            <a:extLst>
              <a:ext uri="{FF2B5EF4-FFF2-40B4-BE49-F238E27FC236}">
                <a16:creationId xmlns:a16="http://schemas.microsoft.com/office/drawing/2014/main" xmlns="" id="{D6F63742-3C0A-452C-B5A9-A4F7C07B3F71}"/>
              </a:ext>
            </a:extLst>
          </p:cNvPr>
          <p:cNvSpPr txBox="1"/>
          <p:nvPr/>
        </p:nvSpPr>
        <p:spPr>
          <a:xfrm>
            <a:off x="10475427" y="5655027"/>
            <a:ext cx="135850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800" b="1" dirty="0">
                <a:solidFill>
                  <a:schemeClr val="tx1"/>
                </a:solidFill>
                <a:latin typeface="Arial Nova Cond Light" panose="020B0306020202020204" pitchFamily="34" charset="0"/>
              </a:rPr>
              <a:t>Jogador</a:t>
            </a:r>
            <a:endParaRPr lang="pt-BR" sz="2800" b="1" dirty="0"/>
          </a:p>
        </p:txBody>
      </p:sp>
    </p:spTree>
    <p:extLst>
      <p:ext uri="{BB962C8B-B14F-4D97-AF65-F5344CB8AC3E}">
        <p14:creationId xmlns:p14="http://schemas.microsoft.com/office/powerpoint/2010/main" val="185883226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414298B5-57DB-48CF-898B-E1CDF85607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>
                <a:latin typeface="Arial Nova Cond Light" panose="020B0306020202020204" pitchFamily="34" charset="0"/>
              </a:rPr>
              <a:t>Estrutura de um objeto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xmlns="" id="{A59A7E8B-8CB9-4865-A293-8F7FEF86DF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7236" y="1031226"/>
            <a:ext cx="11316698" cy="581143"/>
          </a:xfrm>
        </p:spPr>
        <p:txBody>
          <a:bodyPr>
            <a:noAutofit/>
          </a:bodyPr>
          <a:lstStyle/>
          <a:p>
            <a:pPr marL="0" indent="0" algn="just">
              <a:lnSpc>
                <a:spcPct val="110000"/>
              </a:lnSpc>
              <a:buNone/>
              <a:defRPr/>
            </a:pPr>
            <a:r>
              <a:rPr lang="pt-BR" sz="2800" dirty="0">
                <a:solidFill>
                  <a:schemeClr val="tx1"/>
                </a:solidFill>
                <a:latin typeface="Arial Nova Cond Light" panose="020B0306020202020204" pitchFamily="34" charset="0"/>
              </a:rPr>
              <a:t>Um objeto tem dados e comportamento.</a:t>
            </a:r>
            <a:endParaRPr lang="pt-BR" sz="2800" b="1" dirty="0">
              <a:solidFill>
                <a:schemeClr val="tx1"/>
              </a:solidFill>
              <a:latin typeface="Arial Nova Cond Light" panose="020B0306020202020204" pitchFamily="34" charset="0"/>
            </a:endParaRPr>
          </a:p>
        </p:txBody>
      </p:sp>
      <p:pic>
        <p:nvPicPr>
          <p:cNvPr id="15" name="Gráfico 14" descr="Seta de linha: curva no sentido anti-horário">
            <a:extLst>
              <a:ext uri="{FF2B5EF4-FFF2-40B4-BE49-F238E27FC236}">
                <a16:creationId xmlns:a16="http://schemas.microsoft.com/office/drawing/2014/main" xmlns="" id="{5F603EBC-B07E-47E8-994A-9F15E35C85D2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3"/>
              </a:ext>
            </a:extLst>
          </a:blip>
          <a:stretch>
            <a:fillRect/>
          </a:stretch>
        </p:blipFill>
        <p:spPr>
          <a:xfrm rot="2148967">
            <a:off x="2224399" y="1495368"/>
            <a:ext cx="921206" cy="937956"/>
          </a:xfrm>
          <a:prstGeom prst="rect">
            <a:avLst/>
          </a:prstGeom>
        </p:spPr>
      </p:pic>
      <p:sp>
        <p:nvSpPr>
          <p:cNvPr id="34" name="CaixaDeTexto 33">
            <a:extLst>
              <a:ext uri="{FF2B5EF4-FFF2-40B4-BE49-F238E27FC236}">
                <a16:creationId xmlns:a16="http://schemas.microsoft.com/office/drawing/2014/main" xmlns="" id="{D6F63742-3C0A-452C-B5A9-A4F7C07B3F71}"/>
              </a:ext>
            </a:extLst>
          </p:cNvPr>
          <p:cNvSpPr txBox="1"/>
          <p:nvPr/>
        </p:nvSpPr>
        <p:spPr>
          <a:xfrm>
            <a:off x="874092" y="2016506"/>
            <a:ext cx="1548000" cy="55399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2">
                <a:lumMod val="75000"/>
              </a:schemeClr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pt-BR" sz="3000" b="1" dirty="0">
                <a:solidFill>
                  <a:schemeClr val="tx1"/>
                </a:solidFill>
                <a:latin typeface="Arial Nova Cond Light" panose="020B0306020202020204" pitchFamily="34" charset="0"/>
              </a:rPr>
              <a:t>Atributos</a:t>
            </a:r>
            <a:endParaRPr lang="pt-BR" sz="3000" b="1" dirty="0"/>
          </a:p>
        </p:txBody>
      </p:sp>
      <p:sp>
        <p:nvSpPr>
          <p:cNvPr id="17" name="CaixaDeTexto 16">
            <a:extLst>
              <a:ext uri="{FF2B5EF4-FFF2-40B4-BE49-F238E27FC236}">
                <a16:creationId xmlns:a16="http://schemas.microsoft.com/office/drawing/2014/main" xmlns="" id="{909472BB-C9A6-4BD0-91C0-6842F621C678}"/>
              </a:ext>
            </a:extLst>
          </p:cNvPr>
          <p:cNvSpPr txBox="1"/>
          <p:nvPr/>
        </p:nvSpPr>
        <p:spPr>
          <a:xfrm>
            <a:off x="4716365" y="2016506"/>
            <a:ext cx="1548000" cy="55399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2">
                <a:lumMod val="75000"/>
              </a:schemeClr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pt-BR" sz="3000" b="1" dirty="0">
                <a:solidFill>
                  <a:schemeClr val="tx1"/>
                </a:solidFill>
                <a:latin typeface="Arial Nova Cond Light" panose="020B0306020202020204" pitchFamily="34" charset="0"/>
              </a:rPr>
              <a:t>Métodos</a:t>
            </a:r>
            <a:endParaRPr lang="pt-BR" sz="3000" b="1" dirty="0"/>
          </a:p>
        </p:txBody>
      </p:sp>
      <p:pic>
        <p:nvPicPr>
          <p:cNvPr id="18" name="Gráfico 17" descr="Seta de linha: curva no sentido anti-horário">
            <a:extLst>
              <a:ext uri="{FF2B5EF4-FFF2-40B4-BE49-F238E27FC236}">
                <a16:creationId xmlns:a16="http://schemas.microsoft.com/office/drawing/2014/main" xmlns="" id="{A34B120D-B7FB-45A3-9809-3EB01CB123E6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3"/>
              </a:ext>
            </a:extLst>
          </a:blip>
          <a:stretch>
            <a:fillRect/>
          </a:stretch>
        </p:blipFill>
        <p:spPr>
          <a:xfrm rot="19451033" flipH="1">
            <a:off x="3885068" y="1497763"/>
            <a:ext cx="1018960" cy="1037487"/>
          </a:xfrm>
          <a:prstGeom prst="rect">
            <a:avLst/>
          </a:prstGeom>
        </p:spPr>
      </p:pic>
      <p:sp>
        <p:nvSpPr>
          <p:cNvPr id="4" name="Text Box 15">
            <a:extLst>
              <a:ext uri="{FF2B5EF4-FFF2-40B4-BE49-F238E27FC236}">
                <a16:creationId xmlns:a16="http://schemas.microsoft.com/office/drawing/2014/main" xmlns="" id="{4009B10F-3FBD-4867-92C9-361D1C0919F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481856" y="3429000"/>
            <a:ext cx="3352078" cy="1384995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solidFill>
              <a:schemeClr val="tx1">
                <a:lumMod val="50000"/>
                <a:lumOff val="50000"/>
              </a:schemeClr>
            </a:solidFill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wrap="square" anchor="ctr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  <a:defRPr/>
            </a:pPr>
            <a:r>
              <a:rPr lang="pt-BR" altLang="pt-BR" sz="2800" b="1" dirty="0">
                <a:latin typeface="Arial Nova Cond Light" panose="020B0306020202020204" pitchFamily="34" charset="0"/>
              </a:rPr>
              <a:t>nome</a:t>
            </a:r>
            <a:r>
              <a:rPr lang="pt-BR" altLang="pt-BR" sz="2800" dirty="0">
                <a:latin typeface="Arial Nova Cond Light" panose="020B0306020202020204" pitchFamily="34" charset="0"/>
              </a:rPr>
              <a:t> =  Felipe</a:t>
            </a:r>
          </a:p>
          <a:p>
            <a:pPr>
              <a:spcBef>
                <a:spcPct val="0"/>
              </a:spcBef>
              <a:buFontTx/>
              <a:buNone/>
              <a:defRPr/>
            </a:pPr>
            <a:r>
              <a:rPr lang="pt-BR" altLang="pt-BR" sz="2800" b="1" dirty="0" err="1">
                <a:latin typeface="Arial Nova Cond Light" panose="020B0306020202020204" pitchFamily="34" charset="0"/>
              </a:rPr>
              <a:t>cpf</a:t>
            </a:r>
            <a:r>
              <a:rPr lang="pt-BR" altLang="pt-BR" sz="2800" dirty="0">
                <a:latin typeface="Arial Nova Cond Light" panose="020B0306020202020204" pitchFamily="34" charset="0"/>
              </a:rPr>
              <a:t> = 039.217.908-22</a:t>
            </a:r>
          </a:p>
          <a:p>
            <a:pPr>
              <a:spcBef>
                <a:spcPct val="0"/>
              </a:spcBef>
              <a:buFontTx/>
              <a:buNone/>
              <a:defRPr/>
            </a:pPr>
            <a:r>
              <a:rPr lang="pt-BR" altLang="pt-BR" sz="2800" b="1" dirty="0">
                <a:latin typeface="Arial Nova Cond Light" panose="020B0306020202020204" pitchFamily="34" charset="0"/>
              </a:rPr>
              <a:t>idade</a:t>
            </a:r>
            <a:r>
              <a:rPr lang="pt-BR" altLang="pt-BR" sz="2800" dirty="0">
                <a:latin typeface="Arial Nova Cond Light" panose="020B0306020202020204" pitchFamily="34" charset="0"/>
              </a:rPr>
              <a:t> = 42</a:t>
            </a:r>
          </a:p>
        </p:txBody>
      </p:sp>
      <p:sp>
        <p:nvSpPr>
          <p:cNvPr id="5" name="Text Box 16">
            <a:extLst>
              <a:ext uri="{FF2B5EF4-FFF2-40B4-BE49-F238E27FC236}">
                <a16:creationId xmlns:a16="http://schemas.microsoft.com/office/drawing/2014/main" xmlns="" id="{70D4BB5A-C71A-4880-A66D-AAA86B1CE2C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73805" y="3429000"/>
            <a:ext cx="3585874" cy="1384995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solidFill>
              <a:schemeClr val="tx1">
                <a:lumMod val="50000"/>
                <a:lumOff val="50000"/>
              </a:schemeClr>
            </a:solidFill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wrap="square" anchor="ctr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  <a:defRPr/>
            </a:pPr>
            <a:r>
              <a:rPr lang="pt-BR" altLang="pt-BR" sz="2800" b="1" dirty="0">
                <a:latin typeface="Arial Nova Cond Light" panose="020B0306020202020204" pitchFamily="34" charset="0"/>
              </a:rPr>
              <a:t>nome </a:t>
            </a:r>
            <a:r>
              <a:rPr lang="pt-BR" altLang="pt-BR" sz="2800" dirty="0">
                <a:latin typeface="Arial Nova Cond Light" panose="020B0306020202020204" pitchFamily="34" charset="0"/>
              </a:rPr>
              <a:t>=  Marina</a:t>
            </a:r>
          </a:p>
          <a:p>
            <a:pPr>
              <a:spcBef>
                <a:spcPct val="0"/>
              </a:spcBef>
              <a:buFontTx/>
              <a:buNone/>
              <a:defRPr/>
            </a:pPr>
            <a:r>
              <a:rPr lang="pt-BR" altLang="pt-BR" sz="2800" b="1" dirty="0" err="1">
                <a:latin typeface="Arial Nova Cond Light" panose="020B0306020202020204" pitchFamily="34" charset="0"/>
              </a:rPr>
              <a:t>cpf</a:t>
            </a:r>
            <a:r>
              <a:rPr lang="pt-BR" altLang="pt-BR" sz="2800" dirty="0">
                <a:latin typeface="Arial Nova Cond Light" panose="020B0306020202020204" pitchFamily="34" charset="0"/>
              </a:rPr>
              <a:t> = 022.200.708-12</a:t>
            </a:r>
          </a:p>
          <a:p>
            <a:pPr>
              <a:spcBef>
                <a:spcPct val="0"/>
              </a:spcBef>
              <a:buFontTx/>
              <a:buNone/>
              <a:defRPr/>
            </a:pPr>
            <a:r>
              <a:rPr lang="pt-BR" altLang="pt-BR" sz="2800" b="1" dirty="0">
                <a:latin typeface="Arial Nova Cond Light" panose="020B0306020202020204" pitchFamily="34" charset="0"/>
              </a:rPr>
              <a:t>idade</a:t>
            </a:r>
            <a:r>
              <a:rPr lang="pt-BR" altLang="pt-BR" sz="2800" dirty="0">
                <a:latin typeface="Arial Nova Cond Light" panose="020B0306020202020204" pitchFamily="34" charset="0"/>
              </a:rPr>
              <a:t> = 27</a:t>
            </a:r>
          </a:p>
        </p:txBody>
      </p:sp>
      <p:sp>
        <p:nvSpPr>
          <p:cNvPr id="6" name="Text Box 15">
            <a:extLst>
              <a:ext uri="{FF2B5EF4-FFF2-40B4-BE49-F238E27FC236}">
                <a16:creationId xmlns:a16="http://schemas.microsoft.com/office/drawing/2014/main" xmlns="" id="{4DD1DE3D-9C61-417F-B498-837071EB159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481856" y="4871668"/>
            <a:ext cx="3352078" cy="954107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solidFill>
              <a:schemeClr val="tx1">
                <a:lumMod val="50000"/>
                <a:lumOff val="50000"/>
              </a:schemeClr>
            </a:solidFill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wrap="square" anchor="ctr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  <a:defRPr/>
            </a:pPr>
            <a:r>
              <a:rPr lang="pt-BR" altLang="pt-BR" sz="2800" dirty="0">
                <a:latin typeface="Arial Nova Cond Light" panose="020B0306020202020204" pitchFamily="34" charset="0"/>
              </a:rPr>
              <a:t>corre</a:t>
            </a:r>
          </a:p>
          <a:p>
            <a:pPr>
              <a:spcBef>
                <a:spcPct val="0"/>
              </a:spcBef>
              <a:buFontTx/>
              <a:buNone/>
              <a:defRPr/>
            </a:pPr>
            <a:r>
              <a:rPr lang="pt-BR" altLang="pt-BR" sz="2800" dirty="0">
                <a:latin typeface="Arial Nova Cond Light" panose="020B0306020202020204" pitchFamily="34" charset="0"/>
              </a:rPr>
              <a:t>dorme</a:t>
            </a:r>
          </a:p>
        </p:txBody>
      </p:sp>
      <p:sp>
        <p:nvSpPr>
          <p:cNvPr id="7" name="Text Box 16">
            <a:extLst>
              <a:ext uri="{FF2B5EF4-FFF2-40B4-BE49-F238E27FC236}">
                <a16:creationId xmlns:a16="http://schemas.microsoft.com/office/drawing/2014/main" xmlns="" id="{88A3CD3A-31F1-4A1B-AF8D-8EF6D443046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73805" y="4871668"/>
            <a:ext cx="3585874" cy="954107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solidFill>
              <a:schemeClr val="tx1">
                <a:lumMod val="50000"/>
                <a:lumOff val="50000"/>
              </a:schemeClr>
            </a:solidFill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wrap="square" anchor="ctr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  <a:defRPr/>
            </a:pPr>
            <a:r>
              <a:rPr lang="pt-BR" altLang="pt-BR" sz="2800" dirty="0">
                <a:latin typeface="Arial Nova Cond Light" panose="020B0306020202020204" pitchFamily="34" charset="0"/>
              </a:rPr>
              <a:t>corre</a:t>
            </a:r>
          </a:p>
          <a:p>
            <a:pPr>
              <a:spcBef>
                <a:spcPct val="0"/>
              </a:spcBef>
              <a:buFontTx/>
              <a:buNone/>
              <a:defRPr/>
            </a:pPr>
            <a:r>
              <a:rPr lang="pt-BR" altLang="pt-BR" sz="2800" dirty="0">
                <a:latin typeface="Arial Nova Cond Light" panose="020B0306020202020204" pitchFamily="34" charset="0"/>
              </a:rPr>
              <a:t>dorme</a:t>
            </a:r>
          </a:p>
        </p:txBody>
      </p:sp>
      <p:pic>
        <p:nvPicPr>
          <p:cNvPr id="6146" name="Picture 2" descr="Homem Desenhos Animados Quadrinhos - Gráfico vetorial grátis no ...">
            <a:extLst>
              <a:ext uri="{FF2B5EF4-FFF2-40B4-BE49-F238E27FC236}">
                <a16:creationId xmlns:a16="http://schemas.microsoft.com/office/drawing/2014/main" xmlns="" id="{9A7890E6-460E-4756-8DAA-E1E6CCECAA5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08474" y="3065926"/>
            <a:ext cx="1579418" cy="31588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48" name="Picture 4" descr="Imagem de vetor silhueta de mulher correndo | Vectores de Domínio ...">
            <a:extLst>
              <a:ext uri="{FF2B5EF4-FFF2-40B4-BE49-F238E27FC236}">
                <a16:creationId xmlns:a16="http://schemas.microsoft.com/office/drawing/2014/main" xmlns="" id="{50A77569-DB54-476D-9DCA-28A714EF41A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7236" y="3081512"/>
            <a:ext cx="1457325" cy="3143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682808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414298B5-57DB-48CF-898B-E1CDF85607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>
                <a:latin typeface="Arial Nova Cond Light" panose="020B0306020202020204" pitchFamily="34" charset="0"/>
              </a:rPr>
              <a:t>Atributos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xmlns="" id="{A59A7E8B-8CB9-4865-A293-8F7FEF86DF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7236" y="1031226"/>
            <a:ext cx="11316698" cy="2062956"/>
          </a:xfrm>
        </p:spPr>
        <p:txBody>
          <a:bodyPr>
            <a:noAutofit/>
          </a:bodyPr>
          <a:lstStyle/>
          <a:p>
            <a:pPr algn="just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Blip>
                <a:blip r:embed="rId2"/>
              </a:buBlip>
              <a:defRPr/>
            </a:pPr>
            <a:r>
              <a:rPr lang="pt-BR" sz="2800" dirty="0">
                <a:solidFill>
                  <a:schemeClr val="tx1"/>
                </a:solidFill>
                <a:latin typeface="Arial Nova Cond Light" panose="020B0306020202020204" pitchFamily="34" charset="0"/>
              </a:rPr>
              <a:t> São características presentes nos objetos;</a:t>
            </a:r>
          </a:p>
          <a:p>
            <a:pPr algn="just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Blip>
                <a:blip r:embed="rId2"/>
              </a:buBlip>
              <a:defRPr/>
            </a:pPr>
            <a:r>
              <a:rPr lang="pt-BR" sz="2800" dirty="0">
                <a:solidFill>
                  <a:schemeClr val="tx1"/>
                </a:solidFill>
                <a:latin typeface="Arial Nova Cond Light" panose="020B0306020202020204" pitchFamily="34" charset="0"/>
              </a:rPr>
              <a:t> Os valores de todos os atributos é chamado de estado do objeto;</a:t>
            </a:r>
          </a:p>
          <a:p>
            <a:pPr algn="just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Blip>
                <a:blip r:embed="rId2"/>
              </a:buBlip>
              <a:defRPr/>
            </a:pPr>
            <a:r>
              <a:rPr lang="pt-BR" sz="2800" dirty="0">
                <a:solidFill>
                  <a:schemeClr val="tx1"/>
                </a:solidFill>
                <a:latin typeface="Arial Nova Cond Light" panose="020B0306020202020204" pitchFamily="34" charset="0"/>
              </a:rPr>
              <a:t> Somente atributos que são de interesse do sistema devem ser considerados.</a:t>
            </a:r>
          </a:p>
        </p:txBody>
      </p:sp>
      <p:grpSp>
        <p:nvGrpSpPr>
          <p:cNvPr id="11" name="Agrupar 10">
            <a:extLst>
              <a:ext uri="{FF2B5EF4-FFF2-40B4-BE49-F238E27FC236}">
                <a16:creationId xmlns:a16="http://schemas.microsoft.com/office/drawing/2014/main" xmlns="" id="{8725509B-F541-4444-88B9-2F3C78183EBE}"/>
              </a:ext>
            </a:extLst>
          </p:cNvPr>
          <p:cNvGrpSpPr/>
          <p:nvPr/>
        </p:nvGrpSpPr>
        <p:grpSpPr>
          <a:xfrm>
            <a:off x="6661113" y="3429999"/>
            <a:ext cx="3585874" cy="2396775"/>
            <a:chOff x="8157369" y="3512127"/>
            <a:chExt cx="3585874" cy="2396775"/>
          </a:xfrm>
        </p:grpSpPr>
        <p:sp>
          <p:nvSpPr>
            <p:cNvPr id="5" name="Text Box 16">
              <a:extLst>
                <a:ext uri="{FF2B5EF4-FFF2-40B4-BE49-F238E27FC236}">
                  <a16:creationId xmlns:a16="http://schemas.microsoft.com/office/drawing/2014/main" xmlns="" id="{70D4BB5A-C71A-4880-A66D-AAA86B1CE2C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157369" y="3512127"/>
              <a:ext cx="3585874" cy="1384995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accent1">
                  <a:lumMod val="20000"/>
                  <a:lumOff val="80000"/>
                </a:schemeClr>
              </a:solidFill>
              <a:headEnd/>
              <a:tailEnd/>
            </a:ln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lt1"/>
            </a:lnRef>
            <a:fillRef idx="1">
              <a:schemeClr val="accent3"/>
            </a:fillRef>
            <a:effectRef idx="1">
              <a:schemeClr val="accent3"/>
            </a:effectRef>
            <a:fontRef idx="minor">
              <a:schemeClr val="lt1"/>
            </a:fontRef>
          </p:style>
          <p:txBody>
            <a:bodyPr wrap="square"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  <a:defRPr/>
              </a:pPr>
              <a:r>
                <a:rPr lang="pt-BR" altLang="pt-BR" sz="2800" b="1" dirty="0">
                  <a:latin typeface="Arial Nova Cond Light" panose="020B0306020202020204" pitchFamily="34" charset="0"/>
                </a:rPr>
                <a:t>nome </a:t>
              </a:r>
              <a:r>
                <a:rPr lang="pt-BR" altLang="pt-BR" sz="2800" dirty="0">
                  <a:latin typeface="Arial Nova Cond Light" panose="020B0306020202020204" pitchFamily="34" charset="0"/>
                </a:rPr>
                <a:t>=  Marina</a:t>
              </a:r>
            </a:p>
            <a:p>
              <a:pPr>
                <a:spcBef>
                  <a:spcPct val="0"/>
                </a:spcBef>
                <a:buFontTx/>
                <a:buNone/>
                <a:defRPr/>
              </a:pPr>
              <a:r>
                <a:rPr lang="pt-BR" altLang="pt-BR" sz="2800" b="1" dirty="0" err="1">
                  <a:latin typeface="Arial Nova Cond Light" panose="020B0306020202020204" pitchFamily="34" charset="0"/>
                </a:rPr>
                <a:t>cpf</a:t>
              </a:r>
              <a:r>
                <a:rPr lang="pt-BR" altLang="pt-BR" sz="2800" dirty="0">
                  <a:latin typeface="Arial Nova Cond Light" panose="020B0306020202020204" pitchFamily="34" charset="0"/>
                </a:rPr>
                <a:t> = 022.200.708-12</a:t>
              </a:r>
            </a:p>
            <a:p>
              <a:pPr>
                <a:spcBef>
                  <a:spcPct val="0"/>
                </a:spcBef>
                <a:buFontTx/>
                <a:buNone/>
                <a:defRPr/>
              </a:pPr>
              <a:r>
                <a:rPr lang="pt-BR" altLang="pt-BR" sz="2800" b="1" dirty="0">
                  <a:latin typeface="Arial Nova Cond Light" panose="020B0306020202020204" pitchFamily="34" charset="0"/>
                </a:rPr>
                <a:t>idade</a:t>
              </a:r>
              <a:r>
                <a:rPr lang="pt-BR" altLang="pt-BR" sz="2800" dirty="0">
                  <a:latin typeface="Arial Nova Cond Light" panose="020B0306020202020204" pitchFamily="34" charset="0"/>
                </a:rPr>
                <a:t> = 27</a:t>
              </a:r>
            </a:p>
          </p:txBody>
        </p:sp>
        <p:sp>
          <p:nvSpPr>
            <p:cNvPr id="7" name="Text Box 16">
              <a:extLst>
                <a:ext uri="{FF2B5EF4-FFF2-40B4-BE49-F238E27FC236}">
                  <a16:creationId xmlns:a16="http://schemas.microsoft.com/office/drawing/2014/main" xmlns="" id="{88A3CD3A-31F1-4A1B-AF8D-8EF6D443046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157369" y="4954795"/>
              <a:ext cx="3585874" cy="954107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accent1">
                  <a:lumMod val="20000"/>
                  <a:lumOff val="80000"/>
                </a:schemeClr>
              </a:solidFill>
              <a:headEnd/>
              <a:tailEnd/>
            </a:ln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lt1"/>
            </a:lnRef>
            <a:fillRef idx="1">
              <a:schemeClr val="accent5"/>
            </a:fillRef>
            <a:effectRef idx="1">
              <a:schemeClr val="accent5"/>
            </a:effectRef>
            <a:fontRef idx="minor">
              <a:schemeClr val="lt1"/>
            </a:fontRef>
          </p:style>
          <p:txBody>
            <a:bodyPr wrap="square"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  <a:defRPr/>
              </a:pPr>
              <a:r>
                <a:rPr lang="pt-BR" altLang="pt-BR" sz="2800" dirty="0">
                  <a:latin typeface="Arial Nova Cond Light" panose="020B0306020202020204" pitchFamily="34" charset="0"/>
                </a:rPr>
                <a:t>corre</a:t>
              </a:r>
            </a:p>
            <a:p>
              <a:pPr>
                <a:spcBef>
                  <a:spcPct val="0"/>
                </a:spcBef>
                <a:buFontTx/>
                <a:buNone/>
                <a:defRPr/>
              </a:pPr>
              <a:r>
                <a:rPr lang="pt-BR" altLang="pt-BR" sz="2800" dirty="0">
                  <a:latin typeface="Arial Nova Cond Light" panose="020B0306020202020204" pitchFamily="34" charset="0"/>
                </a:rPr>
                <a:t>dorme</a:t>
              </a:r>
            </a:p>
          </p:txBody>
        </p:sp>
      </p:grpSp>
      <p:pic>
        <p:nvPicPr>
          <p:cNvPr id="6148" name="Picture 4" descr="Imagem de vetor silhueta de mulher correndo | Vectores de Domínio ...">
            <a:extLst>
              <a:ext uri="{FF2B5EF4-FFF2-40B4-BE49-F238E27FC236}">
                <a16:creationId xmlns:a16="http://schemas.microsoft.com/office/drawing/2014/main" xmlns="" id="{50A77569-DB54-476D-9DCA-28A714EF41A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76609" y="3105268"/>
            <a:ext cx="1457325" cy="3143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6" name="CaixaDeTexto 15">
            <a:extLst>
              <a:ext uri="{FF2B5EF4-FFF2-40B4-BE49-F238E27FC236}">
                <a16:creationId xmlns:a16="http://schemas.microsoft.com/office/drawing/2014/main" xmlns="" id="{D71C449A-0F73-4AC2-A98B-28AE021F7899}"/>
              </a:ext>
            </a:extLst>
          </p:cNvPr>
          <p:cNvSpPr txBox="1"/>
          <p:nvPr/>
        </p:nvSpPr>
        <p:spPr>
          <a:xfrm>
            <a:off x="443883" y="4269680"/>
            <a:ext cx="3694008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just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/>
            </a:pPr>
            <a:r>
              <a:rPr lang="pt-BR" sz="2800" dirty="0">
                <a:solidFill>
                  <a:schemeClr val="tx1"/>
                </a:solidFill>
                <a:latin typeface="Arial Nova Cond Light" panose="020B0306020202020204" pitchFamily="34" charset="0"/>
              </a:rPr>
              <a:t>Para criarmos objetos em um sistema precisamos abstraí-lo criando uma classe que o represente.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xmlns="" id="{C2D2A9FB-A92F-4D5A-B279-BAD3649C9F9D}"/>
              </a:ext>
            </a:extLst>
          </p:cNvPr>
          <p:cNvSpPr txBox="1"/>
          <p:nvPr/>
        </p:nvSpPr>
        <p:spPr>
          <a:xfrm>
            <a:off x="4590908" y="3807176"/>
            <a:ext cx="1548000" cy="55399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lang="pt-BR" sz="3000" b="1" dirty="0">
                <a:solidFill>
                  <a:schemeClr val="tx1"/>
                </a:solidFill>
                <a:latin typeface="Arial Nova Cond Light" panose="020B0306020202020204" pitchFamily="34" charset="0"/>
              </a:rPr>
              <a:t>Atributos</a:t>
            </a:r>
            <a:endParaRPr lang="pt-BR" sz="3000" b="1" dirty="0"/>
          </a:p>
        </p:txBody>
      </p:sp>
      <p:sp>
        <p:nvSpPr>
          <p:cNvPr id="12" name="Chave Direita 11">
            <a:extLst>
              <a:ext uri="{FF2B5EF4-FFF2-40B4-BE49-F238E27FC236}">
                <a16:creationId xmlns:a16="http://schemas.microsoft.com/office/drawing/2014/main" xmlns="" id="{289FE3F0-9CE3-4060-9462-F54E1B5BE48F}"/>
              </a:ext>
            </a:extLst>
          </p:cNvPr>
          <p:cNvSpPr/>
          <p:nvPr/>
        </p:nvSpPr>
        <p:spPr>
          <a:xfrm flipH="1">
            <a:off x="6175585" y="3429000"/>
            <a:ext cx="323273" cy="1310350"/>
          </a:xfrm>
          <a:prstGeom prst="rightBrace">
            <a:avLst/>
          </a:prstGeom>
          <a:ln>
            <a:solidFill>
              <a:schemeClr val="accent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5568383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414298B5-57DB-48CF-898B-E1CDF85607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>
                <a:latin typeface="Arial Nova Cond Light" panose="020B0306020202020204" pitchFamily="34" charset="0"/>
              </a:rPr>
              <a:t>Atributos</a:t>
            </a:r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xmlns="" id="{1A6A2161-A2A8-4128-B916-F11A69A333A3}"/>
              </a:ext>
            </a:extLst>
          </p:cNvPr>
          <p:cNvSpPr/>
          <p:nvPr/>
        </p:nvSpPr>
        <p:spPr>
          <a:xfrm>
            <a:off x="4331855" y="1055425"/>
            <a:ext cx="7502078" cy="5253011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4" name="Retângulo 13">
            <a:extLst>
              <a:ext uri="{FF2B5EF4-FFF2-40B4-BE49-F238E27FC236}">
                <a16:creationId xmlns:a16="http://schemas.microsoft.com/office/drawing/2014/main" xmlns="" id="{4D6FA2B6-9E35-4E05-A2A3-0F9D04262C37}"/>
              </a:ext>
            </a:extLst>
          </p:cNvPr>
          <p:cNvSpPr/>
          <p:nvPr/>
        </p:nvSpPr>
        <p:spPr>
          <a:xfrm>
            <a:off x="4801452" y="1583511"/>
            <a:ext cx="6679347" cy="4502051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xmlns="" id="{1784570B-725C-4CB4-800A-35AFE2DF54AE}"/>
              </a:ext>
            </a:extLst>
          </p:cNvPr>
          <p:cNvSpPr txBox="1"/>
          <p:nvPr/>
        </p:nvSpPr>
        <p:spPr>
          <a:xfrm>
            <a:off x="4070550" y="1035524"/>
            <a:ext cx="2161310" cy="52322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lang="pt-BR" sz="2800" b="1" dirty="0">
                <a:solidFill>
                  <a:schemeClr val="tx1"/>
                </a:solidFill>
                <a:latin typeface="Arial Nova Cond Light" panose="020B0306020202020204" pitchFamily="34" charset="0"/>
              </a:rPr>
              <a:t>Classe cães</a:t>
            </a:r>
            <a:endParaRPr lang="pt-BR" sz="2800" b="1" dirty="0"/>
          </a:p>
        </p:txBody>
      </p:sp>
      <p:sp>
        <p:nvSpPr>
          <p:cNvPr id="17" name="CaixaDeTexto 16">
            <a:extLst>
              <a:ext uri="{FF2B5EF4-FFF2-40B4-BE49-F238E27FC236}">
                <a16:creationId xmlns:a16="http://schemas.microsoft.com/office/drawing/2014/main" xmlns="" id="{C9FC67D6-6A77-4B73-BEA9-260AB9E0B17C}"/>
              </a:ext>
            </a:extLst>
          </p:cNvPr>
          <p:cNvSpPr txBox="1"/>
          <p:nvPr/>
        </p:nvSpPr>
        <p:spPr>
          <a:xfrm>
            <a:off x="4708079" y="1558744"/>
            <a:ext cx="1634837" cy="52322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lang="pt-BR" sz="2800" b="1" dirty="0">
                <a:solidFill>
                  <a:schemeClr val="tx1"/>
                </a:solidFill>
                <a:latin typeface="Arial Nova Cond Light" panose="020B0306020202020204" pitchFamily="34" charset="0"/>
              </a:rPr>
              <a:t>Objeto cão</a:t>
            </a:r>
            <a:endParaRPr lang="pt-BR" sz="2800" b="1" dirty="0"/>
          </a:p>
        </p:txBody>
      </p:sp>
      <p:pic>
        <p:nvPicPr>
          <p:cNvPr id="7170" name="Picture 2">
            <a:extLst>
              <a:ext uri="{FF2B5EF4-FFF2-40B4-BE49-F238E27FC236}">
                <a16:creationId xmlns:a16="http://schemas.microsoft.com/office/drawing/2014/main" xmlns="" id="{93FF28D8-93D7-443D-A34A-59B3128E33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40492" y="3951814"/>
            <a:ext cx="1455737" cy="18507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172" name="Picture 4">
            <a:extLst>
              <a:ext uri="{FF2B5EF4-FFF2-40B4-BE49-F238E27FC236}">
                <a16:creationId xmlns:a16="http://schemas.microsoft.com/office/drawing/2014/main" xmlns="" id="{B981E442-7FD6-457C-9E6B-D2AF6A961BB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76766" y="1820354"/>
            <a:ext cx="1747982" cy="17479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0" name="CaixaDeTexto 19">
            <a:extLst>
              <a:ext uri="{FF2B5EF4-FFF2-40B4-BE49-F238E27FC236}">
                <a16:creationId xmlns:a16="http://schemas.microsoft.com/office/drawing/2014/main" xmlns="" id="{F8875CE2-BCC7-41AA-A65F-A1EC7F1CF1E7}"/>
              </a:ext>
            </a:extLst>
          </p:cNvPr>
          <p:cNvSpPr txBox="1"/>
          <p:nvPr/>
        </p:nvSpPr>
        <p:spPr>
          <a:xfrm>
            <a:off x="6255717" y="3749566"/>
            <a:ext cx="1634837" cy="461665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lang="pt-BR" sz="2400" dirty="0" err="1">
                <a:solidFill>
                  <a:schemeClr val="tx1"/>
                </a:solidFill>
                <a:latin typeface="Arial Nova Cond Light" panose="020B0306020202020204" pitchFamily="34" charset="0"/>
              </a:rPr>
              <a:t>Scooby</a:t>
            </a:r>
            <a:endParaRPr lang="pt-BR" sz="2400" dirty="0"/>
          </a:p>
        </p:txBody>
      </p:sp>
      <p:sp>
        <p:nvSpPr>
          <p:cNvPr id="21" name="CaixaDeTexto 20">
            <a:extLst>
              <a:ext uri="{FF2B5EF4-FFF2-40B4-BE49-F238E27FC236}">
                <a16:creationId xmlns:a16="http://schemas.microsoft.com/office/drawing/2014/main" xmlns="" id="{80522367-EF3B-4EDE-8A09-E16983755FC1}"/>
              </a:ext>
            </a:extLst>
          </p:cNvPr>
          <p:cNvSpPr txBox="1"/>
          <p:nvPr/>
        </p:nvSpPr>
        <p:spPr>
          <a:xfrm>
            <a:off x="9627666" y="3526766"/>
            <a:ext cx="1634837" cy="461665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lang="pt-BR" sz="2400" dirty="0">
                <a:solidFill>
                  <a:schemeClr val="tx1"/>
                </a:solidFill>
                <a:latin typeface="Arial Nova Cond Light" panose="020B0306020202020204" pitchFamily="34" charset="0"/>
              </a:rPr>
              <a:t>Sinistro</a:t>
            </a:r>
            <a:endParaRPr lang="pt-BR" sz="2400" dirty="0"/>
          </a:p>
        </p:txBody>
      </p:sp>
      <p:sp>
        <p:nvSpPr>
          <p:cNvPr id="13" name="Text Box 16">
            <a:extLst>
              <a:ext uri="{FF2B5EF4-FFF2-40B4-BE49-F238E27FC236}">
                <a16:creationId xmlns:a16="http://schemas.microsoft.com/office/drawing/2014/main" xmlns="" id="{0EF1735F-6AA3-44DE-A85B-76B71DEBEEA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98505" y="4244491"/>
            <a:ext cx="1634836" cy="156966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6350">
            <a:solidFill>
              <a:schemeClr val="accent1">
                <a:lumMod val="50000"/>
              </a:schemeClr>
            </a:solidFill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wrap="square" anchor="ctr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  <a:defRPr/>
            </a:pPr>
            <a:r>
              <a:rPr lang="pt-BR" altLang="pt-BR" dirty="0">
                <a:latin typeface="Arial Nova Cond Light" panose="020B0306020202020204" pitchFamily="34" charset="0"/>
              </a:rPr>
              <a:t>anda</a:t>
            </a:r>
          </a:p>
          <a:p>
            <a:pPr>
              <a:spcBef>
                <a:spcPct val="0"/>
              </a:spcBef>
              <a:buFontTx/>
              <a:buNone/>
              <a:defRPr/>
            </a:pPr>
            <a:r>
              <a:rPr lang="pt-BR" altLang="pt-BR" dirty="0">
                <a:latin typeface="Arial Nova Cond Light" panose="020B0306020202020204" pitchFamily="34" charset="0"/>
              </a:rPr>
              <a:t>corre</a:t>
            </a:r>
          </a:p>
          <a:p>
            <a:pPr>
              <a:spcBef>
                <a:spcPct val="0"/>
              </a:spcBef>
              <a:buFontTx/>
              <a:buNone/>
              <a:defRPr/>
            </a:pPr>
            <a:r>
              <a:rPr lang="pt-BR" altLang="pt-BR" dirty="0">
                <a:latin typeface="Arial Nova Cond Light" panose="020B0306020202020204" pitchFamily="34" charset="0"/>
              </a:rPr>
              <a:t>dorme</a:t>
            </a:r>
          </a:p>
          <a:p>
            <a:pPr>
              <a:spcBef>
                <a:spcPct val="0"/>
              </a:spcBef>
              <a:buFontTx/>
              <a:buNone/>
              <a:defRPr/>
            </a:pPr>
            <a:r>
              <a:rPr lang="pt-BR" altLang="pt-BR" dirty="0">
                <a:latin typeface="Arial Nova Cond Light" panose="020B0306020202020204" pitchFamily="34" charset="0"/>
              </a:rPr>
              <a:t>pega osso</a:t>
            </a:r>
          </a:p>
        </p:txBody>
      </p:sp>
      <p:sp>
        <p:nvSpPr>
          <p:cNvPr id="24" name="Text Box 16">
            <a:extLst>
              <a:ext uri="{FF2B5EF4-FFF2-40B4-BE49-F238E27FC236}">
                <a16:creationId xmlns:a16="http://schemas.microsoft.com/office/drawing/2014/main" xmlns="" id="{345320EF-B4A4-41CE-8F5C-1EAFD06F0E7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770453" y="3946861"/>
            <a:ext cx="1634836" cy="193899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6350">
            <a:solidFill>
              <a:schemeClr val="accent1">
                <a:lumMod val="50000"/>
              </a:schemeClr>
            </a:solidFill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wrap="square" anchor="ctr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  <a:defRPr/>
            </a:pPr>
            <a:r>
              <a:rPr lang="pt-BR" altLang="pt-BR" dirty="0">
                <a:latin typeface="Arial Nova Cond Light" panose="020B0306020202020204" pitchFamily="34" charset="0"/>
              </a:rPr>
              <a:t>anda </a:t>
            </a:r>
          </a:p>
          <a:p>
            <a:pPr>
              <a:spcBef>
                <a:spcPct val="0"/>
              </a:spcBef>
              <a:buFontTx/>
              <a:buNone/>
              <a:defRPr/>
            </a:pPr>
            <a:r>
              <a:rPr lang="pt-BR" altLang="pt-BR" dirty="0">
                <a:latin typeface="Arial Nova Cond Light" panose="020B0306020202020204" pitchFamily="34" charset="0"/>
              </a:rPr>
              <a:t>corre</a:t>
            </a:r>
          </a:p>
          <a:p>
            <a:pPr>
              <a:spcBef>
                <a:spcPct val="0"/>
              </a:spcBef>
              <a:buFontTx/>
              <a:buNone/>
              <a:defRPr/>
            </a:pPr>
            <a:r>
              <a:rPr lang="pt-BR" altLang="pt-BR" dirty="0">
                <a:latin typeface="Arial Nova Cond Light" panose="020B0306020202020204" pitchFamily="34" charset="0"/>
              </a:rPr>
              <a:t>dorme</a:t>
            </a:r>
          </a:p>
          <a:p>
            <a:pPr>
              <a:spcBef>
                <a:spcPct val="0"/>
              </a:spcBef>
              <a:buFontTx/>
              <a:buNone/>
              <a:defRPr/>
            </a:pPr>
            <a:r>
              <a:rPr lang="pt-BR" altLang="pt-BR" dirty="0">
                <a:latin typeface="Arial Nova Cond Light" panose="020B0306020202020204" pitchFamily="34" charset="0"/>
              </a:rPr>
              <a:t>pega osso</a:t>
            </a:r>
          </a:p>
          <a:p>
            <a:pPr>
              <a:spcBef>
                <a:spcPct val="0"/>
              </a:spcBef>
              <a:buFontTx/>
              <a:buNone/>
              <a:defRPr/>
            </a:pPr>
            <a:r>
              <a:rPr lang="pt-BR" altLang="pt-BR" dirty="0">
                <a:latin typeface="Arial Nova Cond Light" panose="020B0306020202020204" pitchFamily="34" charset="0"/>
              </a:rPr>
              <a:t>fala</a:t>
            </a:r>
          </a:p>
        </p:txBody>
      </p:sp>
      <p:sp>
        <p:nvSpPr>
          <p:cNvPr id="18" name="CaixaDeTexto 17">
            <a:extLst>
              <a:ext uri="{FF2B5EF4-FFF2-40B4-BE49-F238E27FC236}">
                <a16:creationId xmlns:a16="http://schemas.microsoft.com/office/drawing/2014/main" xmlns="" id="{88402FE6-9B4D-49F8-91EF-9840C7902894}"/>
              </a:ext>
            </a:extLst>
          </p:cNvPr>
          <p:cNvSpPr txBox="1"/>
          <p:nvPr/>
        </p:nvSpPr>
        <p:spPr>
          <a:xfrm>
            <a:off x="443883" y="4269680"/>
            <a:ext cx="3694008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just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/>
            </a:pPr>
            <a:r>
              <a:rPr lang="pt-BR" sz="2800" dirty="0">
                <a:solidFill>
                  <a:schemeClr val="tx1"/>
                </a:solidFill>
                <a:latin typeface="Arial Nova Cond Light" panose="020B0306020202020204" pitchFamily="34" charset="0"/>
              </a:rPr>
              <a:t>Para criarmos objetos em um sistema precisamos abstraí-lo criando uma classe que o represente.</a:t>
            </a:r>
          </a:p>
        </p:txBody>
      </p:sp>
    </p:spTree>
    <p:extLst>
      <p:ext uri="{BB962C8B-B14F-4D97-AF65-F5344CB8AC3E}">
        <p14:creationId xmlns:p14="http://schemas.microsoft.com/office/powerpoint/2010/main" val="40154502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414298B5-57DB-48CF-898B-E1CDF85607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>
                <a:latin typeface="Arial Nova Cond Light" panose="020B0306020202020204" pitchFamily="34" charset="0"/>
              </a:rPr>
              <a:t>Abstração em Orientação a Objetos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xmlns="" id="{A59A7E8B-8CB9-4865-A293-8F7FEF86DF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3883" y="1031226"/>
            <a:ext cx="11286299" cy="2727974"/>
          </a:xfrm>
        </p:spPr>
        <p:txBody>
          <a:bodyPr>
            <a:noAutofit/>
          </a:bodyPr>
          <a:lstStyle/>
          <a:p>
            <a:pPr marL="268288" indent="-268288" algn="just">
              <a:lnSpc>
                <a:spcPct val="110000"/>
              </a:lnSpc>
              <a:buBlip>
                <a:blip r:embed="rId2"/>
              </a:buBlip>
              <a:tabLst>
                <a:tab pos="268288" algn="l"/>
              </a:tabLst>
              <a:defRPr/>
            </a:pPr>
            <a:r>
              <a:rPr lang="pt-BR" sz="2800" dirty="0">
                <a:solidFill>
                  <a:schemeClr val="tx1"/>
                </a:solidFill>
                <a:latin typeface="Arial Nova Cond Light" panose="020B0306020202020204" pitchFamily="34" charset="0"/>
              </a:rPr>
              <a:t> É o conjunto de operações realizadas com a finalidade de representar objetos do mundo real em forma de classes.</a:t>
            </a:r>
          </a:p>
          <a:p>
            <a:pPr marL="268288" indent="-268288" algn="just">
              <a:lnSpc>
                <a:spcPct val="110000"/>
              </a:lnSpc>
              <a:buBlip>
                <a:blip r:embed="rId2"/>
              </a:buBlip>
              <a:defRPr/>
            </a:pPr>
            <a:r>
              <a:rPr lang="pt-BR" sz="2800" dirty="0">
                <a:solidFill>
                  <a:schemeClr val="tx1"/>
                </a:solidFill>
                <a:latin typeface="Arial Nova Cond Light" panose="020B0306020202020204" pitchFamily="34" charset="0"/>
              </a:rPr>
              <a:t> As classes não devem incluir todos os atributos e nem todas as ações (métodos) dos objetos do mundo real, somente o que for pertinente ao papel a ser desempenhado dentro do programa.</a:t>
            </a: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xmlns="" id="{26FCF0D3-77EC-43AF-B62D-1B66001DD93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62184" y="4357687"/>
            <a:ext cx="2571750" cy="18002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872767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414298B5-57DB-48CF-898B-E1CDF85607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>
                <a:latin typeface="Arial Nova Cond Light" panose="020B0306020202020204" pitchFamily="34" charset="0"/>
              </a:rPr>
              <a:t>Classes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xmlns="" id="{A59A7E8B-8CB9-4865-A293-8F7FEF86DF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3883" y="1031225"/>
            <a:ext cx="5541281" cy="4880047"/>
          </a:xfrm>
        </p:spPr>
        <p:txBody>
          <a:bodyPr>
            <a:noAutofit/>
          </a:bodyPr>
          <a:lstStyle/>
          <a:p>
            <a:pPr marL="360363" indent="-360363" algn="just">
              <a:lnSpc>
                <a:spcPct val="110000"/>
              </a:lnSpc>
              <a:buBlip>
                <a:blip r:embed="rId2"/>
              </a:buBlip>
              <a:tabLst>
                <a:tab pos="268288" algn="l"/>
              </a:tabLst>
              <a:defRPr/>
            </a:pPr>
            <a:r>
              <a:rPr lang="pt-BR" sz="2800" dirty="0">
                <a:solidFill>
                  <a:schemeClr val="tx1"/>
                </a:solidFill>
                <a:latin typeface="Arial Nova Cond Light" panose="020B0306020202020204" pitchFamily="34" charset="0"/>
              </a:rPr>
              <a:t>As Classes e os Objetos possuem uma relação de dependência, pois não existe objeto sem a classe</a:t>
            </a:r>
          </a:p>
          <a:p>
            <a:pPr marL="360363" indent="-360363" algn="just">
              <a:lnSpc>
                <a:spcPct val="110000"/>
              </a:lnSpc>
              <a:buBlip>
                <a:blip r:embed="rId2"/>
              </a:buBlip>
              <a:defRPr/>
            </a:pPr>
            <a:r>
              <a:rPr lang="pt-BR" sz="2800" dirty="0">
                <a:solidFill>
                  <a:schemeClr val="tx1"/>
                </a:solidFill>
                <a:latin typeface="Arial Nova Cond Light" panose="020B0306020202020204" pitchFamily="34" charset="0"/>
              </a:rPr>
              <a:t>A Classe representa a abstração das características comuns mais relevantes (atributos e métodos) de um conjunto de objetos. A classe passa a ser um molde para se criar objetos do mesmo tipo.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xmlns="" id="{501B8195-FE5D-47EA-8FB9-490C4D74ECF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63101" y="1127452"/>
            <a:ext cx="5470833" cy="51509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169566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414298B5-57DB-48CF-898B-E1CDF85607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>
                <a:latin typeface="Arial Nova Cond Light" panose="020B0306020202020204" pitchFamily="34" charset="0"/>
              </a:rPr>
              <a:t>Classes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xmlns="" id="{A59A7E8B-8CB9-4865-A293-8F7FEF86DF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3883" y="2962219"/>
            <a:ext cx="11390051" cy="2635899"/>
          </a:xfrm>
        </p:spPr>
        <p:txBody>
          <a:bodyPr>
            <a:noAutofit/>
          </a:bodyPr>
          <a:lstStyle/>
          <a:p>
            <a:pPr marL="360363" indent="-360363" algn="just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Blip>
                <a:blip r:embed="rId2"/>
              </a:buBlip>
              <a:tabLst>
                <a:tab pos="268288" algn="l"/>
              </a:tabLst>
              <a:defRPr/>
            </a:pPr>
            <a:r>
              <a:rPr lang="pt-BR" sz="2800" dirty="0">
                <a:solidFill>
                  <a:schemeClr val="tx1"/>
                </a:solidFill>
                <a:latin typeface="Arial Nova Cond Light" panose="020B0306020202020204" pitchFamily="34" charset="0"/>
              </a:rPr>
              <a:t>As classes são as partes mais importantes de qualquer sistema orientado a objetos.</a:t>
            </a:r>
          </a:p>
          <a:p>
            <a:pPr marL="360363" indent="-360363" algn="just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Blip>
                <a:blip r:embed="rId2"/>
              </a:buBlip>
              <a:tabLst>
                <a:tab pos="268288" algn="l"/>
              </a:tabLst>
              <a:defRPr/>
            </a:pPr>
            <a:r>
              <a:rPr lang="pt-BR" sz="2800" dirty="0">
                <a:solidFill>
                  <a:schemeClr val="tx1"/>
                </a:solidFill>
                <a:latin typeface="Arial Nova Cond Light" panose="020B0306020202020204" pitchFamily="34" charset="0"/>
              </a:rPr>
              <a:t>Essas classes podem incluir abstrações que são parte do domínio do problema.</a:t>
            </a:r>
          </a:p>
          <a:p>
            <a:pPr marL="360363" indent="-360363" algn="just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Blip>
                <a:blip r:embed="rId2"/>
              </a:buBlip>
              <a:tabLst>
                <a:tab pos="268288" algn="l"/>
              </a:tabLst>
              <a:defRPr/>
            </a:pPr>
            <a:r>
              <a:rPr lang="pt-BR" sz="2800" dirty="0">
                <a:solidFill>
                  <a:schemeClr val="tx1"/>
                </a:solidFill>
                <a:latin typeface="Arial Nova Cond Light" panose="020B0306020202020204" pitchFamily="34" charset="0"/>
              </a:rPr>
              <a:t>Graficamente, as classes são representadas por retângulos incluindo nome, atributos e métodos.</a:t>
            </a:r>
          </a:p>
          <a:p>
            <a:pPr marL="360363" indent="-360363" algn="just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Blip>
                <a:blip r:embed="rId2"/>
              </a:buBlip>
              <a:tabLst>
                <a:tab pos="268288" algn="l"/>
              </a:tabLst>
              <a:defRPr/>
            </a:pPr>
            <a:r>
              <a:rPr lang="pt-BR" sz="2800" dirty="0">
                <a:solidFill>
                  <a:schemeClr val="tx1"/>
                </a:solidFill>
                <a:latin typeface="Arial Nova Cond Light" panose="020B0306020202020204" pitchFamily="34" charset="0"/>
              </a:rPr>
              <a:t>Devem receber nomes representativos.</a:t>
            </a:r>
          </a:p>
        </p:txBody>
      </p:sp>
      <p:grpSp>
        <p:nvGrpSpPr>
          <p:cNvPr id="7" name="Agrupar 6">
            <a:extLst>
              <a:ext uri="{FF2B5EF4-FFF2-40B4-BE49-F238E27FC236}">
                <a16:creationId xmlns:a16="http://schemas.microsoft.com/office/drawing/2014/main" xmlns="" id="{883BD64C-81A2-4C30-91C6-2DE8D442D2E6}"/>
              </a:ext>
            </a:extLst>
          </p:cNvPr>
          <p:cNvGrpSpPr/>
          <p:nvPr/>
        </p:nvGrpSpPr>
        <p:grpSpPr>
          <a:xfrm>
            <a:off x="443883" y="1153316"/>
            <a:ext cx="11390051" cy="1626829"/>
            <a:chOff x="739857" y="1911659"/>
            <a:chExt cx="7524000" cy="1224000"/>
          </a:xfrm>
          <a:solidFill>
            <a:schemeClr val="bg1">
              <a:lumMod val="95000"/>
              <a:alpha val="82000"/>
            </a:schemeClr>
          </a:solidFill>
          <a:effectLst>
            <a:outerShdw blurRad="50800" dist="38100" dir="2700000" algn="tl" rotWithShape="0">
              <a:prstClr val="black">
                <a:alpha val="64000"/>
              </a:prstClr>
            </a:outerShdw>
          </a:effectLst>
        </p:grpSpPr>
        <p:grpSp>
          <p:nvGrpSpPr>
            <p:cNvPr id="8" name="Agrupar 7">
              <a:extLst>
                <a:ext uri="{FF2B5EF4-FFF2-40B4-BE49-F238E27FC236}">
                  <a16:creationId xmlns:a16="http://schemas.microsoft.com/office/drawing/2014/main" xmlns="" id="{6487FD20-736F-4555-A336-EB7C536CB536}"/>
                </a:ext>
              </a:extLst>
            </p:cNvPr>
            <p:cNvGrpSpPr/>
            <p:nvPr/>
          </p:nvGrpSpPr>
          <p:grpSpPr>
            <a:xfrm>
              <a:off x="739857" y="1911659"/>
              <a:ext cx="7524000" cy="1224000"/>
              <a:chOff x="219528" y="55616"/>
              <a:chExt cx="7480811" cy="1665956"/>
            </a:xfrm>
            <a:grpFill/>
          </p:grpSpPr>
          <p:sp>
            <p:nvSpPr>
              <p:cNvPr id="10" name="Retângulo 9">
                <a:extLst>
                  <a:ext uri="{FF2B5EF4-FFF2-40B4-BE49-F238E27FC236}">
                    <a16:creationId xmlns:a16="http://schemas.microsoft.com/office/drawing/2014/main" xmlns="" id="{46669818-CB76-4D44-B9E1-DB51E58287E1}"/>
                  </a:ext>
                </a:extLst>
              </p:cNvPr>
              <p:cNvSpPr/>
              <p:nvPr/>
            </p:nvSpPr>
            <p:spPr>
              <a:xfrm>
                <a:off x="219528" y="55616"/>
                <a:ext cx="7480811" cy="1665956"/>
              </a:xfrm>
              <a:prstGeom prst="rect">
                <a:avLst/>
              </a:prstGeom>
              <a:grpFill/>
              <a:ln w="19050">
                <a:solidFill>
                  <a:schemeClr val="accent1">
                    <a:lumMod val="75000"/>
                  </a:schemeClr>
                </a:solidFill>
              </a:ln>
            </p:spPr>
            <p:style>
              <a:lnRef idx="1">
                <a:schemeClr val="accent1"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lt1">
                  <a:alpha val="40000"/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lt1">
                  <a:alpha val="4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dk1">
                  <a:hueOff val="0"/>
                  <a:satOff val="0"/>
                  <a:lumOff val="0"/>
                  <a:alphaOff val="0"/>
                </a:schemeClr>
              </a:fontRef>
            </p:style>
          </p:sp>
          <p:sp>
            <p:nvSpPr>
              <p:cNvPr id="11" name="CaixaDeTexto 10">
                <a:extLst>
                  <a:ext uri="{FF2B5EF4-FFF2-40B4-BE49-F238E27FC236}">
                    <a16:creationId xmlns:a16="http://schemas.microsoft.com/office/drawing/2014/main" xmlns="" id="{2BFAFC9B-6E5E-4810-9EFA-95109D6003B1}"/>
                  </a:ext>
                </a:extLst>
              </p:cNvPr>
              <p:cNvSpPr txBox="1"/>
              <p:nvPr/>
            </p:nvSpPr>
            <p:spPr>
              <a:xfrm>
                <a:off x="219528" y="55616"/>
                <a:ext cx="7480811" cy="1665956"/>
              </a:xfrm>
              <a:prstGeom prst="rect">
                <a:avLst/>
              </a:prstGeom>
              <a:grpFill/>
              <a:ln w="19050">
                <a:solidFill>
                  <a:schemeClr val="accent1">
                    <a:lumMod val="75000"/>
                  </a:schemeClr>
                </a:solidFill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dk1">
                  <a:hueOff val="0"/>
                  <a:satOff val="0"/>
                  <a:lumOff val="0"/>
                  <a:alphaOff val="0"/>
                </a:schemeClr>
              </a:fontRef>
            </p:style>
            <p:txBody>
              <a:bodyPr spcFirstLastPara="0" vert="horz" wrap="square" lIns="1128408" tIns="106680" rIns="106680" bIns="106680" numCol="1" spcCol="1270" anchor="ctr" anchorCtr="0">
                <a:noAutofit/>
              </a:bodyPr>
              <a:lstStyle/>
              <a:p>
                <a:pPr marL="355600" defTabSz="1244600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</a:pPr>
                <a:endParaRPr lang="pt-BR" altLang="pt-BR" sz="2800" i="1" dirty="0">
                  <a:latin typeface="Arial Nova Cond Light" panose="020B0306020202020204" pitchFamily="34" charset="0"/>
                </a:endParaRPr>
              </a:p>
              <a:p>
                <a:pPr marL="355600" defTabSz="1244600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</a:pPr>
                <a:r>
                  <a:rPr lang="pt-BR" altLang="pt-BR" sz="2800" i="1" dirty="0">
                    <a:latin typeface="Arial Nova Cond Light" panose="020B0306020202020204" pitchFamily="34" charset="0"/>
                  </a:rPr>
                  <a:t>“Uma </a:t>
                </a:r>
                <a:r>
                  <a:rPr lang="pt-BR" altLang="pt-BR" sz="2800" b="1" i="1" dirty="0">
                    <a:latin typeface="Arial Nova Cond Light" panose="020B0306020202020204" pitchFamily="34" charset="0"/>
                  </a:rPr>
                  <a:t>classe é uma entidade </a:t>
                </a:r>
                <a:r>
                  <a:rPr lang="pt-BR" altLang="pt-BR" sz="2800" i="1" dirty="0">
                    <a:latin typeface="Arial Nova Cond Light" panose="020B0306020202020204" pitchFamily="34" charset="0"/>
                  </a:rPr>
                  <a:t>que descreve um conjunto de objetos com propriedades (atributos) e comportamentos (métodos) semelhantes e com relacionamentos comuns com outros objetos”</a:t>
                </a:r>
              </a:p>
              <a:p>
                <a:pPr marL="355600" lvl="0" indent="0" algn="l" defTabSz="1244600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  <a:buNone/>
                </a:pPr>
                <a:endParaRPr lang="pt-BR" sz="2800" kern="1200" dirty="0">
                  <a:latin typeface="Arial Narrow" panose="020B0606020202030204" pitchFamily="34" charset="0"/>
                </a:endParaRPr>
              </a:p>
            </p:txBody>
          </p:sp>
        </p:grpSp>
        <p:pic>
          <p:nvPicPr>
            <p:cNvPr id="9" name="Gráfico 8" descr="Processador">
              <a:extLst>
                <a:ext uri="{FF2B5EF4-FFF2-40B4-BE49-F238E27FC236}">
                  <a16:creationId xmlns:a16="http://schemas.microsoft.com/office/drawing/2014/main" xmlns="" id="{B531E7CD-5945-4607-B833-001F650ED98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xmlns="" r:embed="rId4"/>
                </a:ext>
              </a:extLst>
            </a:blip>
            <a:stretch>
              <a:fillRect/>
            </a:stretch>
          </p:blipFill>
          <p:spPr>
            <a:xfrm>
              <a:off x="842435" y="2083450"/>
              <a:ext cx="713423" cy="880417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92286171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414298B5-57DB-48CF-898B-E1CDF85607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>
                <a:latin typeface="Arial Nova Cond Light" panose="020B0306020202020204" pitchFamily="34" charset="0"/>
              </a:rPr>
              <a:t>Classes</a:t>
            </a:r>
          </a:p>
        </p:txBody>
      </p:sp>
      <p:grpSp>
        <p:nvGrpSpPr>
          <p:cNvPr id="7" name="Agrupar 6">
            <a:extLst>
              <a:ext uri="{FF2B5EF4-FFF2-40B4-BE49-F238E27FC236}">
                <a16:creationId xmlns:a16="http://schemas.microsoft.com/office/drawing/2014/main" xmlns="" id="{883BD64C-81A2-4C30-91C6-2DE8D442D2E6}"/>
              </a:ext>
            </a:extLst>
          </p:cNvPr>
          <p:cNvGrpSpPr/>
          <p:nvPr/>
        </p:nvGrpSpPr>
        <p:grpSpPr>
          <a:xfrm>
            <a:off x="400341" y="1109773"/>
            <a:ext cx="11433593" cy="1626829"/>
            <a:chOff x="711094" y="1911659"/>
            <a:chExt cx="7552763" cy="1224000"/>
          </a:xfrm>
          <a:solidFill>
            <a:schemeClr val="bg1">
              <a:lumMod val="95000"/>
              <a:alpha val="82000"/>
            </a:schemeClr>
          </a:solidFill>
          <a:effectLst>
            <a:outerShdw blurRad="50800" dist="38100" dir="2700000" algn="tl" rotWithShape="0">
              <a:prstClr val="black">
                <a:alpha val="64000"/>
              </a:prstClr>
            </a:outerShdw>
          </a:effectLst>
        </p:grpSpPr>
        <p:grpSp>
          <p:nvGrpSpPr>
            <p:cNvPr id="8" name="Agrupar 7">
              <a:extLst>
                <a:ext uri="{FF2B5EF4-FFF2-40B4-BE49-F238E27FC236}">
                  <a16:creationId xmlns:a16="http://schemas.microsoft.com/office/drawing/2014/main" xmlns="" id="{6487FD20-736F-4555-A336-EB7C536CB536}"/>
                </a:ext>
              </a:extLst>
            </p:cNvPr>
            <p:cNvGrpSpPr/>
            <p:nvPr/>
          </p:nvGrpSpPr>
          <p:grpSpPr>
            <a:xfrm>
              <a:off x="711094" y="1911659"/>
              <a:ext cx="7552763" cy="1224000"/>
              <a:chOff x="190930" y="55616"/>
              <a:chExt cx="7509409" cy="1665956"/>
            </a:xfrm>
            <a:grpFill/>
          </p:grpSpPr>
          <p:sp>
            <p:nvSpPr>
              <p:cNvPr id="10" name="Retângulo 9">
                <a:extLst>
                  <a:ext uri="{FF2B5EF4-FFF2-40B4-BE49-F238E27FC236}">
                    <a16:creationId xmlns:a16="http://schemas.microsoft.com/office/drawing/2014/main" xmlns="" id="{46669818-CB76-4D44-B9E1-DB51E58287E1}"/>
                  </a:ext>
                </a:extLst>
              </p:cNvPr>
              <p:cNvSpPr/>
              <p:nvPr/>
            </p:nvSpPr>
            <p:spPr>
              <a:xfrm>
                <a:off x="219528" y="55616"/>
                <a:ext cx="7480811" cy="1665956"/>
              </a:xfrm>
              <a:prstGeom prst="rect">
                <a:avLst/>
              </a:prstGeom>
              <a:grpFill/>
              <a:ln w="19050">
                <a:solidFill>
                  <a:schemeClr val="accent1">
                    <a:lumMod val="75000"/>
                  </a:schemeClr>
                </a:solidFill>
              </a:ln>
            </p:spPr>
            <p:style>
              <a:lnRef idx="1">
                <a:schemeClr val="accent1"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lt1">
                  <a:alpha val="40000"/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lt1">
                  <a:alpha val="4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dk1">
                  <a:hueOff val="0"/>
                  <a:satOff val="0"/>
                  <a:lumOff val="0"/>
                  <a:alphaOff val="0"/>
                </a:schemeClr>
              </a:fontRef>
            </p:style>
          </p:sp>
          <p:sp>
            <p:nvSpPr>
              <p:cNvPr id="11" name="CaixaDeTexto 10">
                <a:extLst>
                  <a:ext uri="{FF2B5EF4-FFF2-40B4-BE49-F238E27FC236}">
                    <a16:creationId xmlns:a16="http://schemas.microsoft.com/office/drawing/2014/main" xmlns="" id="{2BFAFC9B-6E5E-4810-9EFA-95109D6003B1}"/>
                  </a:ext>
                </a:extLst>
              </p:cNvPr>
              <p:cNvSpPr txBox="1"/>
              <p:nvPr/>
            </p:nvSpPr>
            <p:spPr>
              <a:xfrm>
                <a:off x="190930" y="55616"/>
                <a:ext cx="7480811" cy="1665956"/>
              </a:xfrm>
              <a:prstGeom prst="rect">
                <a:avLst/>
              </a:prstGeom>
              <a:grpFill/>
              <a:ln w="19050">
                <a:solidFill>
                  <a:schemeClr val="accent1">
                    <a:lumMod val="75000"/>
                  </a:schemeClr>
                </a:solidFill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dk1">
                  <a:hueOff val="0"/>
                  <a:satOff val="0"/>
                  <a:lumOff val="0"/>
                  <a:alphaOff val="0"/>
                </a:schemeClr>
              </a:fontRef>
            </p:style>
            <p:txBody>
              <a:bodyPr spcFirstLastPara="0" vert="horz" wrap="square" lIns="1128408" tIns="106680" rIns="106680" bIns="106680" numCol="1" spcCol="1270" anchor="ctr" anchorCtr="0">
                <a:noAutofit/>
              </a:bodyPr>
              <a:lstStyle/>
              <a:p>
                <a:pPr marL="355600" defTabSz="1244600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</a:pPr>
                <a:endParaRPr lang="pt-BR" altLang="pt-BR" sz="2800" i="1" dirty="0">
                  <a:latin typeface="Arial Nova Cond Light" panose="020B0306020202020204" pitchFamily="34" charset="0"/>
                </a:endParaRPr>
              </a:p>
              <a:p>
                <a:pPr marL="355600" defTabSz="1244600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</a:pPr>
                <a:r>
                  <a:rPr lang="pt-BR" altLang="pt-BR" sz="2800" i="1" dirty="0">
                    <a:latin typeface="Arial Nova Cond Light" panose="020B0306020202020204" pitchFamily="34" charset="0"/>
                  </a:rPr>
                  <a:t>“Uma </a:t>
                </a:r>
                <a:r>
                  <a:rPr lang="pt-BR" altLang="pt-BR" sz="2800" b="1" i="1" dirty="0">
                    <a:latin typeface="Arial Nova Cond Light" panose="020B0306020202020204" pitchFamily="34" charset="0"/>
                  </a:rPr>
                  <a:t>classe é uma entidade </a:t>
                </a:r>
                <a:r>
                  <a:rPr lang="pt-BR" altLang="pt-BR" sz="2800" i="1" dirty="0">
                    <a:latin typeface="Arial Nova Cond Light" panose="020B0306020202020204" pitchFamily="34" charset="0"/>
                  </a:rPr>
                  <a:t>que descreve um conjunto de objetos com propriedades (atributos) e comportamentos (métodos) semelhantes e com relacionamentos comuns com outros objetos”</a:t>
                </a:r>
              </a:p>
              <a:p>
                <a:pPr marL="355600" lvl="0" indent="0" algn="l" defTabSz="1244600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  <a:buNone/>
                </a:pPr>
                <a:endParaRPr lang="pt-BR" sz="2800" kern="1200" dirty="0">
                  <a:latin typeface="Arial Narrow" panose="020B0606020202030204" pitchFamily="34" charset="0"/>
                </a:endParaRPr>
              </a:p>
            </p:txBody>
          </p:sp>
        </p:grpSp>
        <p:pic>
          <p:nvPicPr>
            <p:cNvPr id="9" name="Gráfico 8" descr="Processador">
              <a:extLst>
                <a:ext uri="{FF2B5EF4-FFF2-40B4-BE49-F238E27FC236}">
                  <a16:creationId xmlns:a16="http://schemas.microsoft.com/office/drawing/2014/main" xmlns="" id="{B531E7CD-5945-4607-B833-001F650ED98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p:blipFill>
          <p:spPr>
            <a:xfrm>
              <a:off x="842435" y="2083450"/>
              <a:ext cx="713423" cy="880417"/>
            </a:xfrm>
            <a:prstGeom prst="rect">
              <a:avLst/>
            </a:prstGeom>
          </p:spPr>
        </p:pic>
      </p:grpSp>
      <p:sp>
        <p:nvSpPr>
          <p:cNvPr id="6" name="CaixaDeTexto 5">
            <a:extLst>
              <a:ext uri="{FF2B5EF4-FFF2-40B4-BE49-F238E27FC236}">
                <a16:creationId xmlns:a16="http://schemas.microsoft.com/office/drawing/2014/main" xmlns="" id="{4EB5284D-EE1B-47EA-8020-DEA3CBB2370F}"/>
              </a:ext>
            </a:extLst>
          </p:cNvPr>
          <p:cNvSpPr txBox="1"/>
          <p:nvPr/>
        </p:nvSpPr>
        <p:spPr>
          <a:xfrm>
            <a:off x="6095999" y="3800186"/>
            <a:ext cx="4345684" cy="138499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eaLnBrk="1" hangingPunct="1">
              <a:defRPr/>
            </a:pPr>
            <a:r>
              <a:rPr lang="pt-BR" sz="2800" dirty="0">
                <a:latin typeface="Arial Nova Cond Light" panose="020B0306020202020204" pitchFamily="34" charset="0"/>
              </a:rPr>
              <a:t>Representação em Diagrama de Classe UML (</a:t>
            </a:r>
            <a:r>
              <a:rPr lang="pt-BR" sz="2800" i="1" dirty="0" err="1">
                <a:latin typeface="Arial Nova Cond Light" panose="020B0306020202020204" pitchFamily="34" charset="0"/>
              </a:rPr>
              <a:t>Unified</a:t>
            </a:r>
            <a:r>
              <a:rPr lang="pt-BR" sz="2800" i="1" dirty="0">
                <a:latin typeface="Arial Nova Cond Light" panose="020B0306020202020204" pitchFamily="34" charset="0"/>
              </a:rPr>
              <a:t> </a:t>
            </a:r>
            <a:r>
              <a:rPr lang="pt-BR" sz="2800" i="1" dirty="0" err="1">
                <a:latin typeface="Arial Nova Cond Light" panose="020B0306020202020204" pitchFamily="34" charset="0"/>
              </a:rPr>
              <a:t>Modelling</a:t>
            </a:r>
            <a:r>
              <a:rPr lang="pt-BR" sz="2800" i="1" dirty="0">
                <a:latin typeface="Arial Nova Cond Light" panose="020B0306020202020204" pitchFamily="34" charset="0"/>
              </a:rPr>
              <a:t> </a:t>
            </a:r>
            <a:r>
              <a:rPr lang="pt-BR" sz="2800" i="1" dirty="0" err="1">
                <a:latin typeface="Arial Nova Cond Light" panose="020B0306020202020204" pitchFamily="34" charset="0"/>
              </a:rPr>
              <a:t>Language</a:t>
            </a:r>
            <a:r>
              <a:rPr lang="pt-BR" sz="2800" dirty="0">
                <a:latin typeface="Arial Nova Cond Light" panose="020B0306020202020204" pitchFamily="34" charset="0"/>
              </a:rPr>
              <a:t>)</a:t>
            </a:r>
          </a:p>
        </p:txBody>
      </p:sp>
      <p:sp>
        <p:nvSpPr>
          <p:cNvPr id="14" name="Seta para a direita listrada 20">
            <a:extLst>
              <a:ext uri="{FF2B5EF4-FFF2-40B4-BE49-F238E27FC236}">
                <a16:creationId xmlns:a16="http://schemas.microsoft.com/office/drawing/2014/main" xmlns="" id="{CCA2F204-F4C2-4BD3-AAE5-E9854ABC63CB}"/>
              </a:ext>
            </a:extLst>
          </p:cNvPr>
          <p:cNvSpPr/>
          <p:nvPr/>
        </p:nvSpPr>
        <p:spPr bwMode="auto">
          <a:xfrm>
            <a:off x="4730572" y="4240655"/>
            <a:ext cx="912845" cy="654618"/>
          </a:xfrm>
          <a:prstGeom prst="stripedRightArrow">
            <a:avLst/>
          </a:prstGeom>
          <a:ln>
            <a:headEnd type="none" w="med" len="med"/>
            <a:tailEnd type="none" w="med" len="med"/>
          </a:ln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/>
          <a:lstStyle/>
          <a:p>
            <a:pPr eaLnBrk="1" hangingPunct="1">
              <a:defRPr/>
            </a:pPr>
            <a:endParaRPr lang="pt-BR" sz="2800">
              <a:solidFill>
                <a:schemeClr val="tx1"/>
              </a:solidFill>
              <a:latin typeface="Arial Nova Cond Light" panose="020B0306020202020204" pitchFamily="34" charset="0"/>
            </a:endParaRPr>
          </a:p>
        </p:txBody>
      </p:sp>
      <p:graphicFrame>
        <p:nvGraphicFramePr>
          <p:cNvPr id="16" name="Tabela 15">
            <a:extLst>
              <a:ext uri="{FF2B5EF4-FFF2-40B4-BE49-F238E27FC236}">
                <a16:creationId xmlns:a16="http://schemas.microsoft.com/office/drawing/2014/main" xmlns="" id="{D4CBF19F-8AAB-4510-A978-23EBB1DB81E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75844716"/>
              </p:ext>
            </p:extLst>
          </p:nvPr>
        </p:nvGraphicFramePr>
        <p:xfrm>
          <a:off x="1750317" y="2967764"/>
          <a:ext cx="2703158" cy="32004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703158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sz="2400" dirty="0" err="1">
                          <a:latin typeface="Arial Nova Cond Light" panose="020B0306020202020204" pitchFamily="34" charset="0"/>
                        </a:rPr>
                        <a:t>Nome_da_classe</a:t>
                      </a:r>
                      <a:endParaRPr lang="pt-BR" sz="2400" dirty="0">
                        <a:latin typeface="Arial Nova Cond Light" panose="020B0306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BR" sz="2400" dirty="0">
                          <a:latin typeface="Arial Nova Cond Light" panose="020B0306020202020204" pitchFamily="34" charset="0"/>
                        </a:rPr>
                        <a:t>atributo1</a:t>
                      </a:r>
                    </a:p>
                    <a:p>
                      <a:r>
                        <a:rPr lang="pt-BR" sz="2400" dirty="0">
                          <a:latin typeface="Arial Nova Cond Light" panose="020B0306020202020204" pitchFamily="34" charset="0"/>
                        </a:rPr>
                        <a:t>atributo2</a:t>
                      </a:r>
                    </a:p>
                    <a:p>
                      <a:r>
                        <a:rPr lang="pt-BR" sz="2400" dirty="0">
                          <a:latin typeface="Arial Nova Cond Light" panose="020B0306020202020204" pitchFamily="34" charset="0"/>
                        </a:rPr>
                        <a:t>....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943386">
                <a:tc>
                  <a:txBody>
                    <a:bodyPr/>
                    <a:lstStyle/>
                    <a:p>
                      <a:r>
                        <a:rPr lang="pt-BR" sz="2400" dirty="0">
                          <a:latin typeface="Arial Nova Cond Light" panose="020B0306020202020204" pitchFamily="34" charset="0"/>
                        </a:rPr>
                        <a:t>método1</a:t>
                      </a:r>
                    </a:p>
                    <a:p>
                      <a:r>
                        <a:rPr lang="pt-BR" sz="2400" dirty="0">
                          <a:latin typeface="Arial Nova Cond Light" panose="020B0306020202020204" pitchFamily="34" charset="0"/>
                        </a:rPr>
                        <a:t>método2</a:t>
                      </a:r>
                    </a:p>
                    <a:p>
                      <a:r>
                        <a:rPr lang="pt-BR" sz="2400" dirty="0">
                          <a:latin typeface="Arial Nova Cond Light" panose="020B0306020202020204" pitchFamily="34" charset="0"/>
                        </a:rPr>
                        <a:t>método3</a:t>
                      </a:r>
                    </a:p>
                    <a:p>
                      <a:r>
                        <a:rPr lang="pt-BR" sz="2400" dirty="0">
                          <a:latin typeface="Arial Nova Cond Light" panose="020B0306020202020204" pitchFamily="34" charset="0"/>
                        </a:rPr>
                        <a:t>...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2587017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Gráfico 20" descr="Seta de linha: curva no sentido anti-horário">
            <a:extLst>
              <a:ext uri="{FF2B5EF4-FFF2-40B4-BE49-F238E27FC236}">
                <a16:creationId xmlns:a16="http://schemas.microsoft.com/office/drawing/2014/main" xmlns="" id="{045D1F31-7BCC-46A6-AE87-7BE8E15E7CA9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3"/>
              </a:ext>
            </a:extLst>
          </a:blip>
          <a:stretch>
            <a:fillRect/>
          </a:stretch>
        </p:blipFill>
        <p:spPr>
          <a:xfrm rot="16592161" flipV="1">
            <a:off x="3842597" y="4806924"/>
            <a:ext cx="914400" cy="999464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414298B5-57DB-48CF-898B-E1CDF85607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>
                <a:latin typeface="Arial Nova Cond Light" panose="020B0306020202020204" pitchFamily="34" charset="0"/>
              </a:rPr>
              <a:t>Classes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xmlns="" id="{4EB5284D-EE1B-47EA-8020-DEA3CBB2370F}"/>
              </a:ext>
            </a:extLst>
          </p:cNvPr>
          <p:cNvSpPr txBox="1"/>
          <p:nvPr/>
        </p:nvSpPr>
        <p:spPr>
          <a:xfrm>
            <a:off x="7488250" y="3392117"/>
            <a:ext cx="4345684" cy="138499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eaLnBrk="1" hangingPunct="1">
              <a:defRPr/>
            </a:pPr>
            <a:r>
              <a:rPr lang="pt-BR" sz="2800" dirty="0">
                <a:latin typeface="Arial Nova Cond Light" panose="020B0306020202020204" pitchFamily="34" charset="0"/>
              </a:rPr>
              <a:t>Representação em Diagrama de Classe UML (</a:t>
            </a:r>
            <a:r>
              <a:rPr lang="pt-BR" sz="2800" i="1" dirty="0" err="1">
                <a:latin typeface="Arial Nova Cond Light" panose="020B0306020202020204" pitchFamily="34" charset="0"/>
              </a:rPr>
              <a:t>Unified</a:t>
            </a:r>
            <a:r>
              <a:rPr lang="pt-BR" sz="2800" i="1" dirty="0">
                <a:latin typeface="Arial Nova Cond Light" panose="020B0306020202020204" pitchFamily="34" charset="0"/>
              </a:rPr>
              <a:t> </a:t>
            </a:r>
            <a:r>
              <a:rPr lang="pt-BR" sz="2800" i="1" dirty="0" err="1">
                <a:latin typeface="Arial Nova Cond Light" panose="020B0306020202020204" pitchFamily="34" charset="0"/>
              </a:rPr>
              <a:t>Modelling</a:t>
            </a:r>
            <a:r>
              <a:rPr lang="pt-BR" sz="2800" i="1" dirty="0">
                <a:latin typeface="Arial Nova Cond Light" panose="020B0306020202020204" pitchFamily="34" charset="0"/>
              </a:rPr>
              <a:t> </a:t>
            </a:r>
            <a:r>
              <a:rPr lang="pt-BR" sz="2800" i="1" dirty="0" err="1">
                <a:latin typeface="Arial Nova Cond Light" panose="020B0306020202020204" pitchFamily="34" charset="0"/>
              </a:rPr>
              <a:t>Language</a:t>
            </a:r>
            <a:r>
              <a:rPr lang="pt-BR" sz="2800" dirty="0">
                <a:latin typeface="Arial Nova Cond Light" panose="020B0306020202020204" pitchFamily="34" charset="0"/>
              </a:rPr>
              <a:t>)</a:t>
            </a:r>
          </a:p>
        </p:txBody>
      </p:sp>
      <p:sp>
        <p:nvSpPr>
          <p:cNvPr id="14" name="Seta para a direita listrada 20">
            <a:extLst>
              <a:ext uri="{FF2B5EF4-FFF2-40B4-BE49-F238E27FC236}">
                <a16:creationId xmlns:a16="http://schemas.microsoft.com/office/drawing/2014/main" xmlns="" id="{CCA2F204-F4C2-4BD3-AAE5-E9854ABC63CB}"/>
              </a:ext>
            </a:extLst>
          </p:cNvPr>
          <p:cNvSpPr/>
          <p:nvPr/>
        </p:nvSpPr>
        <p:spPr bwMode="auto">
          <a:xfrm>
            <a:off x="5648396" y="3785400"/>
            <a:ext cx="912845" cy="654618"/>
          </a:xfrm>
          <a:prstGeom prst="stripedRightArrow">
            <a:avLst/>
          </a:prstGeom>
          <a:ln>
            <a:headEnd type="none" w="med" len="med"/>
            <a:tailEnd type="none" w="med" len="med"/>
          </a:ln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/>
          <a:lstStyle/>
          <a:p>
            <a:pPr eaLnBrk="1" hangingPunct="1">
              <a:defRPr/>
            </a:pPr>
            <a:endParaRPr lang="pt-BR" sz="2800" dirty="0">
              <a:solidFill>
                <a:schemeClr val="tx1"/>
              </a:solidFill>
              <a:latin typeface="Arial Nova Cond Light" panose="020B0306020202020204" pitchFamily="34" charset="0"/>
            </a:endParaRPr>
          </a:p>
        </p:txBody>
      </p:sp>
      <p:sp>
        <p:nvSpPr>
          <p:cNvPr id="3" name="Text Box 1029">
            <a:extLst>
              <a:ext uri="{FF2B5EF4-FFF2-40B4-BE49-F238E27FC236}">
                <a16:creationId xmlns:a16="http://schemas.microsoft.com/office/drawing/2014/main" xmlns="" id="{B0C175D6-D093-4F54-A8E5-EFE871D99F5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3883" y="1193505"/>
            <a:ext cx="11390051" cy="52322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 anchor="ctr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2800" b="1" dirty="0">
                <a:latin typeface="Arial Nova Cond Light" panose="020B0306020202020204" pitchFamily="34" charset="0"/>
              </a:rPr>
              <a:t>Exemplo: </a:t>
            </a:r>
            <a:r>
              <a:rPr lang="pt-BR" altLang="pt-BR" sz="2800" dirty="0">
                <a:latin typeface="Arial Nova Cond Light" panose="020B0306020202020204" pitchFamily="34" charset="0"/>
              </a:rPr>
              <a:t>A classe Pessoa deverá ter atributos  e métodos comuns</a:t>
            </a:r>
          </a:p>
        </p:txBody>
      </p:sp>
      <p:pic>
        <p:nvPicPr>
          <p:cNvPr id="15" name="Gráfico 14" descr="Seta de linha: curva no sentido anti-horário">
            <a:extLst>
              <a:ext uri="{FF2B5EF4-FFF2-40B4-BE49-F238E27FC236}">
                <a16:creationId xmlns:a16="http://schemas.microsoft.com/office/drawing/2014/main" xmlns="" id="{E26BC0EF-3877-4D46-A8CF-9AE7A8E1CC48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3"/>
              </a:ext>
            </a:extLst>
          </a:blip>
          <a:stretch>
            <a:fillRect/>
          </a:stretch>
        </p:blipFill>
        <p:spPr>
          <a:xfrm rot="5709026">
            <a:off x="3827513" y="2338199"/>
            <a:ext cx="914400" cy="969310"/>
          </a:xfrm>
          <a:prstGeom prst="rect">
            <a:avLst/>
          </a:prstGeom>
        </p:spPr>
      </p:pic>
      <p:pic>
        <p:nvPicPr>
          <p:cNvPr id="18" name="Gráfico 17" descr="Seta para Cima">
            <a:extLst>
              <a:ext uri="{FF2B5EF4-FFF2-40B4-BE49-F238E27FC236}">
                <a16:creationId xmlns:a16="http://schemas.microsoft.com/office/drawing/2014/main" xmlns="" id="{3C57F058-922B-4EDE-9C52-552B8839BDA8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6"/>
              </a:ext>
            </a:extLst>
          </a:blip>
          <a:stretch>
            <a:fillRect/>
          </a:stretch>
        </p:blipFill>
        <p:spPr>
          <a:xfrm rot="5400000">
            <a:off x="3806987" y="3079085"/>
            <a:ext cx="914400" cy="914400"/>
          </a:xfrm>
          <a:prstGeom prst="rect">
            <a:avLst/>
          </a:prstGeom>
        </p:spPr>
      </p:pic>
      <p:sp>
        <p:nvSpPr>
          <p:cNvPr id="23" name="CaixaDeTexto 22">
            <a:extLst>
              <a:ext uri="{FF2B5EF4-FFF2-40B4-BE49-F238E27FC236}">
                <a16:creationId xmlns:a16="http://schemas.microsoft.com/office/drawing/2014/main" xmlns="" id="{55E8464C-E0F7-4B04-81F1-BCF1FE454302}"/>
              </a:ext>
            </a:extLst>
          </p:cNvPr>
          <p:cNvSpPr txBox="1"/>
          <p:nvPr/>
        </p:nvSpPr>
        <p:spPr>
          <a:xfrm>
            <a:off x="4559713" y="2202114"/>
            <a:ext cx="262312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400" dirty="0">
                <a:latin typeface="Arial Nova Cond Light" panose="020B0306020202020204" pitchFamily="34" charset="0"/>
              </a:rPr>
              <a:t>Nome da Classe</a:t>
            </a:r>
          </a:p>
        </p:txBody>
      </p:sp>
      <p:sp>
        <p:nvSpPr>
          <p:cNvPr id="25" name="CaixaDeTexto 24">
            <a:extLst>
              <a:ext uri="{FF2B5EF4-FFF2-40B4-BE49-F238E27FC236}">
                <a16:creationId xmlns:a16="http://schemas.microsoft.com/office/drawing/2014/main" xmlns="" id="{64F86918-CB1A-41ED-8755-85E51CD44122}"/>
              </a:ext>
            </a:extLst>
          </p:cNvPr>
          <p:cNvSpPr txBox="1"/>
          <p:nvPr/>
        </p:nvSpPr>
        <p:spPr>
          <a:xfrm>
            <a:off x="4698259" y="3295641"/>
            <a:ext cx="262312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400" dirty="0">
                <a:latin typeface="Arial Nova Cond Light" panose="020B0306020202020204" pitchFamily="34" charset="0"/>
              </a:rPr>
              <a:t>Atributos</a:t>
            </a:r>
          </a:p>
        </p:txBody>
      </p:sp>
      <p:sp>
        <p:nvSpPr>
          <p:cNvPr id="26" name="CaixaDeTexto 25">
            <a:extLst>
              <a:ext uri="{FF2B5EF4-FFF2-40B4-BE49-F238E27FC236}">
                <a16:creationId xmlns:a16="http://schemas.microsoft.com/office/drawing/2014/main" xmlns="" id="{7A635D59-489D-40F0-B8ED-F6EA160F0996}"/>
              </a:ext>
            </a:extLst>
          </p:cNvPr>
          <p:cNvSpPr txBox="1"/>
          <p:nvPr/>
        </p:nvSpPr>
        <p:spPr>
          <a:xfrm>
            <a:off x="4698259" y="5478256"/>
            <a:ext cx="262312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400" dirty="0">
                <a:latin typeface="Arial Nova Cond Light" panose="020B0306020202020204" pitchFamily="34" charset="0"/>
              </a:rPr>
              <a:t>Métodos</a:t>
            </a:r>
          </a:p>
        </p:txBody>
      </p:sp>
      <p:graphicFrame>
        <p:nvGraphicFramePr>
          <p:cNvPr id="16" name="Tabela 15">
            <a:extLst>
              <a:ext uri="{FF2B5EF4-FFF2-40B4-BE49-F238E27FC236}">
                <a16:creationId xmlns:a16="http://schemas.microsoft.com/office/drawing/2014/main" xmlns="" id="{D4CBF19F-8AAB-4510-A978-23EBB1DB81E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08857963"/>
              </p:ext>
            </p:extLst>
          </p:nvPr>
        </p:nvGraphicFramePr>
        <p:xfrm>
          <a:off x="1196136" y="2667295"/>
          <a:ext cx="2703158" cy="28346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703158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sz="2400" dirty="0">
                          <a:latin typeface="Arial Nova Cond Light" panose="020B0306020202020204" pitchFamily="34" charset="0"/>
                        </a:rPr>
                        <a:t>Pessoa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BR" sz="2400" dirty="0">
                          <a:latin typeface="Arial Nova Cond Light" panose="020B0306020202020204" pitchFamily="34" charset="0"/>
                        </a:rPr>
                        <a:t>nome: </a:t>
                      </a:r>
                      <a:r>
                        <a:rPr lang="pt-BR" sz="2400" dirty="0" err="1">
                          <a:latin typeface="Arial Nova Cond Light" panose="020B0306020202020204" pitchFamily="34" charset="0"/>
                        </a:rPr>
                        <a:t>string</a:t>
                      </a:r>
                      <a:endParaRPr lang="pt-BR" sz="2400" dirty="0">
                        <a:latin typeface="Arial Nova Cond Light" panose="020B0306020202020204" pitchFamily="34" charset="0"/>
                      </a:endParaRPr>
                    </a:p>
                    <a:p>
                      <a:r>
                        <a:rPr lang="pt-BR" sz="2400" dirty="0">
                          <a:latin typeface="Arial Nova Cond Light" panose="020B0306020202020204" pitchFamily="34" charset="0"/>
                        </a:rPr>
                        <a:t>idade: </a:t>
                      </a:r>
                      <a:r>
                        <a:rPr lang="pt-BR" sz="2400" dirty="0" err="1">
                          <a:latin typeface="Arial Nova Cond Light" panose="020B0306020202020204" pitchFamily="34" charset="0"/>
                        </a:rPr>
                        <a:t>int</a:t>
                      </a:r>
                      <a:endParaRPr lang="pt-BR" sz="2400" dirty="0">
                        <a:latin typeface="Arial Nova Cond Light" panose="020B0306020202020204" pitchFamily="34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943386">
                <a:tc>
                  <a:txBody>
                    <a:bodyPr/>
                    <a:lstStyle/>
                    <a:p>
                      <a:r>
                        <a:rPr lang="pt-BR" sz="2400" dirty="0" err="1">
                          <a:latin typeface="Arial Nova Cond Light" panose="020B0306020202020204" pitchFamily="34" charset="0"/>
                        </a:rPr>
                        <a:t>getNome</a:t>
                      </a:r>
                      <a:r>
                        <a:rPr lang="pt-BR" sz="2400" dirty="0">
                          <a:latin typeface="Arial Nova Cond Light" panose="020B0306020202020204" pitchFamily="34" charset="0"/>
                        </a:rPr>
                        <a:t>(): </a:t>
                      </a:r>
                      <a:r>
                        <a:rPr lang="pt-BR" sz="2400" dirty="0" err="1">
                          <a:latin typeface="Arial Nova Cond Light" panose="020B0306020202020204" pitchFamily="34" charset="0"/>
                        </a:rPr>
                        <a:t>string</a:t>
                      </a:r>
                      <a:endParaRPr lang="pt-BR" sz="2400" dirty="0">
                        <a:latin typeface="Arial Nova Cond Light" panose="020B0306020202020204" pitchFamily="34" charset="0"/>
                      </a:endParaRPr>
                    </a:p>
                    <a:p>
                      <a:r>
                        <a:rPr lang="pt-BR" sz="2400" dirty="0" err="1">
                          <a:latin typeface="Arial Nova Cond Light" panose="020B0306020202020204" pitchFamily="34" charset="0"/>
                        </a:rPr>
                        <a:t>getIdade</a:t>
                      </a:r>
                      <a:r>
                        <a:rPr lang="pt-BR" sz="2400" dirty="0">
                          <a:latin typeface="Arial Nova Cond Light" panose="020B0306020202020204" pitchFamily="34" charset="0"/>
                        </a:rPr>
                        <a:t>(): </a:t>
                      </a:r>
                      <a:r>
                        <a:rPr lang="pt-BR" sz="2400" dirty="0" err="1">
                          <a:latin typeface="Arial Nova Cond Light" panose="020B0306020202020204" pitchFamily="34" charset="0"/>
                        </a:rPr>
                        <a:t>int</a:t>
                      </a:r>
                      <a:endParaRPr lang="pt-BR" sz="2400" dirty="0">
                        <a:latin typeface="Arial Nova Cond Light" panose="020B0306020202020204" pitchFamily="34" charset="0"/>
                      </a:endParaRPr>
                    </a:p>
                    <a:p>
                      <a:r>
                        <a:rPr lang="pt-BR" sz="2400" dirty="0" err="1">
                          <a:latin typeface="Arial Nova Cond Light" panose="020B0306020202020204" pitchFamily="34" charset="0"/>
                        </a:rPr>
                        <a:t>setNome</a:t>
                      </a:r>
                      <a:r>
                        <a:rPr lang="pt-BR" sz="2400" dirty="0">
                          <a:latin typeface="Arial Nova Cond Light" panose="020B0306020202020204" pitchFamily="34" charset="0"/>
                        </a:rPr>
                        <a:t>(): </a:t>
                      </a:r>
                      <a:r>
                        <a:rPr lang="pt-BR" sz="2400" dirty="0" err="1">
                          <a:latin typeface="Arial Nova Cond Light" panose="020B0306020202020204" pitchFamily="34" charset="0"/>
                        </a:rPr>
                        <a:t>string</a:t>
                      </a:r>
                      <a:endParaRPr lang="pt-BR" sz="2400" dirty="0">
                        <a:latin typeface="Arial Nova Cond Light" panose="020B0306020202020204" pitchFamily="34" charset="0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2400" dirty="0" err="1">
                          <a:latin typeface="Arial Nova Cond Light" panose="020B0306020202020204" pitchFamily="34" charset="0"/>
                        </a:rPr>
                        <a:t>setIdade</a:t>
                      </a:r>
                      <a:r>
                        <a:rPr lang="pt-BR" sz="2400" dirty="0">
                          <a:latin typeface="Arial Nova Cond Light" panose="020B0306020202020204" pitchFamily="34" charset="0"/>
                        </a:rPr>
                        <a:t>(): </a:t>
                      </a:r>
                      <a:r>
                        <a:rPr lang="pt-BR" sz="2400" dirty="0" err="1">
                          <a:latin typeface="Arial Nova Cond Light" panose="020B0306020202020204" pitchFamily="34" charset="0"/>
                        </a:rPr>
                        <a:t>int</a:t>
                      </a:r>
                      <a:endParaRPr lang="pt-BR" sz="2400" dirty="0">
                        <a:latin typeface="Arial Nova Cond Light" panose="020B0306020202020204" pitchFamily="34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1263223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" name="Agrupar 24">
            <a:extLst>
              <a:ext uri="{FF2B5EF4-FFF2-40B4-BE49-F238E27FC236}">
                <a16:creationId xmlns:a16="http://schemas.microsoft.com/office/drawing/2014/main" xmlns="" id="{1873ED65-6D8C-4740-B680-20BF245C86E9}"/>
              </a:ext>
            </a:extLst>
          </p:cNvPr>
          <p:cNvGrpSpPr/>
          <p:nvPr/>
        </p:nvGrpSpPr>
        <p:grpSpPr>
          <a:xfrm>
            <a:off x="5643415" y="1856509"/>
            <a:ext cx="5148000" cy="2160000"/>
            <a:chOff x="5643415" y="1856509"/>
            <a:chExt cx="5148000" cy="2160000"/>
          </a:xfrm>
        </p:grpSpPr>
        <p:sp>
          <p:nvSpPr>
            <p:cNvPr id="4" name="Retângulo 3">
              <a:extLst>
                <a:ext uri="{FF2B5EF4-FFF2-40B4-BE49-F238E27FC236}">
                  <a16:creationId xmlns:a16="http://schemas.microsoft.com/office/drawing/2014/main" xmlns="" id="{74144492-AE74-45C6-807B-176342249782}"/>
                </a:ext>
              </a:extLst>
            </p:cNvPr>
            <p:cNvSpPr/>
            <p:nvPr/>
          </p:nvSpPr>
          <p:spPr>
            <a:xfrm>
              <a:off x="5735782" y="1958109"/>
              <a:ext cx="4959927" cy="1976582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24" name="Retângulo 23">
              <a:extLst>
                <a:ext uri="{FF2B5EF4-FFF2-40B4-BE49-F238E27FC236}">
                  <a16:creationId xmlns:a16="http://schemas.microsoft.com/office/drawing/2014/main" xmlns="" id="{58F82F81-DBAD-4D3E-9ECE-8D6E357BC4E3}"/>
                </a:ext>
              </a:extLst>
            </p:cNvPr>
            <p:cNvSpPr/>
            <p:nvPr/>
          </p:nvSpPr>
          <p:spPr>
            <a:xfrm>
              <a:off x="5643415" y="1856509"/>
              <a:ext cx="5148000" cy="2160000"/>
            </a:xfrm>
            <a:prstGeom prst="rect">
              <a:avLst/>
            </a:prstGeom>
            <a:noFill/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414298B5-57DB-48CF-898B-E1CDF85607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err="1">
                <a:latin typeface="Arial Nova Cond Light" panose="020B0306020202020204" pitchFamily="34" charset="0"/>
              </a:rPr>
              <a:t>Construíndo</a:t>
            </a:r>
            <a:r>
              <a:rPr lang="pt-BR" dirty="0">
                <a:latin typeface="Arial Nova Cond Light" panose="020B0306020202020204" pitchFamily="34" charset="0"/>
              </a:rPr>
              <a:t> Classes em Java</a:t>
            </a:r>
          </a:p>
        </p:txBody>
      </p:sp>
      <p:sp>
        <p:nvSpPr>
          <p:cNvPr id="14" name="Seta para a direita listrada 20">
            <a:extLst>
              <a:ext uri="{FF2B5EF4-FFF2-40B4-BE49-F238E27FC236}">
                <a16:creationId xmlns:a16="http://schemas.microsoft.com/office/drawing/2014/main" xmlns="" id="{CCA2F204-F4C2-4BD3-AAE5-E9854ABC63CB}"/>
              </a:ext>
            </a:extLst>
          </p:cNvPr>
          <p:cNvSpPr/>
          <p:nvPr/>
        </p:nvSpPr>
        <p:spPr bwMode="auto">
          <a:xfrm>
            <a:off x="4333409" y="2713538"/>
            <a:ext cx="912845" cy="654618"/>
          </a:xfrm>
          <a:prstGeom prst="stripedRightArrow">
            <a:avLst/>
          </a:prstGeom>
          <a:ln>
            <a:headEnd type="none" w="med" len="med"/>
            <a:tailEnd type="none" w="med" len="med"/>
          </a:ln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/>
          <a:lstStyle/>
          <a:p>
            <a:pPr eaLnBrk="1" hangingPunct="1">
              <a:defRPr/>
            </a:pPr>
            <a:endParaRPr lang="pt-BR" sz="2800">
              <a:solidFill>
                <a:schemeClr val="tx1"/>
              </a:solidFill>
              <a:latin typeface="Arial Nova Cond Light" panose="020B0306020202020204" pitchFamily="34" charset="0"/>
            </a:endParaRPr>
          </a:p>
        </p:txBody>
      </p:sp>
      <p:graphicFrame>
        <p:nvGraphicFramePr>
          <p:cNvPr id="16" name="Tabela 15">
            <a:extLst>
              <a:ext uri="{FF2B5EF4-FFF2-40B4-BE49-F238E27FC236}">
                <a16:creationId xmlns:a16="http://schemas.microsoft.com/office/drawing/2014/main" xmlns="" id="{D4CBF19F-8AAB-4510-A978-23EBB1DB81E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02055466"/>
              </p:ext>
            </p:extLst>
          </p:nvPr>
        </p:nvGraphicFramePr>
        <p:xfrm>
          <a:off x="974462" y="1453000"/>
          <a:ext cx="2703158" cy="32004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703158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sz="2400" dirty="0" err="1">
                          <a:latin typeface="Arial Nova Cond Light" panose="020B0306020202020204" pitchFamily="34" charset="0"/>
                        </a:rPr>
                        <a:t>Nome_da_classe</a:t>
                      </a:r>
                      <a:endParaRPr lang="pt-BR" sz="2400" dirty="0">
                        <a:latin typeface="Arial Nova Cond Light" panose="020B0306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BR" sz="2400" dirty="0">
                          <a:latin typeface="Arial Nova Cond Light" panose="020B0306020202020204" pitchFamily="34" charset="0"/>
                        </a:rPr>
                        <a:t>atributo1</a:t>
                      </a:r>
                    </a:p>
                    <a:p>
                      <a:r>
                        <a:rPr lang="pt-BR" sz="2400" dirty="0">
                          <a:latin typeface="Arial Nova Cond Light" panose="020B0306020202020204" pitchFamily="34" charset="0"/>
                        </a:rPr>
                        <a:t>atributo2</a:t>
                      </a:r>
                    </a:p>
                    <a:p>
                      <a:r>
                        <a:rPr lang="pt-BR" sz="2400" dirty="0">
                          <a:latin typeface="Arial Nova Cond Light" panose="020B0306020202020204" pitchFamily="34" charset="0"/>
                        </a:rPr>
                        <a:t>....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943386">
                <a:tc>
                  <a:txBody>
                    <a:bodyPr/>
                    <a:lstStyle/>
                    <a:p>
                      <a:r>
                        <a:rPr lang="pt-BR" sz="2400" dirty="0">
                          <a:latin typeface="Arial Nova Cond Light" panose="020B0306020202020204" pitchFamily="34" charset="0"/>
                        </a:rPr>
                        <a:t>método1</a:t>
                      </a:r>
                    </a:p>
                    <a:p>
                      <a:r>
                        <a:rPr lang="pt-BR" sz="2400" dirty="0">
                          <a:latin typeface="Arial Nova Cond Light" panose="020B0306020202020204" pitchFamily="34" charset="0"/>
                        </a:rPr>
                        <a:t>método2</a:t>
                      </a:r>
                    </a:p>
                    <a:p>
                      <a:r>
                        <a:rPr lang="pt-BR" sz="2400" dirty="0">
                          <a:latin typeface="Arial Nova Cond Light" panose="020B0306020202020204" pitchFamily="34" charset="0"/>
                        </a:rPr>
                        <a:t>método3</a:t>
                      </a:r>
                    </a:p>
                    <a:p>
                      <a:r>
                        <a:rPr lang="pt-BR" sz="2400" dirty="0">
                          <a:latin typeface="Arial Nova Cond Light" panose="020B0306020202020204" pitchFamily="34" charset="0"/>
                        </a:rPr>
                        <a:t>...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</a:tbl>
          </a:graphicData>
        </a:graphic>
      </p:graphicFrame>
      <p:sp>
        <p:nvSpPr>
          <p:cNvPr id="12" name="CaixaDeTexto 11">
            <a:extLst>
              <a:ext uri="{FF2B5EF4-FFF2-40B4-BE49-F238E27FC236}">
                <a16:creationId xmlns:a16="http://schemas.microsoft.com/office/drawing/2014/main" xmlns="" id="{338C36C4-8587-41E7-83A2-115599AA6388}"/>
              </a:ext>
            </a:extLst>
          </p:cNvPr>
          <p:cNvSpPr txBox="1"/>
          <p:nvPr/>
        </p:nvSpPr>
        <p:spPr>
          <a:xfrm>
            <a:off x="5902043" y="2113373"/>
            <a:ext cx="4581230" cy="15542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pt-BR" sz="2000" dirty="0" err="1">
                <a:solidFill>
                  <a:srgbClr val="7030A0"/>
                </a:solidFill>
                <a:latin typeface="Consolas" panose="020B0609020204030204" pitchFamily="49" charset="0"/>
              </a:rPr>
              <a:t>public</a:t>
            </a:r>
            <a:r>
              <a:rPr lang="pt-BR" sz="2000" dirty="0">
                <a:solidFill>
                  <a:srgbClr val="7030A0"/>
                </a:solidFill>
                <a:latin typeface="Consolas" panose="020B0609020204030204" pitchFamily="49" charset="0"/>
              </a:rPr>
              <a:t> </a:t>
            </a:r>
            <a:r>
              <a:rPr lang="pt-BR" sz="2000" dirty="0" err="1">
                <a:solidFill>
                  <a:srgbClr val="7030A0"/>
                </a:solidFill>
                <a:latin typeface="Consolas" panose="020B0609020204030204" pitchFamily="49" charset="0"/>
              </a:rPr>
              <a:t>class</a:t>
            </a:r>
            <a:r>
              <a:rPr lang="pt-BR" sz="2000" dirty="0">
                <a:solidFill>
                  <a:srgbClr val="7030A0"/>
                </a:solidFill>
                <a:latin typeface="Consolas" panose="020B0609020204030204" pitchFamily="49" charset="0"/>
              </a:rPr>
              <a:t> </a:t>
            </a:r>
            <a:r>
              <a:rPr lang="pt-BR" sz="2000" dirty="0">
                <a:latin typeface="Consolas" panose="020B0609020204030204" pitchFamily="49" charset="0"/>
              </a:rPr>
              <a:t>&lt;</a:t>
            </a:r>
            <a:r>
              <a:rPr lang="pt-BR" sz="2000" dirty="0" err="1">
                <a:latin typeface="Consolas" panose="020B0609020204030204" pitchFamily="49" charset="0"/>
              </a:rPr>
              <a:t>Nome_da_classe</a:t>
            </a:r>
            <a:r>
              <a:rPr lang="pt-BR" sz="2000" dirty="0">
                <a:latin typeface="Consolas" panose="020B0609020204030204" pitchFamily="49" charset="0"/>
              </a:rPr>
              <a:t>&gt; {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pt-BR" sz="2000" dirty="0">
                <a:latin typeface="Consolas" panose="020B0609020204030204" pitchFamily="49" charset="0"/>
              </a:rPr>
              <a:t>	&lt;lista de atributos&gt;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pt-BR" sz="2000" dirty="0">
                <a:latin typeface="Consolas" panose="020B0609020204030204" pitchFamily="49" charset="0"/>
              </a:rPr>
              <a:t>	&lt;lista de métodos&gt;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pt-BR" sz="2000" dirty="0"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5" name="Text Box 7">
            <a:extLst>
              <a:ext uri="{FF2B5EF4-FFF2-40B4-BE49-F238E27FC236}">
                <a16:creationId xmlns:a16="http://schemas.microsoft.com/office/drawing/2014/main" xmlns="" id="{747E0923-2807-4F61-96D5-D80F94476B6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15530" y="5302636"/>
            <a:ext cx="5777342" cy="9541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pt-BR" altLang="pt-BR" sz="2800" dirty="0">
                <a:latin typeface="Arial Nova Cond Light" panose="020B0306020202020204" pitchFamily="34" charset="0"/>
              </a:rPr>
              <a:t>Um arquivo em Java precisa ser uma classe pública com o </a:t>
            </a:r>
            <a:r>
              <a:rPr lang="pt-BR" altLang="pt-BR" sz="2800" b="1" dirty="0">
                <a:latin typeface="Arial Nova Cond Light" panose="020B0306020202020204" pitchFamily="34" charset="0"/>
              </a:rPr>
              <a:t>mesmo nome do arquivo</a:t>
            </a:r>
          </a:p>
        </p:txBody>
      </p:sp>
      <p:sp>
        <p:nvSpPr>
          <p:cNvPr id="17" name="Seta para a direita listrada 20">
            <a:extLst>
              <a:ext uri="{FF2B5EF4-FFF2-40B4-BE49-F238E27FC236}">
                <a16:creationId xmlns:a16="http://schemas.microsoft.com/office/drawing/2014/main" xmlns="" id="{1971C053-507C-4072-959C-7DF05D5EE9CF}"/>
              </a:ext>
            </a:extLst>
          </p:cNvPr>
          <p:cNvSpPr/>
          <p:nvPr/>
        </p:nvSpPr>
        <p:spPr bwMode="auto">
          <a:xfrm rot="16200000">
            <a:off x="7759322" y="4204867"/>
            <a:ext cx="912845" cy="654618"/>
          </a:xfrm>
          <a:prstGeom prst="stripedRightArrow">
            <a:avLst/>
          </a:prstGeom>
          <a:ln>
            <a:headEnd type="none" w="med" len="med"/>
            <a:tailEnd type="none" w="med" len="med"/>
          </a:ln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/>
          <a:lstStyle/>
          <a:p>
            <a:pPr eaLnBrk="1" hangingPunct="1">
              <a:defRPr/>
            </a:pPr>
            <a:endParaRPr lang="pt-BR" sz="2800">
              <a:solidFill>
                <a:schemeClr val="tx1"/>
              </a:solidFill>
              <a:latin typeface="Arial Nova Cond Light" panose="020B0306020202020204" pitchFamily="34" charset="0"/>
            </a:endParaRPr>
          </a:p>
        </p:txBody>
      </p:sp>
      <p:sp>
        <p:nvSpPr>
          <p:cNvPr id="18" name="CaixaDeTexto 17">
            <a:extLst>
              <a:ext uri="{FF2B5EF4-FFF2-40B4-BE49-F238E27FC236}">
                <a16:creationId xmlns:a16="http://schemas.microsoft.com/office/drawing/2014/main" xmlns="" id="{46D641AF-EC6F-45AA-9803-1B4F82566532}"/>
              </a:ext>
            </a:extLst>
          </p:cNvPr>
          <p:cNvSpPr txBox="1"/>
          <p:nvPr/>
        </p:nvSpPr>
        <p:spPr>
          <a:xfrm>
            <a:off x="778950" y="5555809"/>
            <a:ext cx="3094181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eaLnBrk="1" hangingPunct="1">
              <a:defRPr/>
            </a:pPr>
            <a:r>
              <a:rPr lang="pt-BR" sz="2800" dirty="0">
                <a:latin typeface="Arial Nova Cond Light" panose="020B0306020202020204" pitchFamily="34" charset="0"/>
              </a:rPr>
              <a:t>Modelo UML de classe</a:t>
            </a:r>
          </a:p>
        </p:txBody>
      </p:sp>
      <p:pic>
        <p:nvPicPr>
          <p:cNvPr id="22" name="Gráfico 21" descr="Seta para Baixo">
            <a:extLst>
              <a:ext uri="{FF2B5EF4-FFF2-40B4-BE49-F238E27FC236}">
                <a16:creationId xmlns:a16="http://schemas.microsoft.com/office/drawing/2014/main" xmlns="" id="{61A2399E-B574-4970-A563-3F0E915FA271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3"/>
              </a:ext>
            </a:extLst>
          </a:blip>
          <a:stretch>
            <a:fillRect/>
          </a:stretch>
        </p:blipFill>
        <p:spPr>
          <a:xfrm>
            <a:off x="1838523" y="4641409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43922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414298B5-57DB-48CF-898B-E1CDF85607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>
                <a:latin typeface="Arial Nova Cond Light" panose="020B0306020202020204" pitchFamily="34" charset="0"/>
              </a:rPr>
              <a:t>Classe</a:t>
            </a:r>
          </a:p>
        </p:txBody>
      </p:sp>
      <p:sp>
        <p:nvSpPr>
          <p:cNvPr id="23" name="CaixaDeTexto 22">
            <a:extLst>
              <a:ext uri="{FF2B5EF4-FFF2-40B4-BE49-F238E27FC236}">
                <a16:creationId xmlns:a16="http://schemas.microsoft.com/office/drawing/2014/main" xmlns="" id="{55E8464C-E0F7-4B04-81F1-BCF1FE454302}"/>
              </a:ext>
            </a:extLst>
          </p:cNvPr>
          <p:cNvSpPr txBox="1"/>
          <p:nvPr/>
        </p:nvSpPr>
        <p:spPr>
          <a:xfrm>
            <a:off x="598509" y="1074695"/>
            <a:ext cx="167483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2400" dirty="0">
                <a:latin typeface="Arial Nova Cond Light" panose="020B0306020202020204" pitchFamily="34" charset="0"/>
              </a:rPr>
              <a:t>Pessoa</a:t>
            </a:r>
          </a:p>
        </p:txBody>
      </p:sp>
      <p:graphicFrame>
        <p:nvGraphicFramePr>
          <p:cNvPr id="16" name="Tabela 15">
            <a:extLst>
              <a:ext uri="{FF2B5EF4-FFF2-40B4-BE49-F238E27FC236}">
                <a16:creationId xmlns:a16="http://schemas.microsoft.com/office/drawing/2014/main" xmlns="" id="{D4CBF19F-8AAB-4510-A978-23EBB1DB81E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49444998"/>
              </p:ext>
            </p:extLst>
          </p:nvPr>
        </p:nvGraphicFramePr>
        <p:xfrm>
          <a:off x="3510620" y="2578811"/>
          <a:ext cx="2703158" cy="2589306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703158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sz="2400" dirty="0">
                          <a:latin typeface="Arial Nova Cond Light" panose="020B0306020202020204" pitchFamily="34" charset="0"/>
                        </a:rPr>
                        <a:t>Pessoa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BR" sz="2400" dirty="0">
                          <a:latin typeface="Arial Nova Cond Light" panose="020B0306020202020204" pitchFamily="34" charset="0"/>
                        </a:rPr>
                        <a:t>nome: </a:t>
                      </a:r>
                      <a:r>
                        <a:rPr lang="pt-BR" sz="2400" dirty="0" err="1">
                          <a:latin typeface="Arial Nova Cond Light" panose="020B0306020202020204" pitchFamily="34" charset="0"/>
                        </a:rPr>
                        <a:t>string</a:t>
                      </a:r>
                      <a:endParaRPr lang="pt-BR" sz="2400" dirty="0">
                        <a:latin typeface="Arial Nova Cond Light" panose="020B0306020202020204" pitchFamily="34" charset="0"/>
                      </a:endParaRPr>
                    </a:p>
                    <a:p>
                      <a:r>
                        <a:rPr lang="pt-BR" sz="2400" dirty="0">
                          <a:latin typeface="Arial Nova Cond Light" panose="020B0306020202020204" pitchFamily="34" charset="0"/>
                        </a:rPr>
                        <a:t>idade: </a:t>
                      </a:r>
                      <a:r>
                        <a:rPr lang="pt-BR" sz="2400" dirty="0" err="1">
                          <a:latin typeface="Arial Nova Cond Light" panose="020B0306020202020204" pitchFamily="34" charset="0"/>
                        </a:rPr>
                        <a:t>int</a:t>
                      </a:r>
                      <a:endParaRPr lang="pt-BR" sz="2400" dirty="0">
                        <a:latin typeface="Arial Nova Cond Light" panose="020B0306020202020204" pitchFamily="34" charset="0"/>
                      </a:endParaRPr>
                    </a:p>
                    <a:p>
                      <a:r>
                        <a:rPr lang="pt-BR" sz="2400" dirty="0">
                          <a:latin typeface="Arial Nova Cond Light" panose="020B0306020202020204" pitchFamily="34" charset="0"/>
                        </a:rPr>
                        <a:t>renda: </a:t>
                      </a:r>
                      <a:r>
                        <a:rPr lang="pt-BR" sz="2400" dirty="0" err="1">
                          <a:latin typeface="Arial Nova Cond Light" panose="020B0306020202020204" pitchFamily="34" charset="0"/>
                        </a:rPr>
                        <a:t>double</a:t>
                      </a:r>
                      <a:endParaRPr lang="pt-BR" sz="2400" dirty="0">
                        <a:latin typeface="Arial Nova Cond Light" panose="020B0306020202020204" pitchFamily="34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943386">
                <a:tc>
                  <a:txBody>
                    <a:bodyPr/>
                    <a:lstStyle/>
                    <a:p>
                      <a:endParaRPr lang="pt-BR" sz="2400" dirty="0">
                        <a:latin typeface="Arial Nova Cond Light" panose="020B0306020202020204" pitchFamily="34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</a:tbl>
          </a:graphicData>
        </a:graphic>
      </p:graphicFrame>
      <p:pic>
        <p:nvPicPr>
          <p:cNvPr id="4" name="Imagem 3">
            <a:extLst>
              <a:ext uri="{FF2B5EF4-FFF2-40B4-BE49-F238E27FC236}">
                <a16:creationId xmlns:a16="http://schemas.microsoft.com/office/drawing/2014/main" xmlns="" id="{43DF987C-1E30-4860-AD16-7D0C41DC81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7563" y="1550011"/>
            <a:ext cx="1551526" cy="2417378"/>
          </a:xfrm>
          <a:prstGeom prst="rect">
            <a:avLst/>
          </a:prstGeom>
        </p:spPr>
      </p:pic>
      <p:pic>
        <p:nvPicPr>
          <p:cNvPr id="5" name="Gráfico 4" descr="Seta de linha: curva no sentido anti-horário">
            <a:extLst>
              <a:ext uri="{FF2B5EF4-FFF2-40B4-BE49-F238E27FC236}">
                <a16:creationId xmlns:a16="http://schemas.microsoft.com/office/drawing/2014/main" xmlns="" id="{11C8069A-432C-46C0-AEE6-8301206CBB2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4"/>
              </a:ext>
            </a:extLst>
          </a:blip>
          <a:stretch>
            <a:fillRect/>
          </a:stretch>
        </p:blipFill>
        <p:spPr>
          <a:xfrm rot="18059586" flipH="1" flipV="1">
            <a:off x="1391767" y="2824973"/>
            <a:ext cx="2059533" cy="2096982"/>
          </a:xfrm>
          <a:prstGeom prst="rect">
            <a:avLst/>
          </a:prstGeom>
        </p:spPr>
      </p:pic>
      <p:pic>
        <p:nvPicPr>
          <p:cNvPr id="7" name="Gráfico 6" descr="Seta de linha: curva no sentido anti-horário">
            <a:extLst>
              <a:ext uri="{FF2B5EF4-FFF2-40B4-BE49-F238E27FC236}">
                <a16:creationId xmlns:a16="http://schemas.microsoft.com/office/drawing/2014/main" xmlns="" id="{0A1F6A6C-5F9F-4C5D-A67D-E4E9DC8B905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4"/>
              </a:ext>
            </a:extLst>
          </a:blip>
          <a:stretch>
            <a:fillRect/>
          </a:stretch>
        </p:blipFill>
        <p:spPr>
          <a:xfrm rot="5400000" flipH="1">
            <a:off x="6166999" y="1966444"/>
            <a:ext cx="1663189" cy="1693431"/>
          </a:xfrm>
          <a:prstGeom prst="rect">
            <a:avLst/>
          </a:prstGeom>
        </p:spPr>
      </p:pic>
      <p:sp>
        <p:nvSpPr>
          <p:cNvPr id="12" name="Elipse 11">
            <a:extLst>
              <a:ext uri="{FF2B5EF4-FFF2-40B4-BE49-F238E27FC236}">
                <a16:creationId xmlns:a16="http://schemas.microsoft.com/office/drawing/2014/main" xmlns="" id="{F79FA3F3-D8BB-4DAD-9A53-707A7671076C}"/>
              </a:ext>
            </a:extLst>
          </p:cNvPr>
          <p:cNvSpPr/>
          <p:nvPr/>
        </p:nvSpPr>
        <p:spPr>
          <a:xfrm>
            <a:off x="414319" y="1068360"/>
            <a:ext cx="468000" cy="4680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1</a:t>
            </a:r>
          </a:p>
        </p:txBody>
      </p:sp>
      <p:sp>
        <p:nvSpPr>
          <p:cNvPr id="27" name="Elipse 26">
            <a:extLst>
              <a:ext uri="{FF2B5EF4-FFF2-40B4-BE49-F238E27FC236}">
                <a16:creationId xmlns:a16="http://schemas.microsoft.com/office/drawing/2014/main" xmlns="" id="{186BF09D-41A9-45DE-85A0-A0FEFBA78FAE}"/>
              </a:ext>
            </a:extLst>
          </p:cNvPr>
          <p:cNvSpPr/>
          <p:nvPr/>
        </p:nvSpPr>
        <p:spPr>
          <a:xfrm>
            <a:off x="1953533" y="4457872"/>
            <a:ext cx="468000" cy="4680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2</a:t>
            </a:r>
          </a:p>
        </p:txBody>
      </p:sp>
      <p:sp>
        <p:nvSpPr>
          <p:cNvPr id="28" name="Elipse 27">
            <a:extLst>
              <a:ext uri="{FF2B5EF4-FFF2-40B4-BE49-F238E27FC236}">
                <a16:creationId xmlns:a16="http://schemas.microsoft.com/office/drawing/2014/main" xmlns="" id="{9FE3BD50-6164-43A4-8A4B-FA928A223A58}"/>
              </a:ext>
            </a:extLst>
          </p:cNvPr>
          <p:cNvSpPr/>
          <p:nvPr/>
        </p:nvSpPr>
        <p:spPr>
          <a:xfrm>
            <a:off x="6885751" y="1955573"/>
            <a:ext cx="468000" cy="4680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3</a:t>
            </a:r>
          </a:p>
        </p:txBody>
      </p:sp>
      <p:grpSp>
        <p:nvGrpSpPr>
          <p:cNvPr id="30" name="Agrupar 29">
            <a:extLst>
              <a:ext uri="{FF2B5EF4-FFF2-40B4-BE49-F238E27FC236}">
                <a16:creationId xmlns:a16="http://schemas.microsoft.com/office/drawing/2014/main" xmlns="" id="{DBF93649-EDB3-4C99-B7D7-24DBB58E2A6F}"/>
              </a:ext>
            </a:extLst>
          </p:cNvPr>
          <p:cNvGrpSpPr/>
          <p:nvPr/>
        </p:nvGrpSpPr>
        <p:grpSpPr>
          <a:xfrm>
            <a:off x="6692808" y="3149599"/>
            <a:ext cx="5116945" cy="2988000"/>
            <a:chOff x="6692808" y="3149599"/>
            <a:chExt cx="5116945" cy="2988000"/>
          </a:xfrm>
        </p:grpSpPr>
        <p:grpSp>
          <p:nvGrpSpPr>
            <p:cNvPr id="11" name="Agrupar 10">
              <a:extLst>
                <a:ext uri="{FF2B5EF4-FFF2-40B4-BE49-F238E27FC236}">
                  <a16:creationId xmlns:a16="http://schemas.microsoft.com/office/drawing/2014/main" xmlns="" id="{F6C79497-7FD4-4244-A95C-FBE1A749573A}"/>
                </a:ext>
              </a:extLst>
            </p:cNvPr>
            <p:cNvGrpSpPr/>
            <p:nvPr/>
          </p:nvGrpSpPr>
          <p:grpSpPr>
            <a:xfrm>
              <a:off x="6780554" y="3228737"/>
              <a:ext cx="4959927" cy="2817352"/>
              <a:chOff x="6725136" y="3431304"/>
              <a:chExt cx="4959927" cy="2817352"/>
            </a:xfrm>
          </p:grpSpPr>
          <p:sp>
            <p:nvSpPr>
              <p:cNvPr id="9" name="Retângulo 8">
                <a:extLst>
                  <a:ext uri="{FF2B5EF4-FFF2-40B4-BE49-F238E27FC236}">
                    <a16:creationId xmlns:a16="http://schemas.microsoft.com/office/drawing/2014/main" xmlns="" id="{9EC6D976-AEE8-4CCC-9A4C-E8E79E83D65B}"/>
                  </a:ext>
                </a:extLst>
              </p:cNvPr>
              <p:cNvSpPr/>
              <p:nvPr/>
            </p:nvSpPr>
            <p:spPr>
              <a:xfrm>
                <a:off x="6725136" y="3431304"/>
                <a:ext cx="4959927" cy="2817351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  <p:sp>
            <p:nvSpPr>
              <p:cNvPr id="10" name="CaixaDeTexto 9">
                <a:extLst>
                  <a:ext uri="{FF2B5EF4-FFF2-40B4-BE49-F238E27FC236}">
                    <a16:creationId xmlns:a16="http://schemas.microsoft.com/office/drawing/2014/main" xmlns="" id="{5B58AFB0-F041-4F93-8408-2BFF6266AF5A}"/>
                  </a:ext>
                </a:extLst>
              </p:cNvPr>
              <p:cNvSpPr txBox="1"/>
              <p:nvPr/>
            </p:nvSpPr>
            <p:spPr>
              <a:xfrm>
                <a:off x="6914484" y="3540222"/>
                <a:ext cx="4581230" cy="270843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spcBef>
                    <a:spcPts val="300"/>
                  </a:spcBef>
                  <a:spcAft>
                    <a:spcPts val="300"/>
                  </a:spcAft>
                </a:pPr>
                <a:r>
                  <a:rPr lang="pt-BR" sz="2000" dirty="0" err="1">
                    <a:solidFill>
                      <a:srgbClr val="7030A0"/>
                    </a:solidFill>
                    <a:latin typeface="Consolas" panose="020B0609020204030204" pitchFamily="49" charset="0"/>
                  </a:rPr>
                  <a:t>public</a:t>
                </a:r>
                <a:r>
                  <a:rPr lang="pt-BR" sz="2000" dirty="0">
                    <a:solidFill>
                      <a:srgbClr val="7030A0"/>
                    </a:solidFill>
                    <a:latin typeface="Consolas" panose="020B0609020204030204" pitchFamily="49" charset="0"/>
                  </a:rPr>
                  <a:t> </a:t>
                </a:r>
                <a:r>
                  <a:rPr lang="pt-BR" sz="2000" dirty="0" err="1">
                    <a:solidFill>
                      <a:srgbClr val="7030A0"/>
                    </a:solidFill>
                    <a:latin typeface="Consolas" panose="020B0609020204030204" pitchFamily="49" charset="0"/>
                  </a:rPr>
                  <a:t>class</a:t>
                </a:r>
                <a:r>
                  <a:rPr lang="pt-BR" sz="2000" dirty="0">
                    <a:solidFill>
                      <a:srgbClr val="7030A0"/>
                    </a:solidFill>
                    <a:latin typeface="Consolas" panose="020B0609020204030204" pitchFamily="49" charset="0"/>
                  </a:rPr>
                  <a:t> </a:t>
                </a:r>
                <a:r>
                  <a:rPr lang="pt-BR" sz="2000" b="1" dirty="0">
                    <a:latin typeface="Consolas" panose="020B0609020204030204" pitchFamily="49" charset="0"/>
                  </a:rPr>
                  <a:t>Pessoa</a:t>
                </a:r>
                <a:r>
                  <a:rPr lang="pt-BR" sz="2000" dirty="0">
                    <a:latin typeface="Consolas" panose="020B0609020204030204" pitchFamily="49" charset="0"/>
                  </a:rPr>
                  <a:t> {</a:t>
                </a:r>
              </a:p>
              <a:p>
                <a:pPr>
                  <a:spcBef>
                    <a:spcPts val="300"/>
                  </a:spcBef>
                  <a:spcAft>
                    <a:spcPts val="300"/>
                  </a:spcAft>
                </a:pPr>
                <a:r>
                  <a:rPr lang="pt-BR" sz="2000" dirty="0">
                    <a:latin typeface="Consolas" panose="020B0609020204030204" pitchFamily="49" charset="0"/>
                  </a:rPr>
                  <a:t>	</a:t>
                </a:r>
                <a:r>
                  <a:rPr lang="pt-BR" sz="2000" dirty="0">
                    <a:solidFill>
                      <a:srgbClr val="FF66FF"/>
                    </a:solidFill>
                    <a:latin typeface="Consolas" panose="020B0609020204030204" pitchFamily="49" charset="0"/>
                  </a:rPr>
                  <a:t>//lista de atributos</a:t>
                </a:r>
              </a:p>
              <a:p>
                <a:pPr>
                  <a:spcBef>
                    <a:spcPts val="300"/>
                  </a:spcBef>
                  <a:spcAft>
                    <a:spcPts val="300"/>
                  </a:spcAft>
                </a:pPr>
                <a:r>
                  <a:rPr lang="pt-BR" sz="2000" dirty="0">
                    <a:latin typeface="Consolas" panose="020B0609020204030204" pitchFamily="49" charset="0"/>
                  </a:rPr>
                  <a:t>	</a:t>
                </a:r>
                <a:r>
                  <a:rPr lang="pt-BR" sz="2000" dirty="0" err="1">
                    <a:latin typeface="Consolas" panose="020B0609020204030204" pitchFamily="49" charset="0"/>
                  </a:rPr>
                  <a:t>String</a:t>
                </a:r>
                <a:r>
                  <a:rPr lang="pt-BR" sz="2000" dirty="0">
                    <a:latin typeface="Consolas" panose="020B0609020204030204" pitchFamily="49" charset="0"/>
                  </a:rPr>
                  <a:t> </a:t>
                </a:r>
                <a:r>
                  <a:rPr lang="pt-BR" sz="2000" dirty="0">
                    <a:solidFill>
                      <a:schemeClr val="accent4">
                        <a:lumMod val="75000"/>
                      </a:schemeClr>
                    </a:solidFill>
                    <a:latin typeface="Consolas" panose="020B0609020204030204" pitchFamily="49" charset="0"/>
                  </a:rPr>
                  <a:t>nome</a:t>
                </a:r>
                <a:r>
                  <a:rPr lang="pt-BR" sz="2000" dirty="0">
                    <a:latin typeface="Consolas" panose="020B0609020204030204" pitchFamily="49" charset="0"/>
                  </a:rPr>
                  <a:t>;</a:t>
                </a:r>
              </a:p>
              <a:p>
                <a:pPr>
                  <a:spcBef>
                    <a:spcPts val="300"/>
                  </a:spcBef>
                  <a:spcAft>
                    <a:spcPts val="300"/>
                  </a:spcAft>
                </a:pPr>
                <a:r>
                  <a:rPr lang="pt-BR" sz="2000" dirty="0">
                    <a:latin typeface="Consolas" panose="020B0609020204030204" pitchFamily="49" charset="0"/>
                  </a:rPr>
                  <a:t>	</a:t>
                </a:r>
                <a:r>
                  <a:rPr lang="pt-BR" sz="2000" dirty="0" err="1">
                    <a:solidFill>
                      <a:schemeClr val="accent2"/>
                    </a:solidFill>
                    <a:latin typeface="Consolas" panose="020B0609020204030204" pitchFamily="49" charset="0"/>
                  </a:rPr>
                  <a:t>int</a:t>
                </a:r>
                <a:r>
                  <a:rPr lang="pt-BR" sz="2000" dirty="0">
                    <a:latin typeface="Consolas" panose="020B0609020204030204" pitchFamily="49" charset="0"/>
                  </a:rPr>
                  <a:t> </a:t>
                </a:r>
                <a:r>
                  <a:rPr lang="pt-BR" sz="2000" dirty="0">
                    <a:solidFill>
                      <a:schemeClr val="accent4">
                        <a:lumMod val="75000"/>
                      </a:schemeClr>
                    </a:solidFill>
                    <a:latin typeface="Consolas" panose="020B0609020204030204" pitchFamily="49" charset="0"/>
                  </a:rPr>
                  <a:t>idade</a:t>
                </a:r>
                <a:r>
                  <a:rPr lang="pt-BR" sz="2000" dirty="0">
                    <a:latin typeface="Consolas" panose="020B0609020204030204" pitchFamily="49" charset="0"/>
                  </a:rPr>
                  <a:t>;</a:t>
                </a:r>
              </a:p>
              <a:p>
                <a:pPr>
                  <a:spcBef>
                    <a:spcPts val="300"/>
                  </a:spcBef>
                  <a:spcAft>
                    <a:spcPts val="300"/>
                  </a:spcAft>
                </a:pPr>
                <a:r>
                  <a:rPr lang="pt-BR" sz="2000" dirty="0">
                    <a:latin typeface="Consolas" panose="020B0609020204030204" pitchFamily="49" charset="0"/>
                  </a:rPr>
                  <a:t>	</a:t>
                </a:r>
                <a:r>
                  <a:rPr lang="pt-BR" sz="2000" dirty="0" err="1">
                    <a:solidFill>
                      <a:schemeClr val="accent2"/>
                    </a:solidFill>
                    <a:latin typeface="Consolas" panose="020B0609020204030204" pitchFamily="49" charset="0"/>
                  </a:rPr>
                  <a:t>double</a:t>
                </a:r>
                <a:r>
                  <a:rPr lang="pt-BR" sz="2000" dirty="0">
                    <a:latin typeface="Consolas" panose="020B0609020204030204" pitchFamily="49" charset="0"/>
                  </a:rPr>
                  <a:t> </a:t>
                </a:r>
                <a:r>
                  <a:rPr lang="pt-BR" sz="2000" dirty="0">
                    <a:solidFill>
                      <a:schemeClr val="accent4">
                        <a:lumMod val="75000"/>
                      </a:schemeClr>
                    </a:solidFill>
                    <a:latin typeface="Consolas" panose="020B0609020204030204" pitchFamily="49" charset="0"/>
                  </a:rPr>
                  <a:t>renda</a:t>
                </a:r>
                <a:r>
                  <a:rPr lang="pt-BR" sz="2000" dirty="0">
                    <a:latin typeface="Consolas" panose="020B0609020204030204" pitchFamily="49" charset="0"/>
                  </a:rPr>
                  <a:t>;</a:t>
                </a:r>
              </a:p>
              <a:p>
                <a:pPr>
                  <a:spcBef>
                    <a:spcPts val="300"/>
                  </a:spcBef>
                  <a:spcAft>
                    <a:spcPts val="300"/>
                  </a:spcAft>
                </a:pPr>
                <a:r>
                  <a:rPr lang="pt-BR" sz="2000" dirty="0">
                    <a:latin typeface="Consolas" panose="020B0609020204030204" pitchFamily="49" charset="0"/>
                  </a:rPr>
                  <a:t>	</a:t>
                </a:r>
                <a:r>
                  <a:rPr lang="pt-BR" sz="2000" dirty="0">
                    <a:solidFill>
                      <a:srgbClr val="FF66FF"/>
                    </a:solidFill>
                    <a:latin typeface="Consolas" panose="020B0609020204030204" pitchFamily="49" charset="0"/>
                  </a:rPr>
                  <a:t>//lista de métodos</a:t>
                </a:r>
              </a:p>
              <a:p>
                <a:pPr>
                  <a:spcBef>
                    <a:spcPts val="300"/>
                  </a:spcBef>
                  <a:spcAft>
                    <a:spcPts val="300"/>
                  </a:spcAft>
                </a:pPr>
                <a:r>
                  <a:rPr lang="pt-BR" sz="2000" dirty="0">
                    <a:latin typeface="Consolas" panose="020B0609020204030204" pitchFamily="49" charset="0"/>
                  </a:rPr>
                  <a:t>}</a:t>
                </a:r>
              </a:p>
            </p:txBody>
          </p:sp>
        </p:grpSp>
        <p:sp>
          <p:nvSpPr>
            <p:cNvPr id="13" name="Retângulo 12">
              <a:extLst>
                <a:ext uri="{FF2B5EF4-FFF2-40B4-BE49-F238E27FC236}">
                  <a16:creationId xmlns:a16="http://schemas.microsoft.com/office/drawing/2014/main" xmlns="" id="{D9FB9AEB-F466-4E1E-A9DF-E2361C75A130}"/>
                </a:ext>
              </a:extLst>
            </p:cNvPr>
            <p:cNvSpPr/>
            <p:nvPr/>
          </p:nvSpPr>
          <p:spPr>
            <a:xfrm>
              <a:off x="6692808" y="3149599"/>
              <a:ext cx="5116945" cy="2988000"/>
            </a:xfrm>
            <a:prstGeom prst="rect">
              <a:avLst/>
            </a:prstGeom>
            <a:noFill/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</p:spTree>
    <p:extLst>
      <p:ext uri="{BB962C8B-B14F-4D97-AF65-F5344CB8AC3E}">
        <p14:creationId xmlns:p14="http://schemas.microsoft.com/office/powerpoint/2010/main" val="81297112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414298B5-57DB-48CF-898B-E1CDF85607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>
                <a:latin typeface="Arial Nova Cond Light" panose="020B0306020202020204" pitchFamily="34" charset="0"/>
              </a:rPr>
              <a:t>Classe</a:t>
            </a:r>
          </a:p>
        </p:txBody>
      </p:sp>
      <p:graphicFrame>
        <p:nvGraphicFramePr>
          <p:cNvPr id="16" name="Tabela 15">
            <a:extLst>
              <a:ext uri="{FF2B5EF4-FFF2-40B4-BE49-F238E27FC236}">
                <a16:creationId xmlns:a16="http://schemas.microsoft.com/office/drawing/2014/main" xmlns="" id="{D4CBF19F-8AAB-4510-A978-23EBB1DB81E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17751012"/>
              </p:ext>
            </p:extLst>
          </p:nvPr>
        </p:nvGraphicFramePr>
        <p:xfrm>
          <a:off x="1094476" y="2052341"/>
          <a:ext cx="2703158" cy="2955066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703158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sz="2400" dirty="0">
                          <a:latin typeface="Arial Nova Cond Light" panose="020B0306020202020204" pitchFamily="34" charset="0"/>
                        </a:rPr>
                        <a:t>Cliente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BR" sz="2400" dirty="0">
                          <a:latin typeface="Arial Nova Cond Light" panose="020B0306020202020204" pitchFamily="34" charset="0"/>
                        </a:rPr>
                        <a:t>nome: </a:t>
                      </a:r>
                      <a:r>
                        <a:rPr lang="pt-BR" sz="2400" dirty="0" err="1">
                          <a:latin typeface="Arial Nova Cond Light" panose="020B0306020202020204" pitchFamily="34" charset="0"/>
                        </a:rPr>
                        <a:t>string</a:t>
                      </a:r>
                      <a:endParaRPr lang="pt-BR" sz="2400" dirty="0">
                        <a:latin typeface="Arial Nova Cond Light" panose="020B0306020202020204" pitchFamily="34" charset="0"/>
                      </a:endParaRPr>
                    </a:p>
                    <a:p>
                      <a:r>
                        <a:rPr lang="pt-BR" sz="2400" dirty="0" err="1">
                          <a:latin typeface="Arial Nova Cond Light" panose="020B0306020202020204" pitchFamily="34" charset="0"/>
                        </a:rPr>
                        <a:t>endereco</a:t>
                      </a:r>
                      <a:r>
                        <a:rPr lang="pt-BR" sz="2400" dirty="0">
                          <a:latin typeface="Arial Nova Cond Light" panose="020B0306020202020204" pitchFamily="34" charset="0"/>
                        </a:rPr>
                        <a:t>: </a:t>
                      </a:r>
                      <a:r>
                        <a:rPr lang="pt-BR" sz="2400" dirty="0" err="1">
                          <a:latin typeface="Arial Nova Cond Light" panose="020B0306020202020204" pitchFamily="34" charset="0"/>
                        </a:rPr>
                        <a:t>string</a:t>
                      </a:r>
                      <a:endParaRPr lang="pt-BR" sz="2400" dirty="0">
                        <a:latin typeface="Arial Nova Cond Light" panose="020B0306020202020204" pitchFamily="34" charset="0"/>
                      </a:endParaRPr>
                    </a:p>
                    <a:p>
                      <a:r>
                        <a:rPr lang="pt-BR" sz="2400" dirty="0">
                          <a:latin typeface="Arial Nova Cond Light" panose="020B0306020202020204" pitchFamily="34" charset="0"/>
                        </a:rPr>
                        <a:t>telefone: </a:t>
                      </a:r>
                      <a:r>
                        <a:rPr lang="pt-BR" sz="2400" dirty="0" err="1">
                          <a:latin typeface="Arial Nova Cond Light" panose="020B0306020202020204" pitchFamily="34" charset="0"/>
                        </a:rPr>
                        <a:t>string</a:t>
                      </a:r>
                      <a:endParaRPr lang="pt-BR" sz="2400" dirty="0">
                        <a:latin typeface="Arial Nova Cond Light" panose="020B0306020202020204" pitchFamily="34" charset="0"/>
                      </a:endParaRPr>
                    </a:p>
                    <a:p>
                      <a:r>
                        <a:rPr lang="pt-BR" sz="2400" dirty="0">
                          <a:latin typeface="Arial Nova Cond Light" panose="020B0306020202020204" pitchFamily="34" charset="0"/>
                        </a:rPr>
                        <a:t>e-mail: </a:t>
                      </a:r>
                      <a:r>
                        <a:rPr lang="pt-BR" sz="2400" dirty="0" err="1">
                          <a:latin typeface="Arial Nova Cond Light" panose="020B0306020202020204" pitchFamily="34" charset="0"/>
                        </a:rPr>
                        <a:t>string</a:t>
                      </a:r>
                      <a:endParaRPr lang="pt-BR" sz="2400" dirty="0">
                        <a:latin typeface="Arial Nova Cond Light" panose="020B0306020202020204" pitchFamily="34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943386">
                <a:tc>
                  <a:txBody>
                    <a:bodyPr/>
                    <a:lstStyle/>
                    <a:p>
                      <a:endParaRPr lang="pt-BR" sz="2400" dirty="0">
                        <a:latin typeface="Arial Nova Cond Light" panose="020B0306020202020204" pitchFamily="34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</a:tbl>
          </a:graphicData>
        </a:graphic>
      </p:graphicFrame>
      <p:sp>
        <p:nvSpPr>
          <p:cNvPr id="3" name="Seta para a direita listrada 20">
            <a:extLst>
              <a:ext uri="{FF2B5EF4-FFF2-40B4-BE49-F238E27FC236}">
                <a16:creationId xmlns:a16="http://schemas.microsoft.com/office/drawing/2014/main" xmlns="" id="{950769E3-D593-49A9-B22E-110550AD2D19}"/>
              </a:ext>
            </a:extLst>
          </p:cNvPr>
          <p:cNvSpPr/>
          <p:nvPr/>
        </p:nvSpPr>
        <p:spPr bwMode="auto">
          <a:xfrm>
            <a:off x="4490394" y="3019684"/>
            <a:ext cx="912845" cy="654618"/>
          </a:xfrm>
          <a:prstGeom prst="stripedRightArrow">
            <a:avLst/>
          </a:prstGeom>
          <a:ln>
            <a:headEnd type="none" w="med" len="med"/>
            <a:tailEnd type="none" w="med" len="med"/>
          </a:ln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/>
          <a:lstStyle/>
          <a:p>
            <a:pPr eaLnBrk="1" hangingPunct="1">
              <a:defRPr/>
            </a:pPr>
            <a:endParaRPr lang="pt-BR" sz="2800" dirty="0">
              <a:solidFill>
                <a:schemeClr val="tx1"/>
              </a:solidFill>
              <a:latin typeface="Arial Nova Cond Light" panose="020B0306020202020204" pitchFamily="34" charset="0"/>
            </a:endParaRP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xmlns="" id="{981ADB85-E5C9-456F-8106-ABBCC5E4291A}"/>
              </a:ext>
            </a:extLst>
          </p:cNvPr>
          <p:cNvSpPr txBox="1"/>
          <p:nvPr/>
        </p:nvSpPr>
        <p:spPr>
          <a:xfrm>
            <a:off x="1416944" y="1374858"/>
            <a:ext cx="2058221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800" b="1" dirty="0">
                <a:latin typeface="Arial Nova Cond Light" panose="020B0306020202020204" pitchFamily="34" charset="0"/>
              </a:rPr>
              <a:t>Diagrama UML</a:t>
            </a:r>
          </a:p>
        </p:txBody>
      </p:sp>
      <p:sp>
        <p:nvSpPr>
          <p:cNvPr id="18" name="CaixaDeTexto 17">
            <a:extLst>
              <a:ext uri="{FF2B5EF4-FFF2-40B4-BE49-F238E27FC236}">
                <a16:creationId xmlns:a16="http://schemas.microsoft.com/office/drawing/2014/main" xmlns="" id="{8AA6E2F3-9BC8-4BCB-89E2-4A9FEE310388}"/>
              </a:ext>
            </a:extLst>
          </p:cNvPr>
          <p:cNvSpPr txBox="1"/>
          <p:nvPr/>
        </p:nvSpPr>
        <p:spPr>
          <a:xfrm>
            <a:off x="7264399" y="1292742"/>
            <a:ext cx="262312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800" b="1" dirty="0">
                <a:latin typeface="Arial Nova Cond Light" panose="020B0306020202020204" pitchFamily="34" charset="0"/>
              </a:rPr>
              <a:t>Classe em Java</a:t>
            </a:r>
          </a:p>
        </p:txBody>
      </p:sp>
      <p:grpSp>
        <p:nvGrpSpPr>
          <p:cNvPr id="13" name="Agrupar 12">
            <a:extLst>
              <a:ext uri="{FF2B5EF4-FFF2-40B4-BE49-F238E27FC236}">
                <a16:creationId xmlns:a16="http://schemas.microsoft.com/office/drawing/2014/main" xmlns="" id="{A7C9C7F6-E93D-45A1-B33E-77A735BFA973}"/>
              </a:ext>
            </a:extLst>
          </p:cNvPr>
          <p:cNvGrpSpPr/>
          <p:nvPr/>
        </p:nvGrpSpPr>
        <p:grpSpPr>
          <a:xfrm>
            <a:off x="6012876" y="1851898"/>
            <a:ext cx="5116945" cy="3477486"/>
            <a:chOff x="6012876" y="1851898"/>
            <a:chExt cx="5116945" cy="3477486"/>
          </a:xfrm>
        </p:grpSpPr>
        <p:grpSp>
          <p:nvGrpSpPr>
            <p:cNvPr id="11" name="Agrupar 10">
              <a:extLst>
                <a:ext uri="{FF2B5EF4-FFF2-40B4-BE49-F238E27FC236}">
                  <a16:creationId xmlns:a16="http://schemas.microsoft.com/office/drawing/2014/main" xmlns="" id="{F6C79497-7FD4-4244-A95C-FBE1A749573A}"/>
                </a:ext>
              </a:extLst>
            </p:cNvPr>
            <p:cNvGrpSpPr/>
            <p:nvPr/>
          </p:nvGrpSpPr>
          <p:grpSpPr>
            <a:xfrm>
              <a:off x="6096000" y="1938318"/>
              <a:ext cx="4959927" cy="3289466"/>
              <a:chOff x="6725136" y="3431304"/>
              <a:chExt cx="4959927" cy="3289466"/>
            </a:xfrm>
          </p:grpSpPr>
          <p:sp>
            <p:nvSpPr>
              <p:cNvPr id="9" name="Retângulo 8">
                <a:extLst>
                  <a:ext uri="{FF2B5EF4-FFF2-40B4-BE49-F238E27FC236}">
                    <a16:creationId xmlns:a16="http://schemas.microsoft.com/office/drawing/2014/main" xmlns="" id="{9EC6D976-AEE8-4CCC-9A4C-E8E79E83D65B}"/>
                  </a:ext>
                </a:extLst>
              </p:cNvPr>
              <p:cNvSpPr/>
              <p:nvPr/>
            </p:nvSpPr>
            <p:spPr>
              <a:xfrm>
                <a:off x="6725136" y="3431304"/>
                <a:ext cx="4959927" cy="3289466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  <p:sp>
            <p:nvSpPr>
              <p:cNvPr id="10" name="CaixaDeTexto 9">
                <a:extLst>
                  <a:ext uri="{FF2B5EF4-FFF2-40B4-BE49-F238E27FC236}">
                    <a16:creationId xmlns:a16="http://schemas.microsoft.com/office/drawing/2014/main" xmlns="" id="{5B58AFB0-F041-4F93-8408-2BFF6266AF5A}"/>
                  </a:ext>
                </a:extLst>
              </p:cNvPr>
              <p:cNvSpPr txBox="1"/>
              <p:nvPr/>
            </p:nvSpPr>
            <p:spPr>
              <a:xfrm>
                <a:off x="6914484" y="3540222"/>
                <a:ext cx="4581230" cy="309315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spcBef>
                    <a:spcPts val="300"/>
                  </a:spcBef>
                  <a:spcAft>
                    <a:spcPts val="300"/>
                  </a:spcAft>
                </a:pPr>
                <a:r>
                  <a:rPr lang="pt-BR" sz="2000" dirty="0" err="1">
                    <a:solidFill>
                      <a:srgbClr val="7030A0"/>
                    </a:solidFill>
                    <a:latin typeface="Consolas" panose="020B0609020204030204" pitchFamily="49" charset="0"/>
                  </a:rPr>
                  <a:t>public</a:t>
                </a:r>
                <a:r>
                  <a:rPr lang="pt-BR" sz="2000" dirty="0">
                    <a:solidFill>
                      <a:srgbClr val="7030A0"/>
                    </a:solidFill>
                    <a:latin typeface="Consolas" panose="020B0609020204030204" pitchFamily="49" charset="0"/>
                  </a:rPr>
                  <a:t> </a:t>
                </a:r>
                <a:r>
                  <a:rPr lang="pt-BR" sz="2000" dirty="0" err="1">
                    <a:solidFill>
                      <a:srgbClr val="7030A0"/>
                    </a:solidFill>
                    <a:latin typeface="Consolas" panose="020B0609020204030204" pitchFamily="49" charset="0"/>
                  </a:rPr>
                  <a:t>class</a:t>
                </a:r>
                <a:r>
                  <a:rPr lang="pt-BR" sz="2000" dirty="0">
                    <a:solidFill>
                      <a:srgbClr val="7030A0"/>
                    </a:solidFill>
                    <a:latin typeface="Consolas" panose="020B0609020204030204" pitchFamily="49" charset="0"/>
                  </a:rPr>
                  <a:t> </a:t>
                </a:r>
                <a:r>
                  <a:rPr lang="pt-BR" sz="2000" b="1" dirty="0">
                    <a:latin typeface="Consolas" panose="020B0609020204030204" pitchFamily="49" charset="0"/>
                  </a:rPr>
                  <a:t>Cliente</a:t>
                </a:r>
                <a:r>
                  <a:rPr lang="pt-BR" sz="2000" dirty="0">
                    <a:latin typeface="Consolas" panose="020B0609020204030204" pitchFamily="49" charset="0"/>
                  </a:rPr>
                  <a:t> {</a:t>
                </a:r>
              </a:p>
              <a:p>
                <a:pPr>
                  <a:spcBef>
                    <a:spcPts val="300"/>
                  </a:spcBef>
                  <a:spcAft>
                    <a:spcPts val="300"/>
                  </a:spcAft>
                </a:pPr>
                <a:r>
                  <a:rPr lang="pt-BR" sz="2000" dirty="0">
                    <a:latin typeface="Consolas" panose="020B0609020204030204" pitchFamily="49" charset="0"/>
                  </a:rPr>
                  <a:t>	</a:t>
                </a:r>
                <a:r>
                  <a:rPr lang="pt-BR" sz="2000" dirty="0">
                    <a:solidFill>
                      <a:srgbClr val="FF66FF"/>
                    </a:solidFill>
                    <a:latin typeface="Consolas" panose="020B0609020204030204" pitchFamily="49" charset="0"/>
                  </a:rPr>
                  <a:t>//lista de atributos</a:t>
                </a:r>
              </a:p>
              <a:p>
                <a:pPr>
                  <a:spcBef>
                    <a:spcPts val="300"/>
                  </a:spcBef>
                  <a:spcAft>
                    <a:spcPts val="300"/>
                  </a:spcAft>
                </a:pPr>
                <a:r>
                  <a:rPr lang="pt-BR" sz="2000" dirty="0">
                    <a:latin typeface="Consolas" panose="020B0609020204030204" pitchFamily="49" charset="0"/>
                  </a:rPr>
                  <a:t>	</a:t>
                </a:r>
                <a:r>
                  <a:rPr lang="pt-BR" sz="2000" dirty="0" err="1">
                    <a:latin typeface="Consolas" panose="020B0609020204030204" pitchFamily="49" charset="0"/>
                  </a:rPr>
                  <a:t>String</a:t>
                </a:r>
                <a:r>
                  <a:rPr lang="pt-BR" sz="2000" dirty="0">
                    <a:latin typeface="Consolas" panose="020B0609020204030204" pitchFamily="49" charset="0"/>
                  </a:rPr>
                  <a:t> </a:t>
                </a:r>
                <a:r>
                  <a:rPr lang="pt-BR" sz="2000" dirty="0">
                    <a:solidFill>
                      <a:schemeClr val="accent4">
                        <a:lumMod val="75000"/>
                      </a:schemeClr>
                    </a:solidFill>
                    <a:latin typeface="Consolas" panose="020B0609020204030204" pitchFamily="49" charset="0"/>
                  </a:rPr>
                  <a:t>nome</a:t>
                </a:r>
                <a:r>
                  <a:rPr lang="pt-BR" sz="2000" dirty="0">
                    <a:latin typeface="Consolas" panose="020B0609020204030204" pitchFamily="49" charset="0"/>
                  </a:rPr>
                  <a:t>;</a:t>
                </a:r>
              </a:p>
              <a:p>
                <a:pPr>
                  <a:spcBef>
                    <a:spcPts val="300"/>
                  </a:spcBef>
                  <a:spcAft>
                    <a:spcPts val="300"/>
                  </a:spcAft>
                </a:pPr>
                <a:r>
                  <a:rPr lang="pt-BR" sz="2000" dirty="0">
                    <a:latin typeface="Consolas" panose="020B0609020204030204" pitchFamily="49" charset="0"/>
                  </a:rPr>
                  <a:t>	</a:t>
                </a:r>
                <a:r>
                  <a:rPr lang="pt-BR" sz="2000" dirty="0" err="1">
                    <a:latin typeface="Consolas" panose="020B0609020204030204" pitchFamily="49" charset="0"/>
                  </a:rPr>
                  <a:t>String</a:t>
                </a:r>
                <a:r>
                  <a:rPr lang="pt-BR" sz="2000" dirty="0">
                    <a:latin typeface="Consolas" panose="020B0609020204030204" pitchFamily="49" charset="0"/>
                  </a:rPr>
                  <a:t> </a:t>
                </a:r>
                <a:r>
                  <a:rPr lang="pt-BR" sz="2000" dirty="0" err="1">
                    <a:solidFill>
                      <a:schemeClr val="accent4">
                        <a:lumMod val="75000"/>
                      </a:schemeClr>
                    </a:solidFill>
                    <a:latin typeface="Consolas" panose="020B0609020204030204" pitchFamily="49" charset="0"/>
                  </a:rPr>
                  <a:t>endereco</a:t>
                </a:r>
                <a:r>
                  <a:rPr lang="pt-BR" sz="2000" dirty="0">
                    <a:latin typeface="Consolas" panose="020B0609020204030204" pitchFamily="49" charset="0"/>
                  </a:rPr>
                  <a:t>;</a:t>
                </a:r>
              </a:p>
              <a:p>
                <a:pPr>
                  <a:spcBef>
                    <a:spcPts val="300"/>
                  </a:spcBef>
                  <a:spcAft>
                    <a:spcPts val="300"/>
                  </a:spcAft>
                </a:pPr>
                <a:r>
                  <a:rPr lang="pt-BR" sz="2000" dirty="0">
                    <a:latin typeface="Consolas" panose="020B0609020204030204" pitchFamily="49" charset="0"/>
                  </a:rPr>
                  <a:t>	</a:t>
                </a:r>
                <a:r>
                  <a:rPr lang="pt-BR" sz="2000" dirty="0" err="1">
                    <a:latin typeface="Consolas" panose="020B0609020204030204" pitchFamily="49" charset="0"/>
                  </a:rPr>
                  <a:t>String</a:t>
                </a:r>
                <a:r>
                  <a:rPr lang="pt-BR" sz="2000" dirty="0">
                    <a:latin typeface="Consolas" panose="020B0609020204030204" pitchFamily="49" charset="0"/>
                  </a:rPr>
                  <a:t> </a:t>
                </a:r>
                <a:r>
                  <a:rPr lang="pt-BR" sz="2000" dirty="0">
                    <a:solidFill>
                      <a:schemeClr val="accent4">
                        <a:lumMod val="75000"/>
                      </a:schemeClr>
                    </a:solidFill>
                    <a:latin typeface="Consolas" panose="020B0609020204030204" pitchFamily="49" charset="0"/>
                  </a:rPr>
                  <a:t>telefone</a:t>
                </a:r>
                <a:r>
                  <a:rPr lang="pt-BR" sz="2000" dirty="0">
                    <a:latin typeface="Consolas" panose="020B0609020204030204" pitchFamily="49" charset="0"/>
                  </a:rPr>
                  <a:t>;</a:t>
                </a:r>
              </a:p>
              <a:p>
                <a:pPr>
                  <a:spcBef>
                    <a:spcPts val="300"/>
                  </a:spcBef>
                  <a:spcAft>
                    <a:spcPts val="300"/>
                  </a:spcAft>
                </a:pPr>
                <a:r>
                  <a:rPr lang="pt-BR" sz="2000" dirty="0">
                    <a:latin typeface="Consolas" panose="020B0609020204030204" pitchFamily="49" charset="0"/>
                  </a:rPr>
                  <a:t>	</a:t>
                </a:r>
                <a:r>
                  <a:rPr lang="pt-BR" sz="2000" dirty="0" err="1">
                    <a:latin typeface="Consolas" panose="020B0609020204030204" pitchFamily="49" charset="0"/>
                  </a:rPr>
                  <a:t>String</a:t>
                </a:r>
                <a:r>
                  <a:rPr lang="pt-BR" sz="2000" dirty="0">
                    <a:latin typeface="Consolas" panose="020B0609020204030204" pitchFamily="49" charset="0"/>
                  </a:rPr>
                  <a:t> </a:t>
                </a:r>
                <a:r>
                  <a:rPr lang="pt-BR" sz="2000" dirty="0">
                    <a:solidFill>
                      <a:schemeClr val="accent4">
                        <a:lumMod val="75000"/>
                      </a:schemeClr>
                    </a:solidFill>
                    <a:latin typeface="Consolas" panose="020B0609020204030204" pitchFamily="49" charset="0"/>
                  </a:rPr>
                  <a:t>e-mail</a:t>
                </a:r>
                <a:r>
                  <a:rPr lang="pt-BR" sz="2000" dirty="0">
                    <a:latin typeface="Consolas" panose="020B0609020204030204" pitchFamily="49" charset="0"/>
                  </a:rPr>
                  <a:t>;</a:t>
                </a:r>
              </a:p>
              <a:p>
                <a:pPr>
                  <a:spcBef>
                    <a:spcPts val="300"/>
                  </a:spcBef>
                  <a:spcAft>
                    <a:spcPts val="300"/>
                  </a:spcAft>
                </a:pPr>
                <a:r>
                  <a:rPr lang="pt-BR" sz="2000" dirty="0">
                    <a:latin typeface="Consolas" panose="020B0609020204030204" pitchFamily="49" charset="0"/>
                  </a:rPr>
                  <a:t>	</a:t>
                </a:r>
                <a:r>
                  <a:rPr lang="pt-BR" sz="2000" dirty="0">
                    <a:solidFill>
                      <a:srgbClr val="FF66FF"/>
                    </a:solidFill>
                    <a:latin typeface="Consolas" panose="020B0609020204030204" pitchFamily="49" charset="0"/>
                  </a:rPr>
                  <a:t>//lista de métodos</a:t>
                </a:r>
              </a:p>
              <a:p>
                <a:pPr>
                  <a:spcBef>
                    <a:spcPts val="300"/>
                  </a:spcBef>
                  <a:spcAft>
                    <a:spcPts val="300"/>
                  </a:spcAft>
                </a:pPr>
                <a:r>
                  <a:rPr lang="pt-BR" sz="2000" dirty="0">
                    <a:latin typeface="Consolas" panose="020B0609020204030204" pitchFamily="49" charset="0"/>
                  </a:rPr>
                  <a:t>}</a:t>
                </a:r>
              </a:p>
            </p:txBody>
          </p:sp>
        </p:grpSp>
        <p:sp>
          <p:nvSpPr>
            <p:cNvPr id="8" name="Retângulo 7">
              <a:extLst>
                <a:ext uri="{FF2B5EF4-FFF2-40B4-BE49-F238E27FC236}">
                  <a16:creationId xmlns:a16="http://schemas.microsoft.com/office/drawing/2014/main" xmlns="" id="{AA8E65DB-C1D6-4A81-BF39-39E38D8F74C3}"/>
                </a:ext>
              </a:extLst>
            </p:cNvPr>
            <p:cNvSpPr/>
            <p:nvPr/>
          </p:nvSpPr>
          <p:spPr>
            <a:xfrm>
              <a:off x="6012876" y="1851898"/>
              <a:ext cx="5116945" cy="3477486"/>
            </a:xfrm>
            <a:prstGeom prst="rect">
              <a:avLst/>
            </a:prstGeom>
            <a:noFill/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</p:spTree>
    <p:extLst>
      <p:ext uri="{BB962C8B-B14F-4D97-AF65-F5344CB8AC3E}">
        <p14:creationId xmlns:p14="http://schemas.microsoft.com/office/powerpoint/2010/main" val="62181843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414298B5-57DB-48CF-898B-E1CDF85607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>
                <a:latin typeface="Arial Nova Cond Light" panose="020B0306020202020204" pitchFamily="34" charset="0"/>
              </a:rPr>
              <a:t>Instanciando um objeto</a:t>
            </a:r>
          </a:p>
        </p:txBody>
      </p:sp>
      <p:sp>
        <p:nvSpPr>
          <p:cNvPr id="12" name="Text Box 5">
            <a:extLst>
              <a:ext uri="{FF2B5EF4-FFF2-40B4-BE49-F238E27FC236}">
                <a16:creationId xmlns:a16="http://schemas.microsoft.com/office/drawing/2014/main" xmlns="" id="{A935A9B7-A184-4CB7-BC32-C6668E19F1E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3882" y="1082113"/>
            <a:ext cx="11390051" cy="13849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just">
              <a:spcBef>
                <a:spcPct val="0"/>
              </a:spcBef>
              <a:buFontTx/>
              <a:buNone/>
            </a:pPr>
            <a:r>
              <a:rPr lang="pt-BR" altLang="pt-BR" sz="2800" dirty="0">
                <a:latin typeface="Arial Nova Cond Light" panose="020B0306020202020204" pitchFamily="34" charset="0"/>
              </a:rPr>
              <a:t>A classe é um modelo para os objetos do sistema, desta forma após a definição da classe podemos instanciar (criar) objetos que serão do tipo da classe. Eles são chamados de </a:t>
            </a:r>
            <a:r>
              <a:rPr lang="pt-BR" altLang="pt-BR" sz="2800" b="1" dirty="0">
                <a:latin typeface="Arial Nova Cond Light" panose="020B0306020202020204" pitchFamily="34" charset="0"/>
              </a:rPr>
              <a:t>instâncias</a:t>
            </a:r>
            <a:r>
              <a:rPr lang="pt-BR" altLang="pt-BR" sz="2800" dirty="0">
                <a:latin typeface="Arial Nova Cond Light" panose="020B0306020202020204" pitchFamily="34" charset="0"/>
              </a:rPr>
              <a:t>.</a:t>
            </a:r>
          </a:p>
        </p:txBody>
      </p:sp>
      <p:sp>
        <p:nvSpPr>
          <p:cNvPr id="17" name="Text Box 15">
            <a:extLst>
              <a:ext uri="{FF2B5EF4-FFF2-40B4-BE49-F238E27FC236}">
                <a16:creationId xmlns:a16="http://schemas.microsoft.com/office/drawing/2014/main" xmlns="" id="{1E65340B-07C1-42E1-919F-CD068BF0D11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203063" y="4655605"/>
            <a:ext cx="2630870" cy="1569660"/>
          </a:xfrm>
          <a:prstGeom prst="rect">
            <a:avLst/>
          </a:prstGeom>
          <a:ln>
            <a:headEnd/>
            <a:tailEnd/>
          </a:ln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wrap="square" anchor="ctr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  <a:defRPr/>
            </a:pPr>
            <a:r>
              <a:rPr lang="pt-BR" altLang="pt-BR" dirty="0">
                <a:solidFill>
                  <a:schemeClr val="bg1"/>
                </a:solidFill>
                <a:latin typeface="Arial Nova Cond Light" panose="020B0306020202020204" pitchFamily="34" charset="0"/>
              </a:rPr>
              <a:t>Pessoa: </a:t>
            </a:r>
            <a:r>
              <a:rPr lang="pt-BR" altLang="pt-BR" dirty="0" err="1">
                <a:solidFill>
                  <a:schemeClr val="bg1"/>
                </a:solidFill>
                <a:latin typeface="Arial Nova Cond Light" panose="020B0306020202020204" pitchFamily="34" charset="0"/>
              </a:rPr>
              <a:t>pessoah</a:t>
            </a:r>
            <a:endParaRPr lang="pt-BR" altLang="pt-BR" dirty="0">
              <a:solidFill>
                <a:schemeClr val="bg1"/>
              </a:solidFill>
              <a:latin typeface="Arial Nova Cond Light" panose="020B0306020202020204" pitchFamily="34" charset="0"/>
            </a:endParaRPr>
          </a:p>
          <a:p>
            <a:pPr>
              <a:spcBef>
                <a:spcPct val="0"/>
              </a:spcBef>
              <a:buFontTx/>
              <a:buNone/>
              <a:defRPr/>
            </a:pPr>
            <a:r>
              <a:rPr lang="pt-BR" altLang="pt-BR" dirty="0">
                <a:solidFill>
                  <a:schemeClr val="bg1"/>
                </a:solidFill>
                <a:latin typeface="Arial Nova Cond Light" panose="020B0306020202020204" pitchFamily="34" charset="0"/>
              </a:rPr>
              <a:t>nome =  Felipe</a:t>
            </a:r>
          </a:p>
          <a:p>
            <a:pPr>
              <a:spcBef>
                <a:spcPct val="0"/>
              </a:spcBef>
              <a:buFontTx/>
              <a:buNone/>
              <a:defRPr/>
            </a:pPr>
            <a:r>
              <a:rPr lang="pt-BR" altLang="pt-BR" dirty="0">
                <a:solidFill>
                  <a:schemeClr val="bg1"/>
                </a:solidFill>
                <a:latin typeface="Arial Nova Cond Light" panose="020B0306020202020204" pitchFamily="34" charset="0"/>
              </a:rPr>
              <a:t>renda = 1200,00</a:t>
            </a:r>
          </a:p>
          <a:p>
            <a:pPr>
              <a:spcBef>
                <a:spcPct val="0"/>
              </a:spcBef>
              <a:buFontTx/>
              <a:buNone/>
              <a:defRPr/>
            </a:pPr>
            <a:r>
              <a:rPr lang="pt-BR" altLang="pt-BR" dirty="0">
                <a:solidFill>
                  <a:schemeClr val="bg1"/>
                </a:solidFill>
                <a:latin typeface="Arial Nova Cond Light" panose="020B0306020202020204" pitchFamily="34" charset="0"/>
              </a:rPr>
              <a:t>idade = 42</a:t>
            </a:r>
          </a:p>
        </p:txBody>
      </p:sp>
      <p:sp>
        <p:nvSpPr>
          <p:cNvPr id="19" name="Text Box 16">
            <a:extLst>
              <a:ext uri="{FF2B5EF4-FFF2-40B4-BE49-F238E27FC236}">
                <a16:creationId xmlns:a16="http://schemas.microsoft.com/office/drawing/2014/main" xmlns="" id="{C91D6DD9-D395-4336-A6CD-9F8EF9DB648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3882" y="4655605"/>
            <a:ext cx="2668773" cy="1569660"/>
          </a:xfrm>
          <a:prstGeom prst="rect">
            <a:avLst/>
          </a:prstGeom>
          <a:ln>
            <a:headEnd/>
            <a:tailEnd/>
          </a:ln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wrap="square" anchor="ctr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  <a:defRPr/>
            </a:pPr>
            <a:r>
              <a:rPr lang="pt-BR" altLang="pt-BR" dirty="0">
                <a:solidFill>
                  <a:schemeClr val="bg1"/>
                </a:solidFill>
                <a:latin typeface="Arial Nova Cond Light" panose="020B0306020202020204" pitchFamily="34" charset="0"/>
              </a:rPr>
              <a:t>Pessoa: </a:t>
            </a:r>
            <a:r>
              <a:rPr lang="pt-BR" altLang="pt-BR" dirty="0" err="1">
                <a:solidFill>
                  <a:schemeClr val="bg1"/>
                </a:solidFill>
                <a:latin typeface="Arial Nova Cond Light" panose="020B0306020202020204" pitchFamily="34" charset="0"/>
              </a:rPr>
              <a:t>pessoam</a:t>
            </a:r>
            <a:endParaRPr lang="pt-BR" altLang="pt-BR" dirty="0">
              <a:solidFill>
                <a:schemeClr val="bg1"/>
              </a:solidFill>
              <a:latin typeface="Arial Nova Cond Light" panose="020B0306020202020204" pitchFamily="34" charset="0"/>
            </a:endParaRPr>
          </a:p>
          <a:p>
            <a:pPr>
              <a:spcBef>
                <a:spcPct val="0"/>
              </a:spcBef>
              <a:buFontTx/>
              <a:buNone/>
              <a:defRPr/>
            </a:pPr>
            <a:r>
              <a:rPr lang="pt-BR" altLang="pt-BR" dirty="0">
                <a:solidFill>
                  <a:schemeClr val="bg1"/>
                </a:solidFill>
                <a:latin typeface="Arial Nova Cond Light" panose="020B0306020202020204" pitchFamily="34" charset="0"/>
              </a:rPr>
              <a:t>nome =  Marina</a:t>
            </a:r>
          </a:p>
          <a:p>
            <a:pPr>
              <a:spcBef>
                <a:spcPct val="0"/>
              </a:spcBef>
              <a:buFontTx/>
              <a:buNone/>
              <a:defRPr/>
            </a:pPr>
            <a:r>
              <a:rPr lang="pt-BR" altLang="pt-BR" dirty="0">
                <a:solidFill>
                  <a:schemeClr val="bg1"/>
                </a:solidFill>
                <a:latin typeface="Arial Nova Cond Light" panose="020B0306020202020204" pitchFamily="34" charset="0"/>
              </a:rPr>
              <a:t>renda = 3500,00</a:t>
            </a:r>
          </a:p>
          <a:p>
            <a:pPr>
              <a:spcBef>
                <a:spcPct val="0"/>
              </a:spcBef>
              <a:buFontTx/>
              <a:buNone/>
              <a:defRPr/>
            </a:pPr>
            <a:r>
              <a:rPr lang="pt-BR" altLang="pt-BR" dirty="0">
                <a:solidFill>
                  <a:schemeClr val="bg1"/>
                </a:solidFill>
                <a:latin typeface="Arial Nova Cond Light" panose="020B0306020202020204" pitchFamily="34" charset="0"/>
              </a:rPr>
              <a:t>idade = 27</a:t>
            </a:r>
          </a:p>
        </p:txBody>
      </p:sp>
      <p:graphicFrame>
        <p:nvGraphicFramePr>
          <p:cNvPr id="20" name="Tabela 19">
            <a:extLst>
              <a:ext uri="{FF2B5EF4-FFF2-40B4-BE49-F238E27FC236}">
                <a16:creationId xmlns:a16="http://schemas.microsoft.com/office/drawing/2014/main" xmlns="" id="{8A0CE455-84E4-49D3-8385-F8C5ADBDB5C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28327621"/>
              </p:ext>
            </p:extLst>
          </p:nvPr>
        </p:nvGraphicFramePr>
        <p:xfrm>
          <a:off x="4761614" y="2555279"/>
          <a:ext cx="2668772" cy="2408112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668772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</a:tblGrid>
              <a:tr h="330318">
                <a:tc>
                  <a:txBody>
                    <a:bodyPr/>
                    <a:lstStyle/>
                    <a:p>
                      <a:pPr algn="ctr"/>
                      <a:r>
                        <a:rPr lang="pt-BR" sz="2800" dirty="0">
                          <a:latin typeface="Arial Nova Cond Light" panose="020B0306020202020204" pitchFamily="34" charset="0"/>
                        </a:rPr>
                        <a:t>Pessoa</a:t>
                      </a:r>
                    </a:p>
                  </a:txBody>
                  <a:tcPr marL="91422" marR="91422" marT="45752" marB="45752"/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731637">
                <a:tc>
                  <a:txBody>
                    <a:bodyPr/>
                    <a:lstStyle/>
                    <a:p>
                      <a:r>
                        <a:rPr lang="pt-BR" sz="2800" dirty="0">
                          <a:latin typeface="Arial Nova Cond Light" panose="020B0306020202020204" pitchFamily="34" charset="0"/>
                        </a:rPr>
                        <a:t>nome: </a:t>
                      </a:r>
                      <a:r>
                        <a:rPr lang="pt-BR" sz="2800" dirty="0" err="1">
                          <a:latin typeface="Arial Nova Cond Light" panose="020B0306020202020204" pitchFamily="34" charset="0"/>
                        </a:rPr>
                        <a:t>string</a:t>
                      </a:r>
                      <a:endParaRPr lang="pt-BR" sz="2800" dirty="0">
                        <a:latin typeface="Arial Nova Cond Light" panose="020B0306020202020204" pitchFamily="34" charset="0"/>
                      </a:endParaRPr>
                    </a:p>
                    <a:p>
                      <a:r>
                        <a:rPr lang="pt-BR" sz="2800" dirty="0">
                          <a:latin typeface="Arial Nova Cond Light" panose="020B0306020202020204" pitchFamily="34" charset="0"/>
                        </a:rPr>
                        <a:t>idade:</a:t>
                      </a:r>
                      <a:r>
                        <a:rPr lang="pt-BR" sz="2800" baseline="0" dirty="0">
                          <a:latin typeface="Arial Nova Cond Light" panose="020B0306020202020204" pitchFamily="34" charset="0"/>
                        </a:rPr>
                        <a:t> </a:t>
                      </a:r>
                      <a:r>
                        <a:rPr lang="pt-BR" sz="2800" baseline="0" dirty="0" err="1">
                          <a:latin typeface="Arial Nova Cond Light" panose="020B0306020202020204" pitchFamily="34" charset="0"/>
                        </a:rPr>
                        <a:t>int</a:t>
                      </a:r>
                      <a:endParaRPr lang="pt-BR" sz="2800" baseline="0" dirty="0">
                        <a:latin typeface="Arial Nova Cond Light" panose="020B0306020202020204" pitchFamily="34" charset="0"/>
                      </a:endParaRPr>
                    </a:p>
                    <a:p>
                      <a:r>
                        <a:rPr lang="pt-BR" sz="2800" baseline="0" dirty="0">
                          <a:latin typeface="Arial Nova Cond Light" panose="020B0306020202020204" pitchFamily="34" charset="0"/>
                        </a:rPr>
                        <a:t>renda: </a:t>
                      </a:r>
                      <a:r>
                        <a:rPr lang="pt-BR" sz="2800" baseline="0" dirty="0" err="1">
                          <a:latin typeface="Arial Nova Cond Light" panose="020B0306020202020204" pitchFamily="34" charset="0"/>
                        </a:rPr>
                        <a:t>double</a:t>
                      </a:r>
                      <a:endParaRPr lang="pt-BR" sz="2800" baseline="0" dirty="0">
                        <a:latin typeface="Arial Nova Cond Light" panose="020B0306020202020204" pitchFamily="34" charset="0"/>
                      </a:endParaRPr>
                    </a:p>
                  </a:txBody>
                  <a:tcPr marL="91422" marR="91422" marT="45752" marB="45752"/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304882">
                <a:tc>
                  <a:txBody>
                    <a:bodyPr/>
                    <a:lstStyle/>
                    <a:p>
                      <a:endParaRPr lang="pt-BR" sz="2800" dirty="0">
                        <a:latin typeface="Arial Nova Cond Light" panose="020B0306020202020204" pitchFamily="34" charset="0"/>
                      </a:endParaRPr>
                    </a:p>
                  </a:txBody>
                  <a:tcPr marL="91422" marR="91422" marT="45752" marB="45752"/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</a:tbl>
          </a:graphicData>
        </a:graphic>
      </p:graphicFrame>
      <p:pic>
        <p:nvPicPr>
          <p:cNvPr id="9218" name="Picture 2" descr="Banco de imagens : Avatar, pessoas, o negócio, do utilizador ...">
            <a:extLst>
              <a:ext uri="{FF2B5EF4-FFF2-40B4-BE49-F238E27FC236}">
                <a16:creationId xmlns:a16="http://schemas.microsoft.com/office/drawing/2014/main" xmlns="" id="{3991C1FA-F538-4115-B182-F6EA4257838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46935" y="2357437"/>
            <a:ext cx="2143125" cy="2143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220" name="Picture 4" descr="Mulher meditando desenho vetorial | Vectores de Domínio Público">
            <a:extLst>
              <a:ext uri="{FF2B5EF4-FFF2-40B4-BE49-F238E27FC236}">
                <a16:creationId xmlns:a16="http://schemas.microsoft.com/office/drawing/2014/main" xmlns="" id="{B814500A-44C9-4D03-A688-03E2F8E71DB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60959" y="2555279"/>
            <a:ext cx="1034617" cy="20113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Gráfico 3" descr="Seta de linha: curva no sentido anti-horário">
            <a:extLst>
              <a:ext uri="{FF2B5EF4-FFF2-40B4-BE49-F238E27FC236}">
                <a16:creationId xmlns:a16="http://schemas.microsoft.com/office/drawing/2014/main" xmlns="" id="{639713EC-A8F5-40E9-90D9-6967BDAF102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5"/>
              </a:ext>
            </a:extLst>
          </a:blip>
          <a:stretch>
            <a:fillRect/>
          </a:stretch>
        </p:blipFill>
        <p:spPr>
          <a:xfrm rot="5400000" flipH="1">
            <a:off x="7729002" y="3162282"/>
            <a:ext cx="1663189" cy="1693431"/>
          </a:xfrm>
          <a:prstGeom prst="rect">
            <a:avLst/>
          </a:prstGeom>
        </p:spPr>
      </p:pic>
      <p:pic>
        <p:nvPicPr>
          <p:cNvPr id="24" name="Gráfico 23" descr="Seta de linha: curva no sentido anti-horário">
            <a:extLst>
              <a:ext uri="{FF2B5EF4-FFF2-40B4-BE49-F238E27FC236}">
                <a16:creationId xmlns:a16="http://schemas.microsoft.com/office/drawing/2014/main" xmlns="" id="{7358B0A1-110D-438F-8EC3-58069596A32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5"/>
              </a:ext>
            </a:extLst>
          </a:blip>
          <a:stretch>
            <a:fillRect/>
          </a:stretch>
        </p:blipFill>
        <p:spPr>
          <a:xfrm rot="16200000">
            <a:off x="3023226" y="3162282"/>
            <a:ext cx="1663189" cy="16934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821492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xmlns="" id="{B23A3240-354B-49CB-891D-608B152E894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90807" y="1376226"/>
            <a:ext cx="4872750" cy="49921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414298B5-57DB-48CF-898B-E1CDF85607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>
                <a:latin typeface="Arial Nova Cond Light" panose="020B0306020202020204" pitchFamily="34" charset="0"/>
              </a:rPr>
              <a:t>Instanciando um objeto</a:t>
            </a:r>
          </a:p>
        </p:txBody>
      </p:sp>
      <p:pic>
        <p:nvPicPr>
          <p:cNvPr id="11" name="Imagem 2" descr="Recorte de Tela">
            <a:extLst>
              <a:ext uri="{FF2B5EF4-FFF2-40B4-BE49-F238E27FC236}">
                <a16:creationId xmlns:a16="http://schemas.microsoft.com/office/drawing/2014/main" xmlns="" id="{2796B8F9-75B8-4F51-A9B5-5C659FBCC2A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6263" y="1530061"/>
            <a:ext cx="2499446" cy="1992460"/>
          </a:xfrm>
          <a:prstGeom prst="rect">
            <a:avLst/>
          </a:prstGeom>
          <a:solidFill>
            <a:schemeClr val="accent2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</p:pic>
      <p:pic>
        <p:nvPicPr>
          <p:cNvPr id="8" name="Gráfico 7" descr="Seta de linha: curva no sentido anti-horário">
            <a:extLst>
              <a:ext uri="{FF2B5EF4-FFF2-40B4-BE49-F238E27FC236}">
                <a16:creationId xmlns:a16="http://schemas.microsoft.com/office/drawing/2014/main" xmlns="" id="{A016ACB9-10CC-488C-B65A-568356191576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5"/>
              </a:ext>
            </a:extLst>
          </a:blip>
          <a:stretch>
            <a:fillRect/>
          </a:stretch>
        </p:blipFill>
        <p:spPr>
          <a:xfrm rot="15994422">
            <a:off x="2410502" y="946330"/>
            <a:ext cx="914400" cy="1076951"/>
          </a:xfrm>
          <a:prstGeom prst="rect">
            <a:avLst/>
          </a:prstGeom>
        </p:spPr>
      </p:pic>
      <p:pic>
        <p:nvPicPr>
          <p:cNvPr id="9" name="Gráfico 8" descr="Seta para Cima">
            <a:extLst>
              <a:ext uri="{FF2B5EF4-FFF2-40B4-BE49-F238E27FC236}">
                <a16:creationId xmlns:a16="http://schemas.microsoft.com/office/drawing/2014/main" xmlns="" id="{9C401574-6C3A-48B3-B0E3-3A56A8408F21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7"/>
              </a:ext>
            </a:extLst>
          </a:blip>
          <a:stretch>
            <a:fillRect/>
          </a:stretch>
        </p:blipFill>
        <p:spPr>
          <a:xfrm rot="10800000">
            <a:off x="1504384" y="2895178"/>
            <a:ext cx="914400" cy="977130"/>
          </a:xfrm>
          <a:prstGeom prst="rect">
            <a:avLst/>
          </a:prstGeom>
        </p:spPr>
      </p:pic>
      <p:pic>
        <p:nvPicPr>
          <p:cNvPr id="30" name="Gráfico 29" descr="Seta de linha: curva no sentido anti-horário">
            <a:extLst>
              <a:ext uri="{FF2B5EF4-FFF2-40B4-BE49-F238E27FC236}">
                <a16:creationId xmlns:a16="http://schemas.microsoft.com/office/drawing/2014/main" xmlns="" id="{84947FED-3FDA-48EB-8624-DF8DDC713573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5"/>
              </a:ext>
            </a:extLst>
          </a:blip>
          <a:stretch>
            <a:fillRect/>
          </a:stretch>
        </p:blipFill>
        <p:spPr>
          <a:xfrm rot="16559269" flipH="1">
            <a:off x="7942590" y="2220926"/>
            <a:ext cx="875549" cy="1693535"/>
          </a:xfrm>
          <a:prstGeom prst="rect">
            <a:avLst/>
          </a:prstGeom>
        </p:spPr>
      </p:pic>
      <p:pic>
        <p:nvPicPr>
          <p:cNvPr id="31" name="Gráfico 30" descr="Seta de linha: curva no sentido anti-horário">
            <a:extLst>
              <a:ext uri="{FF2B5EF4-FFF2-40B4-BE49-F238E27FC236}">
                <a16:creationId xmlns:a16="http://schemas.microsoft.com/office/drawing/2014/main" xmlns="" id="{941A3B95-3AB9-45DA-B074-A8E63C2CEACF}"/>
              </a:ext>
            </a:extLst>
          </p:cNvPr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5"/>
              </a:ext>
            </a:extLst>
          </a:blip>
          <a:stretch>
            <a:fillRect/>
          </a:stretch>
        </p:blipFill>
        <p:spPr>
          <a:xfrm rot="6481234" flipH="1" flipV="1">
            <a:off x="7992831" y="1648110"/>
            <a:ext cx="871904" cy="1554985"/>
          </a:xfrm>
          <a:prstGeom prst="rect">
            <a:avLst/>
          </a:prstGeom>
        </p:spPr>
      </p:pic>
      <p:pic>
        <p:nvPicPr>
          <p:cNvPr id="9216" name="Imagem 9215">
            <a:extLst>
              <a:ext uri="{FF2B5EF4-FFF2-40B4-BE49-F238E27FC236}">
                <a16:creationId xmlns:a16="http://schemas.microsoft.com/office/drawing/2014/main" xmlns="" id="{52C267CE-B279-4584-ABD9-4FD244647FC2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17883" y="3872310"/>
            <a:ext cx="2986568" cy="1835763"/>
          </a:xfrm>
          <a:prstGeom prst="rect">
            <a:avLst/>
          </a:prstGeom>
        </p:spPr>
      </p:pic>
      <p:sp>
        <p:nvSpPr>
          <p:cNvPr id="22" name="Text Box 12">
            <a:extLst>
              <a:ext uri="{FF2B5EF4-FFF2-40B4-BE49-F238E27FC236}">
                <a16:creationId xmlns:a16="http://schemas.microsoft.com/office/drawing/2014/main" xmlns="" id="{E80E51CE-F464-4C40-9A50-7FED3F2CF7A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8263" y="4256609"/>
            <a:ext cx="2740122" cy="830997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ts val="0"/>
              </a:spcBef>
              <a:defRPr/>
            </a:pPr>
            <a:r>
              <a:rPr lang="pt-BR" sz="2300" b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ova Cond Light" panose="020B0306020202020204" pitchFamily="34" charset="0"/>
              </a:rPr>
              <a:t>Atributos:</a:t>
            </a:r>
            <a:r>
              <a:rPr lang="pt-BR" sz="2300" b="1" dirty="0">
                <a:latin typeface="Arial Nova Cond Light" panose="020B0306020202020204" pitchFamily="34" charset="0"/>
              </a:rPr>
              <a:t> </a:t>
            </a:r>
          </a:p>
          <a:p>
            <a:pPr algn="ctr" eaLnBrk="1" hangingPunct="1">
              <a:spcBef>
                <a:spcPts val="0"/>
              </a:spcBef>
              <a:defRPr/>
            </a:pPr>
            <a:r>
              <a:rPr lang="pt-BR" sz="2300" b="1" dirty="0">
                <a:latin typeface="Arial Nova Cond Light" panose="020B0306020202020204" pitchFamily="34" charset="0"/>
              </a:rPr>
              <a:t>letras  minúsculas</a:t>
            </a:r>
          </a:p>
        </p:txBody>
      </p:sp>
      <p:pic>
        <p:nvPicPr>
          <p:cNvPr id="35" name="Imagem 34">
            <a:extLst>
              <a:ext uri="{FF2B5EF4-FFF2-40B4-BE49-F238E27FC236}">
                <a16:creationId xmlns:a16="http://schemas.microsoft.com/office/drawing/2014/main" xmlns="" id="{F4F94222-1633-475F-B009-D73B201883C9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033008" y="1079110"/>
            <a:ext cx="2986568" cy="1835763"/>
          </a:xfrm>
          <a:prstGeom prst="rect">
            <a:avLst/>
          </a:prstGeom>
        </p:spPr>
      </p:pic>
      <p:sp>
        <p:nvSpPr>
          <p:cNvPr id="14" name="Text Box 12">
            <a:extLst>
              <a:ext uri="{FF2B5EF4-FFF2-40B4-BE49-F238E27FC236}">
                <a16:creationId xmlns:a16="http://schemas.microsoft.com/office/drawing/2014/main" xmlns="" id="{278BCA7F-F285-476E-9E9E-F41A048824A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34070" y="1355013"/>
            <a:ext cx="2818535" cy="830997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defRPr/>
            </a:pPr>
            <a:r>
              <a:rPr lang="pt-BR" sz="2400" b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ova Cond Light" panose="020B0306020202020204" pitchFamily="34" charset="0"/>
              </a:rPr>
              <a:t>Classe: </a:t>
            </a:r>
          </a:p>
          <a:p>
            <a:pPr algn="ctr" eaLnBrk="1" hangingPunct="1">
              <a:defRPr/>
            </a:pPr>
            <a:r>
              <a:rPr lang="pt-BR" sz="2400" b="1" dirty="0">
                <a:latin typeface="Arial Nova Cond Light" panose="020B0306020202020204" pitchFamily="34" charset="0"/>
              </a:rPr>
              <a:t>iniciais em maiúsculas</a:t>
            </a:r>
          </a:p>
        </p:txBody>
      </p:sp>
      <p:grpSp>
        <p:nvGrpSpPr>
          <p:cNvPr id="9217" name="Agrupar 9216">
            <a:extLst>
              <a:ext uri="{FF2B5EF4-FFF2-40B4-BE49-F238E27FC236}">
                <a16:creationId xmlns:a16="http://schemas.microsoft.com/office/drawing/2014/main" xmlns="" id="{8AFF2F68-451D-45A1-B9AF-141D0FD20CE9}"/>
              </a:ext>
            </a:extLst>
          </p:cNvPr>
          <p:cNvGrpSpPr/>
          <p:nvPr/>
        </p:nvGrpSpPr>
        <p:grpSpPr>
          <a:xfrm>
            <a:off x="8929361" y="1973371"/>
            <a:ext cx="2986568" cy="1835763"/>
            <a:chOff x="3880980" y="3040408"/>
            <a:chExt cx="2986568" cy="1835763"/>
          </a:xfrm>
        </p:grpSpPr>
        <p:pic>
          <p:nvPicPr>
            <p:cNvPr id="36" name="Imagem 35">
              <a:extLst>
                <a:ext uri="{FF2B5EF4-FFF2-40B4-BE49-F238E27FC236}">
                  <a16:creationId xmlns:a16="http://schemas.microsoft.com/office/drawing/2014/main" xmlns="" id="{DF2CF901-DB31-4A6C-A1EF-C644CAD97C7B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3880980" y="3040408"/>
              <a:ext cx="2986568" cy="1835763"/>
            </a:xfrm>
            <a:prstGeom prst="rect">
              <a:avLst/>
            </a:prstGeom>
          </p:spPr>
        </p:pic>
        <p:sp>
          <p:nvSpPr>
            <p:cNvPr id="13" name="Text Box 12">
              <a:extLst>
                <a:ext uri="{FF2B5EF4-FFF2-40B4-BE49-F238E27FC236}">
                  <a16:creationId xmlns:a16="http://schemas.microsoft.com/office/drawing/2014/main" xmlns="" id="{72722C74-EDAF-497B-A720-49942A8EB65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997141" y="3294889"/>
              <a:ext cx="2748828" cy="830997"/>
            </a:xfrm>
            <a:prstGeom prst="rect">
              <a:avLst/>
            </a:pr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wrap="squar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Verdana" panose="020B060403050404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Verdana" panose="020B060403050404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Verdana" panose="020B060403050404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Verdana" panose="020B060403050404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Verdana" panose="020B060403050404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defRPr/>
              </a:pPr>
              <a:r>
                <a:rPr lang="pt-BR" sz="2400" b="1" u="sng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Arial Nova Cond Light" panose="020B0306020202020204" pitchFamily="34" charset="0"/>
                </a:rPr>
                <a:t>Objetos:</a:t>
              </a:r>
              <a:r>
                <a:rPr lang="pt-BR" sz="2400" b="1" dirty="0">
                  <a:latin typeface="Arial Nova Cond Light" panose="020B0306020202020204" pitchFamily="34" charset="0"/>
                </a:rPr>
                <a:t> </a:t>
              </a:r>
            </a:p>
            <a:p>
              <a:pPr algn="ctr" eaLnBrk="1" hangingPunct="1">
                <a:defRPr/>
              </a:pPr>
              <a:r>
                <a:rPr lang="pt-BR" sz="2400" b="1" dirty="0">
                  <a:latin typeface="Arial Nova Cond Light" panose="020B0306020202020204" pitchFamily="34" charset="0"/>
                </a:rPr>
                <a:t>letras minúsculas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504434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14">
            <a:extLst>
              <a:ext uri="{FF2B5EF4-FFF2-40B4-BE49-F238E27FC236}">
                <a16:creationId xmlns:a16="http://schemas.microsoft.com/office/drawing/2014/main" xmlns="" id="{4A1952A0-4BB6-49E1-90D0-22E6BD5445F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0563" y="1182655"/>
            <a:ext cx="4987099" cy="510931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414298B5-57DB-48CF-898B-E1CDF85607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>
                <a:latin typeface="Arial Nova Cond Light" panose="020B0306020202020204" pitchFamily="34" charset="0"/>
              </a:rPr>
              <a:t>Instanciando um objeto</a:t>
            </a:r>
          </a:p>
        </p:txBody>
      </p:sp>
      <p:pic>
        <p:nvPicPr>
          <p:cNvPr id="8" name="Gráfico 7" descr="Seta de linha: curva no sentido anti-horário">
            <a:extLst>
              <a:ext uri="{FF2B5EF4-FFF2-40B4-BE49-F238E27FC236}">
                <a16:creationId xmlns:a16="http://schemas.microsoft.com/office/drawing/2014/main" xmlns="" id="{A016ACB9-10CC-488C-B65A-568356191576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4"/>
              </a:ext>
            </a:extLst>
          </a:blip>
          <a:stretch>
            <a:fillRect/>
          </a:stretch>
        </p:blipFill>
        <p:spPr>
          <a:xfrm rot="18042535">
            <a:off x="5213157" y="4141967"/>
            <a:ext cx="914400" cy="977607"/>
          </a:xfrm>
          <a:prstGeom prst="rect">
            <a:avLst/>
          </a:prstGeom>
        </p:spPr>
      </p:pic>
      <p:pic>
        <p:nvPicPr>
          <p:cNvPr id="9" name="Gráfico 8" descr="Seta para Cima">
            <a:extLst>
              <a:ext uri="{FF2B5EF4-FFF2-40B4-BE49-F238E27FC236}">
                <a16:creationId xmlns:a16="http://schemas.microsoft.com/office/drawing/2014/main" xmlns="" id="{9C401574-6C3A-48B3-B0E3-3A56A8408F21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6"/>
              </a:ext>
            </a:extLst>
          </a:blip>
          <a:stretch>
            <a:fillRect/>
          </a:stretch>
        </p:blipFill>
        <p:spPr>
          <a:xfrm rot="16200000">
            <a:off x="4973782" y="1291183"/>
            <a:ext cx="914400" cy="977130"/>
          </a:xfrm>
          <a:prstGeom prst="rect">
            <a:avLst/>
          </a:prstGeom>
        </p:spPr>
      </p:pic>
      <p:sp>
        <p:nvSpPr>
          <p:cNvPr id="5" name="CaixaDeTexto 4">
            <a:extLst>
              <a:ext uri="{FF2B5EF4-FFF2-40B4-BE49-F238E27FC236}">
                <a16:creationId xmlns:a16="http://schemas.microsoft.com/office/drawing/2014/main" xmlns="" id="{2258B843-1EAB-44E8-ABDD-45FEF41E4974}"/>
              </a:ext>
            </a:extLst>
          </p:cNvPr>
          <p:cNvSpPr txBox="1"/>
          <p:nvPr/>
        </p:nvSpPr>
        <p:spPr>
          <a:xfrm>
            <a:off x="5913053" y="1275245"/>
            <a:ext cx="5293398" cy="67710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pPr eaLnBrk="1" hangingPunct="1">
              <a:defRPr/>
            </a:pPr>
            <a:r>
              <a:rPr lang="pt-BR" sz="1900" dirty="0">
                <a:latin typeface="Arial Nova Cond Light" panose="020B0306020202020204" pitchFamily="34" charset="0"/>
                <a:cs typeface="Arabic Typesetting" panose="020B0604020202020204" pitchFamily="66" charset="-78"/>
              </a:rPr>
              <a:t>Método principal por onde o Java começa a execução do programa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xmlns="" id="{EA55402B-47F4-4227-829A-505A3E623E63}"/>
              </a:ext>
            </a:extLst>
          </p:cNvPr>
          <p:cNvSpPr txBox="1"/>
          <p:nvPr/>
        </p:nvSpPr>
        <p:spPr>
          <a:xfrm>
            <a:off x="5919547" y="2232036"/>
            <a:ext cx="5293398" cy="67710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pPr algn="just" eaLnBrk="1" hangingPunct="1">
              <a:defRPr/>
            </a:pPr>
            <a:r>
              <a:rPr lang="pt-BR" sz="1900" dirty="0">
                <a:latin typeface="Arial Nova Cond Light" panose="020B0306020202020204" pitchFamily="34" charset="0"/>
                <a:cs typeface="Arabic Typesetting" panose="020B0604020202020204" pitchFamily="66" charset="-78"/>
              </a:rPr>
              <a:t>Instanciando 2 objetos da classe Pessoa. Cada um com o seu identificador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xmlns="" id="{BE41DC1C-DFB5-4C5A-A9F8-EE8D3BB477DA}"/>
              </a:ext>
            </a:extLst>
          </p:cNvPr>
          <p:cNvSpPr txBox="1"/>
          <p:nvPr/>
        </p:nvSpPr>
        <p:spPr>
          <a:xfrm>
            <a:off x="5919547" y="3169954"/>
            <a:ext cx="5293398" cy="67710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pPr algn="just" eaLnBrk="1" hangingPunct="1">
              <a:defRPr/>
            </a:pPr>
            <a:r>
              <a:rPr lang="pt-BR" sz="1900" dirty="0">
                <a:latin typeface="Arial Nova Cond Light" panose="020B0306020202020204" pitchFamily="34" charset="0"/>
                <a:cs typeface="Arabic Typesetting" panose="020B0604020202020204" pitchFamily="66" charset="-78"/>
              </a:rPr>
              <a:t>Estamos criando o estado do objeto p1, acessando os seus atributos através de um ponto após o nome do objeto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xmlns="" id="{50721955-9889-468A-9AC3-387D52BF3F9E}"/>
              </a:ext>
            </a:extLst>
          </p:cNvPr>
          <p:cNvSpPr txBox="1"/>
          <p:nvPr/>
        </p:nvSpPr>
        <p:spPr>
          <a:xfrm>
            <a:off x="6103205" y="4372727"/>
            <a:ext cx="5109740" cy="67710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pPr algn="just" eaLnBrk="1" hangingPunct="1">
              <a:defRPr/>
            </a:pPr>
            <a:r>
              <a:rPr lang="pt-BR" sz="1900" dirty="0">
                <a:latin typeface="Arial Nova Cond Light" panose="020B0306020202020204" pitchFamily="34" charset="0"/>
                <a:cs typeface="Arabic Typesetting" panose="020B0604020202020204" pitchFamily="66" charset="-78"/>
              </a:rPr>
              <a:t>Podemos também acessar os atributos e recuperar o estado dos objetos para imprimir na tela o seu conteúdo</a:t>
            </a:r>
          </a:p>
        </p:txBody>
      </p:sp>
      <p:pic>
        <p:nvPicPr>
          <p:cNvPr id="11" name="Gráfico 10" descr="Seta para Cima">
            <a:extLst>
              <a:ext uri="{FF2B5EF4-FFF2-40B4-BE49-F238E27FC236}">
                <a16:creationId xmlns:a16="http://schemas.microsoft.com/office/drawing/2014/main" xmlns="" id="{894FF52B-A33C-4B5B-ABCA-4E361F084598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6"/>
              </a:ext>
            </a:extLst>
          </a:blip>
          <a:stretch>
            <a:fillRect/>
          </a:stretch>
        </p:blipFill>
        <p:spPr>
          <a:xfrm rot="16200000">
            <a:off x="4434348" y="1551538"/>
            <a:ext cx="914400" cy="2043016"/>
          </a:xfrm>
          <a:prstGeom prst="rect">
            <a:avLst/>
          </a:prstGeom>
        </p:spPr>
      </p:pic>
      <p:pic>
        <p:nvPicPr>
          <p:cNvPr id="12" name="Gráfico 11" descr="Seta para Cima">
            <a:extLst>
              <a:ext uri="{FF2B5EF4-FFF2-40B4-BE49-F238E27FC236}">
                <a16:creationId xmlns:a16="http://schemas.microsoft.com/office/drawing/2014/main" xmlns="" id="{8035AE9F-D10F-40E4-A6E1-779957CC835C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6"/>
              </a:ext>
            </a:extLst>
          </a:blip>
          <a:stretch>
            <a:fillRect/>
          </a:stretch>
        </p:blipFill>
        <p:spPr>
          <a:xfrm rot="16200000">
            <a:off x="4175730" y="2024183"/>
            <a:ext cx="914400" cy="2744981"/>
          </a:xfrm>
          <a:prstGeom prst="rect">
            <a:avLst/>
          </a:prstGeom>
        </p:spPr>
      </p:pic>
      <p:sp>
        <p:nvSpPr>
          <p:cNvPr id="3" name="CaixaDeTexto 24">
            <a:extLst>
              <a:ext uri="{FF2B5EF4-FFF2-40B4-BE49-F238E27FC236}">
                <a16:creationId xmlns:a16="http://schemas.microsoft.com/office/drawing/2014/main" xmlns="" id="{A2DF87C8-4709-4D85-8223-6C9624DA3A6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60439" y="5535452"/>
            <a:ext cx="8503817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2000" b="1" dirty="0">
                <a:solidFill>
                  <a:srgbClr val="FF0000"/>
                </a:solidFill>
                <a:latin typeface="Arial Nova Cond Light" panose="020B0306020202020204" pitchFamily="34" charset="0"/>
              </a:rPr>
              <a:t>OBS: Os arquivos de classe UsaClasses.java e Pessoa.java precisam estar na mesma pasta!!!</a:t>
            </a:r>
          </a:p>
        </p:txBody>
      </p:sp>
    </p:spTree>
    <p:extLst>
      <p:ext uri="{BB962C8B-B14F-4D97-AF65-F5344CB8AC3E}">
        <p14:creationId xmlns:p14="http://schemas.microsoft.com/office/powerpoint/2010/main" val="282369128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414298B5-57DB-48CF-898B-E1CDF85607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>
                <a:latin typeface="Arial Nova Cond Light" panose="020B0306020202020204" pitchFamily="34" charset="0"/>
              </a:rPr>
              <a:t>Outros exemplos</a:t>
            </a:r>
          </a:p>
        </p:txBody>
      </p:sp>
      <p:graphicFrame>
        <p:nvGraphicFramePr>
          <p:cNvPr id="14" name="Group 28">
            <a:extLst>
              <a:ext uri="{FF2B5EF4-FFF2-40B4-BE49-F238E27FC236}">
                <a16:creationId xmlns:a16="http://schemas.microsoft.com/office/drawing/2014/main" xmlns="" id="{2FAFA8A6-3DAD-4B5F-A472-6E4159FF53E7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34165806"/>
              </p:ext>
            </p:extLst>
          </p:nvPr>
        </p:nvGraphicFramePr>
        <p:xfrm>
          <a:off x="1503941" y="1697038"/>
          <a:ext cx="1800225" cy="2333934"/>
        </p:xfrm>
        <a:graphic>
          <a:graphicData uri="http://schemas.openxmlformats.org/drawingml/2006/table">
            <a:tbl>
              <a:tblPr/>
              <a:tblGrid>
                <a:gridCol w="1800225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</a:tblGrid>
              <a:tr h="502914">
                <a:tc>
                  <a:txBody>
                    <a:bodyPr/>
                    <a:lstStyle/>
                    <a:p>
                      <a:pPr marL="469900" marR="0" lvl="0" indent="-469900" algn="ctr" defTabSz="914400" rtl="0" eaLnBrk="1" fontAlgn="base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75000"/>
                        <a:buFontTx/>
                        <a:buNone/>
                        <a:tabLst/>
                      </a:pPr>
                      <a:r>
                        <a:rPr kumimoji="0" lang="pt-BR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ova Cond Light" panose="020B0306020202020204" pitchFamily="34" charset="0"/>
                          <a:cs typeface="Times New Roman" pitchFamily="18" charset="0"/>
                        </a:rPr>
                        <a:t>Triangulo</a:t>
                      </a:r>
                    </a:p>
                  </a:txBody>
                  <a:tcPr marL="91441" marR="91441" marT="45717" marB="4571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704218">
                <a:tc>
                  <a:txBody>
                    <a:bodyPr/>
                    <a:lstStyle/>
                    <a:p>
                      <a:pPr marL="469900" marR="0" lvl="0" indent="-469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pt-BR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ova Cond Light" panose="020B0306020202020204" pitchFamily="34" charset="0"/>
                        </a:rPr>
                        <a:t>base: </a:t>
                      </a:r>
                      <a:r>
                        <a:rPr kumimoji="0" lang="pt-BR" sz="24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ova Cond Light" panose="020B0306020202020204" pitchFamily="34" charset="0"/>
                        </a:rPr>
                        <a:t>float</a:t>
                      </a:r>
                      <a:endParaRPr kumimoji="0" lang="pt-BR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ova Cond Light" panose="020B0306020202020204" pitchFamily="34" charset="0"/>
                      </a:endParaRPr>
                    </a:p>
                    <a:p>
                      <a:pPr marL="469900" marR="0" lvl="0" indent="-469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pt-BR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ova Cond Light" panose="020B0306020202020204" pitchFamily="34" charset="0"/>
                        </a:rPr>
                        <a:t>altura: </a:t>
                      </a:r>
                      <a:r>
                        <a:rPr kumimoji="0" lang="pt-BR" sz="24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ova Cond Light" panose="020B0306020202020204" pitchFamily="34" charset="0"/>
                        </a:rPr>
                        <a:t>float</a:t>
                      </a:r>
                      <a:endParaRPr kumimoji="0" lang="pt-BR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ova Cond Light" panose="020B0306020202020204" pitchFamily="34" charset="0"/>
                      </a:endParaRPr>
                    </a:p>
                  </a:txBody>
                  <a:tcPr marL="91441" marR="91441" marT="45717" marB="4571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870906">
                <a:tc>
                  <a:txBody>
                    <a:bodyPr/>
                    <a:lstStyle/>
                    <a:p>
                      <a:pPr marL="469900" marR="0" lvl="0" indent="-469900" algn="just" defTabSz="914400" rtl="0" eaLnBrk="1" fontAlgn="base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75000"/>
                        <a:buFontTx/>
                        <a:buNone/>
                        <a:tabLst/>
                      </a:pPr>
                      <a:endParaRPr kumimoji="0" lang="pt-BR" sz="24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ova Cond Light" panose="020B0306020202020204" pitchFamily="34" charset="0"/>
                        <a:ea typeface="+mn-ea"/>
                        <a:cs typeface="+mn-cs"/>
                      </a:endParaRPr>
                    </a:p>
                  </a:txBody>
                  <a:tcPr marL="91441" marR="91441" marT="45717" marB="4571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</a:tbl>
          </a:graphicData>
        </a:graphic>
      </p:graphicFrame>
      <p:graphicFrame>
        <p:nvGraphicFramePr>
          <p:cNvPr id="16" name="Group 28">
            <a:extLst>
              <a:ext uri="{FF2B5EF4-FFF2-40B4-BE49-F238E27FC236}">
                <a16:creationId xmlns:a16="http://schemas.microsoft.com/office/drawing/2014/main" xmlns="" id="{7C26F714-488D-4E38-9456-4043493A1C6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873439624"/>
              </p:ext>
            </p:extLst>
          </p:nvPr>
        </p:nvGraphicFramePr>
        <p:xfrm>
          <a:off x="4481801" y="1697038"/>
          <a:ext cx="2016125" cy="2666375"/>
        </p:xfrm>
        <a:graphic>
          <a:graphicData uri="http://schemas.openxmlformats.org/drawingml/2006/table">
            <a:tbl>
              <a:tblPr/>
              <a:tblGrid>
                <a:gridCol w="2016125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</a:tblGrid>
              <a:tr h="534601">
                <a:tc>
                  <a:txBody>
                    <a:bodyPr/>
                    <a:lstStyle/>
                    <a:p>
                      <a:pPr marL="469900" marR="0" lvl="0" indent="-469900" algn="ctr" defTabSz="914400" rtl="0" eaLnBrk="1" fontAlgn="base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75000"/>
                        <a:buFontTx/>
                        <a:buNone/>
                        <a:tabLst/>
                      </a:pPr>
                      <a:r>
                        <a:rPr kumimoji="0" lang="pt-BR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ova Cond Light" panose="020B0306020202020204" pitchFamily="34" charset="0"/>
                          <a:cs typeface="Times New Roman" pitchFamily="18" charset="0"/>
                        </a:rPr>
                        <a:t>Data</a:t>
                      </a:r>
                    </a:p>
                  </a:txBody>
                  <a:tcPr marL="91423" marR="91423" marT="45705" marB="45705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1248312">
                <a:tc>
                  <a:txBody>
                    <a:bodyPr/>
                    <a:lstStyle/>
                    <a:p>
                      <a:pPr marL="469900" marR="0" lvl="0" indent="-469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pt-BR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ova Cond Light" panose="020B0306020202020204" pitchFamily="34" charset="0"/>
                        </a:rPr>
                        <a:t>dia: </a:t>
                      </a:r>
                      <a:r>
                        <a:rPr kumimoji="0" lang="pt-BR" sz="24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ova Cond Light" panose="020B0306020202020204" pitchFamily="34" charset="0"/>
                        </a:rPr>
                        <a:t>int</a:t>
                      </a:r>
                      <a:endParaRPr kumimoji="0" lang="pt-BR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ova Cond Light" panose="020B0306020202020204" pitchFamily="34" charset="0"/>
                      </a:endParaRPr>
                    </a:p>
                    <a:p>
                      <a:pPr marL="469900" marR="0" lvl="0" indent="-469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pt-BR" sz="24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ova Cond Light" panose="020B0306020202020204" pitchFamily="34" charset="0"/>
                        </a:rPr>
                        <a:t>mes</a:t>
                      </a:r>
                      <a:r>
                        <a:rPr kumimoji="0" lang="pt-BR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ova Cond Light" panose="020B0306020202020204" pitchFamily="34" charset="0"/>
                        </a:rPr>
                        <a:t>: </a:t>
                      </a:r>
                      <a:r>
                        <a:rPr kumimoji="0" lang="pt-BR" sz="24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ova Cond Light" panose="020B0306020202020204" pitchFamily="34" charset="0"/>
                        </a:rPr>
                        <a:t>int</a:t>
                      </a:r>
                      <a:endParaRPr kumimoji="0" lang="pt-BR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ova Cond Light" panose="020B0306020202020204" pitchFamily="34" charset="0"/>
                      </a:endParaRPr>
                    </a:p>
                    <a:p>
                      <a:pPr marL="469900" marR="0" lvl="0" indent="-469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pt-BR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ova Cond Light" panose="020B0306020202020204" pitchFamily="34" charset="0"/>
                        </a:rPr>
                        <a:t>ano: </a:t>
                      </a:r>
                      <a:r>
                        <a:rPr kumimoji="0" lang="pt-BR" sz="24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ova Cond Light" panose="020B0306020202020204" pitchFamily="34" charset="0"/>
                        </a:rPr>
                        <a:t>int</a:t>
                      </a:r>
                      <a:endParaRPr kumimoji="0" lang="pt-BR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ova Cond Light" panose="020B0306020202020204" pitchFamily="34" charset="0"/>
                      </a:endParaRPr>
                    </a:p>
                  </a:txBody>
                  <a:tcPr marL="91423" marR="91423" marT="45705" marB="45705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778013">
                <a:tc>
                  <a:txBody>
                    <a:bodyPr/>
                    <a:lstStyle/>
                    <a:p>
                      <a:pPr marL="469900" marR="0" lvl="0" indent="-469900" algn="just" defTabSz="914400" rtl="0" eaLnBrk="1" fontAlgn="base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Pct val="75000"/>
                        <a:buFontTx/>
                        <a:buNone/>
                        <a:tabLst/>
                      </a:pPr>
                      <a:endParaRPr kumimoji="0" lang="pt-BR" sz="24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ova Cond Light" panose="020B0306020202020204" pitchFamily="34" charset="0"/>
                        <a:ea typeface="+mn-ea"/>
                        <a:cs typeface="+mn-cs"/>
                      </a:endParaRPr>
                    </a:p>
                  </a:txBody>
                  <a:tcPr marL="91423" marR="91423" marT="45705" marB="45705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</a:tbl>
          </a:graphicData>
        </a:graphic>
      </p:graphicFrame>
      <p:graphicFrame>
        <p:nvGraphicFramePr>
          <p:cNvPr id="18" name="Tabela 17">
            <a:extLst>
              <a:ext uri="{FF2B5EF4-FFF2-40B4-BE49-F238E27FC236}">
                <a16:creationId xmlns:a16="http://schemas.microsoft.com/office/drawing/2014/main" xmlns="" id="{69E4FC00-4062-4E21-A123-F0BA6FFF725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85465804"/>
              </p:ext>
            </p:extLst>
          </p:nvPr>
        </p:nvGraphicFramePr>
        <p:xfrm>
          <a:off x="7879773" y="1697038"/>
          <a:ext cx="2016125" cy="2343793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016125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</a:tblGrid>
              <a:tr h="370413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</a:pPr>
                      <a:r>
                        <a:rPr lang="en-US" sz="2400" dirty="0" err="1">
                          <a:latin typeface="Arial Nova Cond Light" panose="020B0306020202020204" pitchFamily="34" charset="0"/>
                        </a:rPr>
                        <a:t>Curso</a:t>
                      </a:r>
                      <a:endParaRPr lang="pt-BR" sz="2400" dirty="0">
                        <a:latin typeface="Arial Nova Cond Light" panose="020B0306020202020204" pitchFamily="34" charset="0"/>
                      </a:endParaRPr>
                    </a:p>
                  </a:txBody>
                  <a:tcPr marL="91444" marR="91444" marT="45669" marB="45669"/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914298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</a:pPr>
                      <a:r>
                        <a:rPr lang="en-US" sz="2400" dirty="0" err="1">
                          <a:latin typeface="Arial Nova Cond Light" panose="020B0306020202020204" pitchFamily="34" charset="0"/>
                        </a:rPr>
                        <a:t>nome</a:t>
                      </a:r>
                      <a:r>
                        <a:rPr lang="en-US" sz="2400" dirty="0">
                          <a:latin typeface="Arial Nova Cond Light" panose="020B0306020202020204" pitchFamily="34" charset="0"/>
                        </a:rPr>
                        <a:t>: string</a:t>
                      </a:r>
                    </a:p>
                    <a:p>
                      <a:pPr>
                        <a:spcBef>
                          <a:spcPts val="0"/>
                        </a:spcBef>
                      </a:pPr>
                      <a:r>
                        <a:rPr lang="en-US" sz="2400" u="none" dirty="0" err="1">
                          <a:latin typeface="Arial Nova Cond Light" panose="020B0306020202020204" pitchFamily="34" charset="0"/>
                        </a:rPr>
                        <a:t>qtdealunos</a:t>
                      </a:r>
                      <a:r>
                        <a:rPr lang="en-US" sz="2400" dirty="0">
                          <a:latin typeface="Arial Nova Cond Light" panose="020B0306020202020204" pitchFamily="34" charset="0"/>
                        </a:rPr>
                        <a:t>: </a:t>
                      </a:r>
                      <a:r>
                        <a:rPr lang="en-US" sz="2400" dirty="0" err="1">
                          <a:latin typeface="Arial Nova Cond Light" panose="020B0306020202020204" pitchFamily="34" charset="0"/>
                        </a:rPr>
                        <a:t>int</a:t>
                      </a:r>
                      <a:endParaRPr lang="en-US" sz="2400" dirty="0">
                        <a:latin typeface="Arial Nova Cond Light" panose="020B0306020202020204" pitchFamily="34" charset="0"/>
                      </a:endParaRPr>
                    </a:p>
                    <a:p>
                      <a:pPr>
                        <a:spcBef>
                          <a:spcPts val="0"/>
                        </a:spcBef>
                      </a:pPr>
                      <a:r>
                        <a:rPr lang="en-US" sz="2400" dirty="0" err="1">
                          <a:latin typeface="Arial Nova Cond Light" panose="020B0306020202020204" pitchFamily="34" charset="0"/>
                        </a:rPr>
                        <a:t>turma</a:t>
                      </a:r>
                      <a:r>
                        <a:rPr lang="en-US" sz="2400" dirty="0">
                          <a:latin typeface="Arial Nova Cond Light" panose="020B0306020202020204" pitchFamily="34" charset="0"/>
                        </a:rPr>
                        <a:t>: string</a:t>
                      </a:r>
                    </a:p>
                  </a:txBody>
                  <a:tcPr marL="91444" marR="91444" marT="45669" marB="45669"/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698077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</a:pPr>
                      <a:endParaRPr lang="en-US" sz="2400" dirty="0">
                        <a:latin typeface="Arial Nova Cond Light" panose="020B0306020202020204" pitchFamily="34" charset="0"/>
                      </a:endParaRPr>
                    </a:p>
                  </a:txBody>
                  <a:tcPr marL="91444" marR="91444" marT="45669" marB="45669"/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7349700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414298B5-57DB-48CF-898B-E1CDF85607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>
                <a:latin typeface="Arial Nova Cond Light" panose="020B0306020202020204" pitchFamily="34" charset="0"/>
              </a:rPr>
              <a:t>Resumindo tudo</a:t>
            </a:r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xmlns="" id="{44E88C16-F582-4327-AFF2-1AA6EB5CA5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18498" y="1077191"/>
            <a:ext cx="5040819" cy="5162971"/>
          </a:xfrm>
          <a:prstGeom prst="rect">
            <a:avLst/>
          </a:prstGeom>
        </p:spPr>
      </p:pic>
      <p:pic>
        <p:nvPicPr>
          <p:cNvPr id="5" name="Imagem 4">
            <a:extLst>
              <a:ext uri="{FF2B5EF4-FFF2-40B4-BE49-F238E27FC236}">
                <a16:creationId xmlns:a16="http://schemas.microsoft.com/office/drawing/2014/main" xmlns="" id="{7A0CE0CF-EBD9-46CE-8F7A-79377D8494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47366" y="3658676"/>
            <a:ext cx="2309716" cy="1419720"/>
          </a:xfrm>
          <a:prstGeom prst="rect">
            <a:avLst/>
          </a:prstGeom>
        </p:spPr>
      </p:pic>
      <p:cxnSp>
        <p:nvCxnSpPr>
          <p:cNvPr id="8" name="Conector de Seta Reta 7">
            <a:extLst>
              <a:ext uri="{FF2B5EF4-FFF2-40B4-BE49-F238E27FC236}">
                <a16:creationId xmlns:a16="http://schemas.microsoft.com/office/drawing/2014/main" xmlns="" id="{E9BC2EB9-CB9D-4EC5-AD40-A8B0C9194066}"/>
              </a:ext>
            </a:extLst>
          </p:cNvPr>
          <p:cNvCxnSpPr/>
          <p:nvPr/>
        </p:nvCxnSpPr>
        <p:spPr>
          <a:xfrm flipH="1">
            <a:off x="7453745" y="4636655"/>
            <a:ext cx="1393621" cy="563418"/>
          </a:xfrm>
          <a:prstGeom prst="straightConnector1">
            <a:avLst/>
          </a:prstGeom>
          <a:ln w="28575"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 Box 12">
            <a:extLst>
              <a:ext uri="{FF2B5EF4-FFF2-40B4-BE49-F238E27FC236}">
                <a16:creationId xmlns:a16="http://schemas.microsoft.com/office/drawing/2014/main" xmlns="" id="{A8A82FD8-B950-4D27-910B-A7426436AE8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916860" y="4137703"/>
            <a:ext cx="2170727" cy="461665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defRPr/>
            </a:pPr>
            <a:r>
              <a:rPr lang="pt-BR" sz="2400" b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ova Cond Light" panose="020B0306020202020204" pitchFamily="34" charset="0"/>
              </a:rPr>
              <a:t>Instância</a:t>
            </a:r>
            <a:endParaRPr lang="pt-BR" sz="2400" b="1" dirty="0">
              <a:latin typeface="Arial Nova Cond Light" panose="020B0306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9580943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5">
            <a:extLst>
              <a:ext uri="{FF2B5EF4-FFF2-40B4-BE49-F238E27FC236}">
                <a16:creationId xmlns:a16="http://schemas.microsoft.com/office/drawing/2014/main" xmlns="" id="{51C0F141-4688-4D93-B12F-59BDA79E553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3883" y="1044434"/>
            <a:ext cx="11390051" cy="9541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457200" indent="-4572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0" indent="0" algn="just" eaLnBrk="1" hangingPunct="1">
              <a:spcBef>
                <a:spcPct val="0"/>
              </a:spcBef>
              <a:spcAft>
                <a:spcPts val="600"/>
              </a:spcAft>
              <a:buNone/>
            </a:pPr>
            <a:r>
              <a:rPr lang="pt-PT" altLang="pt-BR" sz="2800" b="1" dirty="0">
                <a:latin typeface="Arial Nova Cond Light" panose="020B0306020202020204" pitchFamily="34" charset="0"/>
              </a:rPr>
              <a:t>1- </a:t>
            </a:r>
            <a:r>
              <a:rPr lang="pt-PT" altLang="pt-BR" sz="2800" dirty="0">
                <a:latin typeface="Arial Nova Cond Light" panose="020B0306020202020204" pitchFamily="34" charset="0"/>
              </a:rPr>
              <a:t>Implemente as classes Pessoa e Caes; crie uma classe com o método main e instancie dois objetos de cada classe. Coloque valores nos atributos e os mostre na tela.</a:t>
            </a:r>
          </a:p>
        </p:txBody>
      </p:sp>
      <p:sp>
        <p:nvSpPr>
          <p:cNvPr id="10" name="Título 1">
            <a:extLst>
              <a:ext uri="{FF2B5EF4-FFF2-40B4-BE49-F238E27FC236}">
                <a16:creationId xmlns:a16="http://schemas.microsoft.com/office/drawing/2014/main" xmlns="" id="{1F364C24-6A4D-4C09-9323-19122EB7E9A2}"/>
              </a:ext>
            </a:extLst>
          </p:cNvPr>
          <p:cNvSpPr txBox="1">
            <a:spLocks/>
          </p:cNvSpPr>
          <p:nvPr/>
        </p:nvSpPr>
        <p:spPr>
          <a:xfrm>
            <a:off x="443883" y="286603"/>
            <a:ext cx="11390051" cy="70230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0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dirty="0">
                <a:latin typeface="Arial Nova Cond Light" panose="020B0306020202020204" pitchFamily="34" charset="0"/>
              </a:rPr>
              <a:t>Exemplo de aplicação</a:t>
            </a:r>
          </a:p>
        </p:txBody>
      </p:sp>
    </p:spTree>
    <p:extLst>
      <p:ext uri="{BB962C8B-B14F-4D97-AF65-F5344CB8AC3E}">
        <p14:creationId xmlns:p14="http://schemas.microsoft.com/office/powerpoint/2010/main" val="16101794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Não deve haver outro filme do Deadpool”, diz criador do personagem">
            <a:extLst>
              <a:ext uri="{FF2B5EF4-FFF2-40B4-BE49-F238E27FC236}">
                <a16:creationId xmlns:a16="http://schemas.microsoft.com/office/drawing/2014/main" xmlns="" id="{5D375748-2C84-41A0-9729-B8C3338419C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970774" y="1047891"/>
            <a:ext cx="8336268" cy="5189327"/>
          </a:xfrm>
          <a:prstGeom prst="rect">
            <a:avLst/>
          </a:prstGeom>
          <a:solidFill>
            <a:srgbClr val="FFFFFF"/>
          </a:solidFill>
        </p:spPr>
      </p:pic>
      <p:sp>
        <p:nvSpPr>
          <p:cNvPr id="8" name="Título 1">
            <a:extLst>
              <a:ext uri="{FF2B5EF4-FFF2-40B4-BE49-F238E27FC236}">
                <a16:creationId xmlns:a16="http://schemas.microsoft.com/office/drawing/2014/main" xmlns="" id="{6B7380A6-B86C-471C-A64A-9FE519B576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3883" y="286603"/>
            <a:ext cx="11390051" cy="702303"/>
          </a:xfrm>
        </p:spPr>
        <p:txBody>
          <a:bodyPr/>
          <a:lstStyle/>
          <a:p>
            <a:r>
              <a:rPr lang="pt-BR" dirty="0">
                <a:latin typeface="Arial Nova Cond Light" panose="020B0306020202020204" pitchFamily="34" charset="0"/>
              </a:rPr>
              <a:t>Exercícios de aplicação</a:t>
            </a:r>
          </a:p>
        </p:txBody>
      </p:sp>
    </p:spTree>
    <p:extLst>
      <p:ext uri="{BB962C8B-B14F-4D97-AF65-F5344CB8AC3E}">
        <p14:creationId xmlns:p14="http://schemas.microsoft.com/office/powerpoint/2010/main" val="414591425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414298B5-57DB-48CF-898B-E1CDF85607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>
                <a:latin typeface="Arial Nova Cond Light" panose="020B0306020202020204" pitchFamily="34" charset="0"/>
              </a:rPr>
              <a:t>Exercícios de aplicação</a:t>
            </a:r>
          </a:p>
        </p:txBody>
      </p:sp>
      <p:sp>
        <p:nvSpPr>
          <p:cNvPr id="4" name="Text Box 5">
            <a:extLst>
              <a:ext uri="{FF2B5EF4-FFF2-40B4-BE49-F238E27FC236}">
                <a16:creationId xmlns:a16="http://schemas.microsoft.com/office/drawing/2014/main" xmlns="" id="{51C0F141-4688-4D93-B12F-59BDA79E553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3883" y="1044434"/>
            <a:ext cx="11390051" cy="38472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 anchor="t">
            <a:spAutoFit/>
          </a:bodyPr>
          <a:lstStyle>
            <a:lvl1pPr marL="457200" indent="-4572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0" indent="0" algn="just" eaLnBrk="1" hangingPunct="1">
              <a:spcBef>
                <a:spcPts val="0"/>
              </a:spcBef>
              <a:spcAft>
                <a:spcPts val="600"/>
              </a:spcAft>
              <a:buNone/>
            </a:pPr>
            <a:r>
              <a:rPr lang="pt-PT" altLang="pt-BR" sz="2800" b="1" dirty="0">
                <a:latin typeface="Arial Nova Cond Light" panose="020B0306020202020204" pitchFamily="34" charset="0"/>
              </a:rPr>
              <a:t>1- </a:t>
            </a:r>
            <a:r>
              <a:rPr lang="pt-PT" altLang="pt-BR" sz="2800" dirty="0">
                <a:latin typeface="Arial Nova Cond Light" panose="020B0306020202020204" pitchFamily="34" charset="0"/>
              </a:rPr>
              <a:t>Crie um diagrama de classes UML para abstrair os atributos dos seguintes objetos:</a:t>
            </a:r>
          </a:p>
          <a:p>
            <a:pPr algn="just" eaLnBrk="1" hangingPunct="1">
              <a:spcBef>
                <a:spcPts val="0"/>
              </a:spcBef>
              <a:buFontTx/>
              <a:buNone/>
            </a:pPr>
            <a:r>
              <a:rPr lang="pt-PT" altLang="pt-BR" sz="2800" dirty="0">
                <a:latin typeface="Arial Nova Cond Light" panose="020B0306020202020204" pitchFamily="34" charset="0"/>
              </a:rPr>
              <a:t>   a) Cliente</a:t>
            </a:r>
          </a:p>
          <a:p>
            <a:pPr algn="just">
              <a:spcBef>
                <a:spcPts val="0"/>
              </a:spcBef>
              <a:buNone/>
            </a:pPr>
            <a:r>
              <a:rPr lang="pt-PT" altLang="pt-BR" sz="2800" dirty="0">
                <a:latin typeface="Arial Nova Cond Light"/>
                <a:cs typeface="Arial"/>
              </a:rPr>
              <a:t>   b) Curso</a:t>
            </a:r>
          </a:p>
          <a:p>
            <a:pPr algn="just">
              <a:spcBef>
                <a:spcPts val="600"/>
              </a:spcBef>
              <a:spcAft>
                <a:spcPts val="600"/>
              </a:spcAft>
              <a:buNone/>
            </a:pPr>
            <a:r>
              <a:rPr lang="pt-PT" altLang="pt-BR" sz="2800" b="1" dirty="0">
                <a:latin typeface="Arial Nova Cond Light"/>
                <a:cs typeface="Arial"/>
              </a:rPr>
              <a:t>2- </a:t>
            </a:r>
            <a:r>
              <a:rPr lang="pt-PT" altLang="pt-BR" sz="2800" dirty="0">
                <a:latin typeface="Arial Nova Cond Light"/>
                <a:cs typeface="Arial"/>
              </a:rPr>
              <a:t>Implemente as classes do exercício acima (cada uma em um arquivo).</a:t>
            </a:r>
            <a:endParaRPr lang="pt-PT" altLang="pt-BR" sz="2800" dirty="0">
              <a:latin typeface="Arial Nova Cond Light" panose="020B0306020202020204" pitchFamily="34" charset="0"/>
            </a:endParaRPr>
          </a:p>
          <a:p>
            <a:pPr marL="0" indent="0" algn="just" eaLnBrk="1" hangingPunct="1">
              <a:spcBef>
                <a:spcPts val="0"/>
              </a:spcBef>
              <a:spcAft>
                <a:spcPts val="600"/>
              </a:spcAft>
              <a:buFontTx/>
              <a:buNone/>
            </a:pPr>
            <a:r>
              <a:rPr lang="pt-PT" altLang="pt-BR" sz="2800" b="1" dirty="0">
                <a:latin typeface="Arial Nova Cond Light" panose="020B0306020202020204" pitchFamily="34" charset="0"/>
              </a:rPr>
              <a:t>3- </a:t>
            </a:r>
            <a:r>
              <a:rPr lang="pt-PT" altLang="pt-BR" sz="2800" dirty="0">
                <a:latin typeface="Arial Nova Cond Light" panose="020B0306020202020204" pitchFamily="34" charset="0"/>
              </a:rPr>
              <a:t>Crie uma classe com o método main e instancie um objeto de cada uma das classes acima, coloque valores nos atributos e os mostre na tela.</a:t>
            </a:r>
          </a:p>
          <a:p>
            <a:pPr marL="0" indent="0" algn="just">
              <a:spcBef>
                <a:spcPts val="0"/>
              </a:spcBef>
              <a:spcAft>
                <a:spcPts val="600"/>
              </a:spcAft>
              <a:buNone/>
            </a:pPr>
            <a:r>
              <a:rPr lang="pt-PT" altLang="pt-BR" sz="2800" b="1" dirty="0">
                <a:latin typeface="Arial Nova Cond Light"/>
                <a:cs typeface="Arial"/>
              </a:rPr>
              <a:t>4-</a:t>
            </a:r>
            <a:r>
              <a:rPr lang="pt-PT" altLang="pt-BR" sz="2800" dirty="0">
                <a:latin typeface="Arial Nova Cond Light"/>
                <a:cs typeface="Arial"/>
              </a:rPr>
              <a:t> O documento para ser </a:t>
            </a:r>
            <a:r>
              <a:rPr lang="pt-PT" altLang="pt-BR" sz="2800" b="1" dirty="0">
                <a:solidFill>
                  <a:srgbClr val="FF0000"/>
                </a:solidFill>
                <a:latin typeface="Arial Nova Cond Light"/>
                <a:cs typeface="Arial"/>
              </a:rPr>
              <a:t>aceito</a:t>
            </a:r>
            <a:r>
              <a:rPr lang="pt-PT" altLang="pt-BR" sz="2800" dirty="0">
                <a:latin typeface="Arial Nova Cond Light"/>
                <a:cs typeface="Arial"/>
              </a:rPr>
              <a:t> precisa ter o </a:t>
            </a:r>
            <a:r>
              <a:rPr lang="pt-PT" altLang="pt-BR" sz="2800" dirty="0">
                <a:solidFill>
                  <a:srgbClr val="FF0000"/>
                </a:solidFill>
                <a:latin typeface="Arial Nova Cond Light"/>
                <a:cs typeface="Arial"/>
              </a:rPr>
              <a:t>Nome</a:t>
            </a:r>
            <a:r>
              <a:rPr lang="pt-PT" altLang="pt-BR" sz="2800" dirty="0">
                <a:latin typeface="Arial Nova Cond Light"/>
                <a:cs typeface="Arial"/>
              </a:rPr>
              <a:t> e </a:t>
            </a:r>
            <a:r>
              <a:rPr lang="pt-PT" altLang="pt-BR" sz="2800" dirty="0">
                <a:solidFill>
                  <a:srgbClr val="FF0000"/>
                </a:solidFill>
                <a:latin typeface="Arial Nova Cond Light"/>
                <a:cs typeface="Arial"/>
              </a:rPr>
              <a:t>RG</a:t>
            </a:r>
            <a:r>
              <a:rPr lang="pt-PT" altLang="pt-BR" sz="2800" dirty="0">
                <a:latin typeface="Arial Nova Cond Light"/>
                <a:cs typeface="Arial"/>
              </a:rPr>
              <a:t> no </a:t>
            </a:r>
            <a:r>
              <a:rPr lang="pt-PT" altLang="pt-BR" sz="2800" dirty="0">
                <a:solidFill>
                  <a:srgbClr val="FF0000"/>
                </a:solidFill>
                <a:latin typeface="Arial Nova Cond Light"/>
                <a:cs typeface="Arial"/>
              </a:rPr>
              <a:t>Código em comentário</a:t>
            </a:r>
            <a:r>
              <a:rPr lang="pt-PT" altLang="pt-BR" sz="2800" dirty="0">
                <a:latin typeface="Arial Nova Cond Light"/>
                <a:cs typeface="Arial"/>
              </a:rPr>
              <a:t> e no nome do arquivo salvo.</a:t>
            </a:r>
          </a:p>
        </p:txBody>
      </p:sp>
    </p:spTree>
    <p:extLst>
      <p:ext uri="{BB962C8B-B14F-4D97-AF65-F5344CB8AC3E}">
        <p14:creationId xmlns:p14="http://schemas.microsoft.com/office/powerpoint/2010/main" val="367042055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 descr="Uma imagem contendo comida, desenho&#10;&#10;Descrição gerada automaticamente">
            <a:extLst>
              <a:ext uri="{FF2B5EF4-FFF2-40B4-BE49-F238E27FC236}">
                <a16:creationId xmlns:a16="http://schemas.microsoft.com/office/drawing/2014/main" xmlns="" id="{A1402EDD-1116-47C1-B88A-BECAA8C6AE4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289964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524415864"/>
      </p:ext>
    </p:extLst>
  </p:cSld>
  <p:clrMapOvr>
    <a:masterClrMapping/>
  </p:clrMapOvr>
</p:sld>
</file>

<file path=ppt/theme/theme1.xml><?xml version="1.0" encoding="utf-8"?>
<a:theme xmlns:a="http://schemas.openxmlformats.org/drawingml/2006/main" name="Tema1">
  <a:themeElements>
    <a:clrScheme name="Personalizada 2">
      <a:dk1>
        <a:sysClr val="windowText" lastClr="000000"/>
      </a:dk1>
      <a:lt1>
        <a:sysClr val="window" lastClr="FFFFFF"/>
      </a:lt1>
      <a:dk2>
        <a:srgbClr val="344068"/>
      </a:dk2>
      <a:lt2>
        <a:srgbClr val="D9E0E6"/>
      </a:lt2>
      <a:accent1>
        <a:srgbClr val="FFC000"/>
      </a:accent1>
      <a:accent2>
        <a:srgbClr val="1C6294"/>
      </a:accent2>
      <a:accent3>
        <a:srgbClr val="28C4CC"/>
      </a:accent3>
      <a:accent4>
        <a:srgbClr val="42BA97"/>
      </a:accent4>
      <a:accent5>
        <a:srgbClr val="3E8853"/>
      </a:accent5>
      <a:accent6>
        <a:srgbClr val="62A39F"/>
      </a:accent6>
      <a:hlink>
        <a:srgbClr val="6EAC1C"/>
      </a:hlink>
      <a:folHlink>
        <a:srgbClr val="B26B02"/>
      </a:folHlink>
    </a:clrScheme>
    <a:fontScheme name="Retrospectiva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iva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Tema1" id="{A697029E-E58C-4DB8-96CA-F0D79D6C14D6}" vid="{86992366-360A-4FA3-8D04-C376AECE2C3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1842</TotalTime>
  <Words>1212</Words>
  <Application>Microsoft Office PowerPoint</Application>
  <PresentationFormat>Personalizar</PresentationFormat>
  <Paragraphs>261</Paragraphs>
  <Slides>29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slides</vt:lpstr>
      </vt:variant>
      <vt:variant>
        <vt:i4>29</vt:i4>
      </vt:variant>
    </vt:vector>
  </HeadingPairs>
  <TitlesOfParts>
    <vt:vector size="30" baseType="lpstr">
      <vt:lpstr>Tema1</vt:lpstr>
      <vt:lpstr>Programação Orientada a Objetos</vt:lpstr>
      <vt:lpstr>Paradigmas de programação</vt:lpstr>
      <vt:lpstr>Paradigmas de programação</vt:lpstr>
      <vt:lpstr>Programação estruturada</vt:lpstr>
      <vt:lpstr>Programação Orientada a Objetos</vt:lpstr>
      <vt:lpstr>POO – Por que?</vt:lpstr>
      <vt:lpstr>POO – Por que?</vt:lpstr>
      <vt:lpstr>Orientação a objetos</vt:lpstr>
      <vt:lpstr>Objetos: o que são?</vt:lpstr>
      <vt:lpstr>Estrutura de um objeto</vt:lpstr>
      <vt:lpstr>Atributos</vt:lpstr>
      <vt:lpstr>Atributos</vt:lpstr>
      <vt:lpstr>Abstração em Orientação a Objetos</vt:lpstr>
      <vt:lpstr>Classes</vt:lpstr>
      <vt:lpstr>Classes</vt:lpstr>
      <vt:lpstr>Classes</vt:lpstr>
      <vt:lpstr>Classes</vt:lpstr>
      <vt:lpstr>Construíndo Classes em Java</vt:lpstr>
      <vt:lpstr>Classe</vt:lpstr>
      <vt:lpstr>Classe</vt:lpstr>
      <vt:lpstr>Instanciando um objeto</vt:lpstr>
      <vt:lpstr>Instanciando um objeto</vt:lpstr>
      <vt:lpstr>Instanciando um objeto</vt:lpstr>
      <vt:lpstr>Outros exemplos</vt:lpstr>
      <vt:lpstr>Resumindo tudo</vt:lpstr>
      <vt:lpstr>Apresentação do PowerPoint</vt:lpstr>
      <vt:lpstr>Exercícios de aplicação</vt:lpstr>
      <vt:lpstr>Exercícios de aplicação</vt:lpstr>
      <vt:lpstr>Apresentação do PowerPoint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Programação Orientada a Objetos</dc:title>
  <dc:creator>Marco Antonio Sanches Anastacio</dc:creator>
  <cp:lastModifiedBy>Silvio Rogerio de Lucia</cp:lastModifiedBy>
  <cp:revision>21</cp:revision>
  <dcterms:created xsi:type="dcterms:W3CDTF">2020-08-19T18:51:52Z</dcterms:created>
  <dcterms:modified xsi:type="dcterms:W3CDTF">2026-02-11T11:56:31Z</dcterms:modified>
</cp:coreProperties>
</file>