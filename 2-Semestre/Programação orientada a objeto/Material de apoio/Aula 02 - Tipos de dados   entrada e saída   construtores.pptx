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0" r:id="rId2"/>
  </p:sldMasterIdLst>
  <p:notesMasterIdLst>
    <p:notesMasterId r:id="rId52"/>
  </p:notesMasterIdLst>
  <p:sldIdLst>
    <p:sldId id="256" r:id="rId3"/>
    <p:sldId id="474" r:id="rId4"/>
    <p:sldId id="475" r:id="rId5"/>
    <p:sldId id="486" r:id="rId6"/>
    <p:sldId id="396" r:id="rId7"/>
    <p:sldId id="484" r:id="rId8"/>
    <p:sldId id="258" r:id="rId9"/>
    <p:sldId id="487" r:id="rId10"/>
    <p:sldId id="488" r:id="rId11"/>
    <p:sldId id="463" r:id="rId12"/>
    <p:sldId id="490" r:id="rId13"/>
    <p:sldId id="491" r:id="rId14"/>
    <p:sldId id="464" r:id="rId15"/>
    <p:sldId id="420" r:id="rId16"/>
    <p:sldId id="492" r:id="rId17"/>
    <p:sldId id="493" r:id="rId18"/>
    <p:sldId id="494" r:id="rId19"/>
    <p:sldId id="495" r:id="rId20"/>
    <p:sldId id="476" r:id="rId21"/>
    <p:sldId id="498" r:id="rId22"/>
    <p:sldId id="499" r:id="rId23"/>
    <p:sldId id="496" r:id="rId24"/>
    <p:sldId id="477" r:id="rId25"/>
    <p:sldId id="500" r:id="rId26"/>
    <p:sldId id="501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509" r:id="rId35"/>
    <p:sldId id="510" r:id="rId36"/>
    <p:sldId id="511" r:id="rId37"/>
    <p:sldId id="512" r:id="rId38"/>
    <p:sldId id="513" r:id="rId39"/>
    <p:sldId id="514" r:id="rId40"/>
    <p:sldId id="515" r:id="rId41"/>
    <p:sldId id="516" r:id="rId42"/>
    <p:sldId id="517" r:id="rId43"/>
    <p:sldId id="407" r:id="rId44"/>
    <p:sldId id="408" r:id="rId45"/>
    <p:sldId id="470" r:id="rId46"/>
    <p:sldId id="460" r:id="rId47"/>
    <p:sldId id="521" r:id="rId48"/>
    <p:sldId id="518" r:id="rId49"/>
    <p:sldId id="519" r:id="rId50"/>
    <p:sldId id="52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0AB01902-1789-4A79-8F95-9C1226EA6FFF}">
          <p14:sldIdLst>
            <p14:sldId id="256"/>
            <p14:sldId id="474"/>
            <p14:sldId id="475"/>
            <p14:sldId id="486"/>
            <p14:sldId id="396"/>
            <p14:sldId id="484"/>
          </p14:sldIdLst>
        </p14:section>
        <p14:section name="Parte 1" id="{EFE3C5F1-EDB1-4EF6-9690-AF7FAB2C5A1F}">
          <p14:sldIdLst>
            <p14:sldId id="258"/>
            <p14:sldId id="487"/>
            <p14:sldId id="488"/>
            <p14:sldId id="463"/>
            <p14:sldId id="490"/>
            <p14:sldId id="491"/>
            <p14:sldId id="464"/>
            <p14:sldId id="420"/>
            <p14:sldId id="492"/>
            <p14:sldId id="493"/>
            <p14:sldId id="494"/>
            <p14:sldId id="495"/>
            <p14:sldId id="476"/>
            <p14:sldId id="498"/>
            <p14:sldId id="499"/>
            <p14:sldId id="496"/>
            <p14:sldId id="477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407"/>
            <p14:sldId id="408"/>
            <p14:sldId id="470"/>
            <p14:sldId id="460"/>
            <p14:sldId id="521"/>
            <p14:sldId id="518"/>
            <p14:sldId id="519"/>
          </p14:sldIdLst>
        </p14:section>
        <p14:section name="Fechamento" id="{9877D3F4-6CDD-4355-92B9-A82E606F2816}">
          <p14:sldIdLst>
            <p14:sldId id="5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 Sanches" initials="MS" lastIdx="1" clrIdx="0">
    <p:extLst>
      <p:ext uri="{19B8F6BF-5375-455C-9EA6-DF929625EA0E}">
        <p15:presenceInfo xmlns:p15="http://schemas.microsoft.com/office/powerpoint/2012/main" userId="301bf0f768bc15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3"/>
    <a:srgbClr val="FF66FF"/>
    <a:srgbClr val="FFCC99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DFB82-0030-4336-BFC2-5991F8F8594E}" v="5" dt="2021-02-01T17:50:50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340" autoAdjust="0"/>
  </p:normalViewPr>
  <p:slideViewPr>
    <p:cSldViewPr snapToGrid="0">
      <p:cViewPr varScale="1">
        <p:scale>
          <a:sx n="109" d="100"/>
          <a:sy n="109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Sanches" userId="301bf0f768bc15fc" providerId="LiveId" clId="{3BB9B307-2388-4891-92C0-649A8EB16F5E}"/>
    <pc:docChg chg="addSld modSld">
      <pc:chgData name="Marco Sanches" userId="301bf0f768bc15fc" providerId="LiveId" clId="{3BB9B307-2388-4891-92C0-649A8EB16F5E}" dt="2020-11-24T14:42:19.699" v="46"/>
      <pc:docMkLst>
        <pc:docMk/>
      </pc:docMkLst>
      <pc:sldChg chg="modSp mod">
        <pc:chgData name="Marco Sanches" userId="301bf0f768bc15fc" providerId="LiveId" clId="{3BB9B307-2388-4891-92C0-649A8EB16F5E}" dt="2020-11-24T14:21:49.481" v="5" actId="2711"/>
        <pc:sldMkLst>
          <pc:docMk/>
          <pc:sldMk cId="1622163198" sldId="258"/>
        </pc:sldMkLst>
        <pc:spChg chg="mod">
          <ac:chgData name="Marco Sanches" userId="301bf0f768bc15fc" providerId="LiveId" clId="{3BB9B307-2388-4891-92C0-649A8EB16F5E}" dt="2020-11-24T14:21:49.481" v="5" actId="2711"/>
          <ac:spMkLst>
            <pc:docMk/>
            <pc:sldMk cId="1622163198" sldId="258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1:43.518" v="3" actId="2711"/>
        <pc:sldMkLst>
          <pc:docMk/>
          <pc:sldMk cId="4145914251" sldId="396"/>
        </pc:sldMkLst>
        <pc:spChg chg="mod">
          <ac:chgData name="Marco Sanches" userId="301bf0f768bc15fc" providerId="LiveId" clId="{3BB9B307-2388-4891-92C0-649A8EB16F5E}" dt="2020-11-24T14:21:43.518" v="3" actId="2711"/>
          <ac:spMkLst>
            <pc:docMk/>
            <pc:sldMk cId="4145914251" sldId="396"/>
            <ac:spMk id="2" creationId="{897856AD-9995-4A2C-83BB-7CDC555080CE}"/>
          </ac:spMkLst>
        </pc:spChg>
      </pc:sldChg>
      <pc:sldChg chg="modSp mod">
        <pc:chgData name="Marco Sanches" userId="301bf0f768bc15fc" providerId="LiveId" clId="{3BB9B307-2388-4891-92C0-649A8EB16F5E}" dt="2020-11-24T14:23:32.775" v="39" actId="2711"/>
        <pc:sldMkLst>
          <pc:docMk/>
          <pc:sldMk cId="0" sldId="407"/>
        </pc:sldMkLst>
        <pc:spChg chg="mod">
          <ac:chgData name="Marco Sanches" userId="301bf0f768bc15fc" providerId="LiveId" clId="{3BB9B307-2388-4891-92C0-649A8EB16F5E}" dt="2020-11-24T14:23:32.775" v="39" actId="2711"/>
          <ac:spMkLst>
            <pc:docMk/>
            <pc:sldMk cId="0" sldId="407"/>
            <ac:spMk id="9" creationId="{42F7F801-B8A5-489A-83E6-87EB523E8AC1}"/>
          </ac:spMkLst>
        </pc:spChg>
      </pc:sldChg>
      <pc:sldChg chg="modSp mod">
        <pc:chgData name="Marco Sanches" userId="301bf0f768bc15fc" providerId="LiveId" clId="{3BB9B307-2388-4891-92C0-649A8EB16F5E}" dt="2020-11-24T14:23:35.211" v="40" actId="2711"/>
        <pc:sldMkLst>
          <pc:docMk/>
          <pc:sldMk cId="0" sldId="408"/>
        </pc:sldMkLst>
        <pc:spChg chg="mod">
          <ac:chgData name="Marco Sanches" userId="301bf0f768bc15fc" providerId="LiveId" clId="{3BB9B307-2388-4891-92C0-649A8EB16F5E}" dt="2020-11-24T14:23:35.211" v="40" actId="2711"/>
          <ac:spMkLst>
            <pc:docMk/>
            <pc:sldMk cId="0" sldId="408"/>
            <ac:spMk id="4" creationId="{C646FA81-2AB8-43B5-BE9A-98807C39A208}"/>
          </ac:spMkLst>
        </pc:spChg>
      </pc:sldChg>
      <pc:sldChg chg="modSp mod">
        <pc:chgData name="Marco Sanches" userId="301bf0f768bc15fc" providerId="LiveId" clId="{3BB9B307-2388-4891-92C0-649A8EB16F5E}" dt="2020-11-24T14:22:11.158" v="12" actId="2711"/>
        <pc:sldMkLst>
          <pc:docMk/>
          <pc:sldMk cId="0" sldId="420"/>
        </pc:sldMkLst>
        <pc:spChg chg="mod">
          <ac:chgData name="Marco Sanches" userId="301bf0f768bc15fc" providerId="LiveId" clId="{3BB9B307-2388-4891-92C0-649A8EB16F5E}" dt="2020-11-24T14:22:11.158" v="12" actId="2711"/>
          <ac:spMkLst>
            <pc:docMk/>
            <pc:sldMk cId="0" sldId="420"/>
            <ac:spMk id="11269" creationId="{CDB0EE36-705D-4688-A53F-B1B8446E12C6}"/>
          </ac:spMkLst>
        </pc:spChg>
      </pc:sldChg>
      <pc:sldChg chg="modSp mod">
        <pc:chgData name="Marco Sanches" userId="301bf0f768bc15fc" providerId="LiveId" clId="{3BB9B307-2388-4891-92C0-649A8EB16F5E}" dt="2020-11-24T14:23:40.116" v="42" actId="2711"/>
        <pc:sldMkLst>
          <pc:docMk/>
          <pc:sldMk cId="0" sldId="460"/>
        </pc:sldMkLst>
        <pc:spChg chg="mod">
          <ac:chgData name="Marco Sanches" userId="301bf0f768bc15fc" providerId="LiveId" clId="{3BB9B307-2388-4891-92C0-649A8EB16F5E}" dt="2020-11-24T14:23:40.116" v="42" actId="2711"/>
          <ac:spMkLst>
            <pc:docMk/>
            <pc:sldMk cId="0" sldId="460"/>
            <ac:spMk id="2" creationId="{31524646-F9E6-446F-93AD-18B1E0308E75}"/>
          </ac:spMkLst>
        </pc:spChg>
      </pc:sldChg>
      <pc:sldChg chg="modSp mod">
        <pc:chgData name="Marco Sanches" userId="301bf0f768bc15fc" providerId="LiveId" clId="{3BB9B307-2388-4891-92C0-649A8EB16F5E}" dt="2020-11-24T14:21:57.857" v="8" actId="2711"/>
        <pc:sldMkLst>
          <pc:docMk/>
          <pc:sldMk cId="2460081098" sldId="463"/>
        </pc:sldMkLst>
        <pc:spChg chg="mod">
          <ac:chgData name="Marco Sanches" userId="301bf0f768bc15fc" providerId="LiveId" clId="{3BB9B307-2388-4891-92C0-649A8EB16F5E}" dt="2020-11-24T14:21:57.857" v="8" actId="2711"/>
          <ac:spMkLst>
            <pc:docMk/>
            <pc:sldMk cId="2460081098" sldId="463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08.235" v="11" actId="2711"/>
        <pc:sldMkLst>
          <pc:docMk/>
          <pc:sldMk cId="4234405321" sldId="464"/>
        </pc:sldMkLst>
        <pc:spChg chg="mod">
          <ac:chgData name="Marco Sanches" userId="301bf0f768bc15fc" providerId="LiveId" clId="{3BB9B307-2388-4891-92C0-649A8EB16F5E}" dt="2020-11-24T14:22:08.235" v="11" actId="2711"/>
          <ac:spMkLst>
            <pc:docMk/>
            <pc:sldMk cId="4234405321" sldId="464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37.812" v="41" actId="2711"/>
        <pc:sldMkLst>
          <pc:docMk/>
          <pc:sldMk cId="0" sldId="470"/>
        </pc:sldMkLst>
        <pc:spChg chg="mod">
          <ac:chgData name="Marco Sanches" userId="301bf0f768bc15fc" providerId="LiveId" clId="{3BB9B307-2388-4891-92C0-649A8EB16F5E}" dt="2020-11-24T14:23:37.812" v="41" actId="2711"/>
          <ac:spMkLst>
            <pc:docMk/>
            <pc:sldMk cId="0" sldId="470"/>
            <ac:spMk id="4" creationId="{971A6358-A150-461B-BA14-A1E6535956D0}"/>
          </ac:spMkLst>
        </pc:spChg>
      </pc:sldChg>
      <pc:sldChg chg="modSp mod">
        <pc:chgData name="Marco Sanches" userId="301bf0f768bc15fc" providerId="LiveId" clId="{3BB9B307-2388-4891-92C0-649A8EB16F5E}" dt="2020-11-24T14:21:28.914" v="0" actId="2711"/>
        <pc:sldMkLst>
          <pc:docMk/>
          <pc:sldMk cId="2312632231" sldId="474"/>
        </pc:sldMkLst>
        <pc:spChg chg="mod">
          <ac:chgData name="Marco Sanches" userId="301bf0f768bc15fc" providerId="LiveId" clId="{3BB9B307-2388-4891-92C0-649A8EB16F5E}" dt="2020-11-24T14:21:28.914" v="0" actId="2711"/>
          <ac:spMkLst>
            <pc:docMk/>
            <pc:sldMk cId="2312632231" sldId="474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1:33.392" v="1" actId="2711"/>
        <pc:sldMkLst>
          <pc:docMk/>
          <pc:sldMk cId="118439225" sldId="475"/>
        </pc:sldMkLst>
        <pc:spChg chg="mod">
          <ac:chgData name="Marco Sanches" userId="301bf0f768bc15fc" providerId="LiveId" clId="{3BB9B307-2388-4891-92C0-649A8EB16F5E}" dt="2020-11-24T14:21:33.392" v="1" actId="2711"/>
          <ac:spMkLst>
            <pc:docMk/>
            <pc:sldMk cId="118439225" sldId="475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27.682" v="17" actId="2711"/>
        <pc:sldMkLst>
          <pc:docMk/>
          <pc:sldMk cId="812971124" sldId="476"/>
        </pc:sldMkLst>
        <pc:spChg chg="mod">
          <ac:chgData name="Marco Sanches" userId="301bf0f768bc15fc" providerId="LiveId" clId="{3BB9B307-2388-4891-92C0-649A8EB16F5E}" dt="2020-11-24T14:22:27.682" v="17" actId="2711"/>
          <ac:spMkLst>
            <pc:docMk/>
            <pc:sldMk cId="812971124" sldId="476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37.986" v="21" actId="2711"/>
        <pc:sldMkLst>
          <pc:docMk/>
          <pc:sldMk cId="621818439" sldId="477"/>
        </pc:sldMkLst>
        <pc:spChg chg="mod">
          <ac:chgData name="Marco Sanches" userId="301bf0f768bc15fc" providerId="LiveId" clId="{3BB9B307-2388-4891-92C0-649A8EB16F5E}" dt="2020-11-24T14:22:37.986" v="21" actId="2711"/>
          <ac:spMkLst>
            <pc:docMk/>
            <pc:sldMk cId="621818439" sldId="477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1:46.730" v="4" actId="2711"/>
        <pc:sldMkLst>
          <pc:docMk/>
          <pc:sldMk cId="267769264" sldId="484"/>
        </pc:sldMkLst>
        <pc:spChg chg="mod">
          <ac:chgData name="Marco Sanches" userId="301bf0f768bc15fc" providerId="LiveId" clId="{3BB9B307-2388-4891-92C0-649A8EB16F5E}" dt="2020-11-24T14:21:46.730" v="4" actId="2711"/>
          <ac:spMkLst>
            <pc:docMk/>
            <pc:sldMk cId="267769264" sldId="484"/>
            <ac:spMk id="2" creationId="{897856AD-9995-4A2C-83BB-7CDC555080CE}"/>
          </ac:spMkLst>
        </pc:spChg>
      </pc:sldChg>
      <pc:sldChg chg="modSp mod">
        <pc:chgData name="Marco Sanches" userId="301bf0f768bc15fc" providerId="LiveId" clId="{3BB9B307-2388-4891-92C0-649A8EB16F5E}" dt="2020-11-24T14:21:35.582" v="2" actId="2711"/>
        <pc:sldMkLst>
          <pc:docMk/>
          <pc:sldMk cId="1395809432" sldId="486"/>
        </pc:sldMkLst>
        <pc:spChg chg="mod">
          <ac:chgData name="Marco Sanches" userId="301bf0f768bc15fc" providerId="LiveId" clId="{3BB9B307-2388-4891-92C0-649A8EB16F5E}" dt="2020-11-24T14:21:35.582" v="2" actId="2711"/>
          <ac:spMkLst>
            <pc:docMk/>
            <pc:sldMk cId="1395809432" sldId="486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1:52.262" v="6" actId="2711"/>
        <pc:sldMkLst>
          <pc:docMk/>
          <pc:sldMk cId="3829952741" sldId="487"/>
        </pc:sldMkLst>
        <pc:spChg chg="mod">
          <ac:chgData name="Marco Sanches" userId="301bf0f768bc15fc" providerId="LiveId" clId="{3BB9B307-2388-4891-92C0-649A8EB16F5E}" dt="2020-11-24T14:21:52.262" v="6" actId="2711"/>
          <ac:spMkLst>
            <pc:docMk/>
            <pc:sldMk cId="3829952741" sldId="487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1:55.163" v="7" actId="2711"/>
        <pc:sldMkLst>
          <pc:docMk/>
          <pc:sldMk cId="1694727724" sldId="488"/>
        </pc:sldMkLst>
        <pc:spChg chg="mod">
          <ac:chgData name="Marco Sanches" userId="301bf0f768bc15fc" providerId="LiveId" clId="{3BB9B307-2388-4891-92C0-649A8EB16F5E}" dt="2020-11-24T14:21:55.163" v="7" actId="2711"/>
          <ac:spMkLst>
            <pc:docMk/>
            <pc:sldMk cId="1694727724" sldId="488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01.394" v="9" actId="2711"/>
        <pc:sldMkLst>
          <pc:docMk/>
          <pc:sldMk cId="3901120466" sldId="490"/>
        </pc:sldMkLst>
        <pc:spChg chg="mod">
          <ac:chgData name="Marco Sanches" userId="301bf0f768bc15fc" providerId="LiveId" clId="{3BB9B307-2388-4891-92C0-649A8EB16F5E}" dt="2020-11-24T14:22:01.394" v="9" actId="2711"/>
          <ac:spMkLst>
            <pc:docMk/>
            <pc:sldMk cId="3901120466" sldId="490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04.862" v="10" actId="2711"/>
        <pc:sldMkLst>
          <pc:docMk/>
          <pc:sldMk cId="731697863" sldId="491"/>
        </pc:sldMkLst>
        <pc:spChg chg="mod">
          <ac:chgData name="Marco Sanches" userId="301bf0f768bc15fc" providerId="LiveId" clId="{3BB9B307-2388-4891-92C0-649A8EB16F5E}" dt="2020-11-24T14:22:04.862" v="10" actId="2711"/>
          <ac:spMkLst>
            <pc:docMk/>
            <pc:sldMk cId="731697863" sldId="491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15.650" v="13" actId="2711"/>
        <pc:sldMkLst>
          <pc:docMk/>
          <pc:sldMk cId="2770824147" sldId="492"/>
        </pc:sldMkLst>
        <pc:spChg chg="mod">
          <ac:chgData name="Marco Sanches" userId="301bf0f768bc15fc" providerId="LiveId" clId="{3BB9B307-2388-4891-92C0-649A8EB16F5E}" dt="2020-11-24T14:22:15.650" v="13" actId="2711"/>
          <ac:spMkLst>
            <pc:docMk/>
            <pc:sldMk cId="2770824147" sldId="492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18.386" v="14" actId="2711"/>
        <pc:sldMkLst>
          <pc:docMk/>
          <pc:sldMk cId="3713417785" sldId="493"/>
        </pc:sldMkLst>
        <pc:spChg chg="mod">
          <ac:chgData name="Marco Sanches" userId="301bf0f768bc15fc" providerId="LiveId" clId="{3BB9B307-2388-4891-92C0-649A8EB16F5E}" dt="2020-11-24T14:22:18.386" v="14" actId="2711"/>
          <ac:spMkLst>
            <pc:docMk/>
            <pc:sldMk cId="3713417785" sldId="493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21.214" v="15" actId="2711"/>
        <pc:sldMkLst>
          <pc:docMk/>
          <pc:sldMk cId="3857596868" sldId="494"/>
        </pc:sldMkLst>
        <pc:spChg chg="mod">
          <ac:chgData name="Marco Sanches" userId="301bf0f768bc15fc" providerId="LiveId" clId="{3BB9B307-2388-4891-92C0-649A8EB16F5E}" dt="2020-11-24T14:22:21.214" v="15" actId="2711"/>
          <ac:spMkLst>
            <pc:docMk/>
            <pc:sldMk cId="3857596868" sldId="494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24.222" v="16" actId="2711"/>
        <pc:sldMkLst>
          <pc:docMk/>
          <pc:sldMk cId="2168780699" sldId="495"/>
        </pc:sldMkLst>
        <pc:spChg chg="mod">
          <ac:chgData name="Marco Sanches" userId="301bf0f768bc15fc" providerId="LiveId" clId="{3BB9B307-2388-4891-92C0-649A8EB16F5E}" dt="2020-11-24T14:22:24.222" v="16" actId="2711"/>
          <ac:spMkLst>
            <pc:docMk/>
            <pc:sldMk cId="2168780699" sldId="495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35.106" v="20" actId="2711"/>
        <pc:sldMkLst>
          <pc:docMk/>
          <pc:sldMk cId="1430489921" sldId="496"/>
        </pc:sldMkLst>
        <pc:spChg chg="mod">
          <ac:chgData name="Marco Sanches" userId="301bf0f768bc15fc" providerId="LiveId" clId="{3BB9B307-2388-4891-92C0-649A8EB16F5E}" dt="2020-11-24T14:22:35.106" v="20" actId="2711"/>
          <ac:spMkLst>
            <pc:docMk/>
            <pc:sldMk cId="1430489921" sldId="496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30.294" v="18" actId="2711"/>
        <pc:sldMkLst>
          <pc:docMk/>
          <pc:sldMk cId="3875695046" sldId="498"/>
        </pc:sldMkLst>
        <pc:spChg chg="mod">
          <ac:chgData name="Marco Sanches" userId="301bf0f768bc15fc" providerId="LiveId" clId="{3BB9B307-2388-4891-92C0-649A8EB16F5E}" dt="2020-11-24T14:22:30.294" v="18" actId="2711"/>
          <ac:spMkLst>
            <pc:docMk/>
            <pc:sldMk cId="3875695046" sldId="498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32.941" v="19" actId="2711"/>
        <pc:sldMkLst>
          <pc:docMk/>
          <pc:sldMk cId="2229768152" sldId="499"/>
        </pc:sldMkLst>
        <pc:spChg chg="mod">
          <ac:chgData name="Marco Sanches" userId="301bf0f768bc15fc" providerId="LiveId" clId="{3BB9B307-2388-4891-92C0-649A8EB16F5E}" dt="2020-11-24T14:22:32.941" v="19" actId="2711"/>
          <ac:spMkLst>
            <pc:docMk/>
            <pc:sldMk cId="2229768152" sldId="499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40.998" v="22" actId="2711"/>
        <pc:sldMkLst>
          <pc:docMk/>
          <pc:sldMk cId="4220691041" sldId="500"/>
        </pc:sldMkLst>
        <pc:spChg chg="mod">
          <ac:chgData name="Marco Sanches" userId="301bf0f768bc15fc" providerId="LiveId" clId="{3BB9B307-2388-4891-92C0-649A8EB16F5E}" dt="2020-11-24T14:22:40.998" v="22" actId="2711"/>
          <ac:spMkLst>
            <pc:docMk/>
            <pc:sldMk cId="4220691041" sldId="500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45.274" v="23" actId="2711"/>
        <pc:sldMkLst>
          <pc:docMk/>
          <pc:sldMk cId="3548832579" sldId="501"/>
        </pc:sldMkLst>
        <pc:spChg chg="mod">
          <ac:chgData name="Marco Sanches" userId="301bf0f768bc15fc" providerId="LiveId" clId="{3BB9B307-2388-4891-92C0-649A8EB16F5E}" dt="2020-11-24T14:22:45.274" v="23" actId="2711"/>
          <ac:spMkLst>
            <pc:docMk/>
            <pc:sldMk cId="3548832579" sldId="501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49.813" v="24" actId="2711"/>
        <pc:sldMkLst>
          <pc:docMk/>
          <pc:sldMk cId="930638519" sldId="502"/>
        </pc:sldMkLst>
        <pc:spChg chg="mod">
          <ac:chgData name="Marco Sanches" userId="301bf0f768bc15fc" providerId="LiveId" clId="{3BB9B307-2388-4891-92C0-649A8EB16F5E}" dt="2020-11-24T14:22:49.813" v="24" actId="2711"/>
          <ac:spMkLst>
            <pc:docMk/>
            <pc:sldMk cId="930638519" sldId="502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53.122" v="25" actId="2711"/>
        <pc:sldMkLst>
          <pc:docMk/>
          <pc:sldMk cId="1486634388" sldId="503"/>
        </pc:sldMkLst>
        <pc:spChg chg="mod">
          <ac:chgData name="Marco Sanches" userId="301bf0f768bc15fc" providerId="LiveId" clId="{3BB9B307-2388-4891-92C0-649A8EB16F5E}" dt="2020-11-24T14:22:53.122" v="25" actId="2711"/>
          <ac:spMkLst>
            <pc:docMk/>
            <pc:sldMk cId="1486634388" sldId="503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55.642" v="26" actId="2711"/>
        <pc:sldMkLst>
          <pc:docMk/>
          <pc:sldMk cId="2473734918" sldId="505"/>
        </pc:sldMkLst>
        <pc:spChg chg="mod">
          <ac:chgData name="Marco Sanches" userId="301bf0f768bc15fc" providerId="LiveId" clId="{3BB9B307-2388-4891-92C0-649A8EB16F5E}" dt="2020-11-24T14:22:55.642" v="26" actId="2711"/>
          <ac:spMkLst>
            <pc:docMk/>
            <pc:sldMk cId="2473734918" sldId="505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2:58.402" v="27" actId="2711"/>
        <pc:sldMkLst>
          <pc:docMk/>
          <pc:sldMk cId="1819510631" sldId="506"/>
        </pc:sldMkLst>
        <pc:spChg chg="mod">
          <ac:chgData name="Marco Sanches" userId="301bf0f768bc15fc" providerId="LiveId" clId="{3BB9B307-2388-4891-92C0-649A8EB16F5E}" dt="2020-11-24T14:22:58.402" v="27" actId="2711"/>
          <ac:spMkLst>
            <pc:docMk/>
            <pc:sldMk cId="1819510631" sldId="506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00.991" v="28" actId="2711"/>
        <pc:sldMkLst>
          <pc:docMk/>
          <pc:sldMk cId="188138168" sldId="507"/>
        </pc:sldMkLst>
        <pc:spChg chg="mod">
          <ac:chgData name="Marco Sanches" userId="301bf0f768bc15fc" providerId="LiveId" clId="{3BB9B307-2388-4891-92C0-649A8EB16F5E}" dt="2020-11-24T14:23:00.991" v="28" actId="2711"/>
          <ac:spMkLst>
            <pc:docMk/>
            <pc:sldMk cId="188138168" sldId="507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03.526" v="29" actId="2711"/>
        <pc:sldMkLst>
          <pc:docMk/>
          <pc:sldMk cId="1636159245" sldId="508"/>
        </pc:sldMkLst>
        <pc:spChg chg="mod">
          <ac:chgData name="Marco Sanches" userId="301bf0f768bc15fc" providerId="LiveId" clId="{3BB9B307-2388-4891-92C0-649A8EB16F5E}" dt="2020-11-24T14:23:03.526" v="29" actId="2711"/>
          <ac:spMkLst>
            <pc:docMk/>
            <pc:sldMk cId="1636159245" sldId="508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06.398" v="30" actId="2711"/>
        <pc:sldMkLst>
          <pc:docMk/>
          <pc:sldMk cId="2351096738" sldId="509"/>
        </pc:sldMkLst>
        <pc:spChg chg="mod">
          <ac:chgData name="Marco Sanches" userId="301bf0f768bc15fc" providerId="LiveId" clId="{3BB9B307-2388-4891-92C0-649A8EB16F5E}" dt="2020-11-24T14:23:06.398" v="30" actId="2711"/>
          <ac:spMkLst>
            <pc:docMk/>
            <pc:sldMk cId="2351096738" sldId="509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10.018" v="31" actId="2711"/>
        <pc:sldMkLst>
          <pc:docMk/>
          <pc:sldMk cId="2578693443" sldId="510"/>
        </pc:sldMkLst>
        <pc:spChg chg="mod">
          <ac:chgData name="Marco Sanches" userId="301bf0f768bc15fc" providerId="LiveId" clId="{3BB9B307-2388-4891-92C0-649A8EB16F5E}" dt="2020-11-24T14:23:10.018" v="31" actId="2711"/>
          <ac:spMkLst>
            <pc:docMk/>
            <pc:sldMk cId="2578693443" sldId="510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12.160" v="32" actId="2711"/>
        <pc:sldMkLst>
          <pc:docMk/>
          <pc:sldMk cId="908497756" sldId="511"/>
        </pc:sldMkLst>
        <pc:spChg chg="mod">
          <ac:chgData name="Marco Sanches" userId="301bf0f768bc15fc" providerId="LiveId" clId="{3BB9B307-2388-4891-92C0-649A8EB16F5E}" dt="2020-11-24T14:23:12.160" v="32" actId="2711"/>
          <ac:spMkLst>
            <pc:docMk/>
            <pc:sldMk cId="908497756" sldId="511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14.544" v="33" actId="2711"/>
        <pc:sldMkLst>
          <pc:docMk/>
          <pc:sldMk cId="1605140506" sldId="512"/>
        </pc:sldMkLst>
        <pc:spChg chg="mod">
          <ac:chgData name="Marco Sanches" userId="301bf0f768bc15fc" providerId="LiveId" clId="{3BB9B307-2388-4891-92C0-649A8EB16F5E}" dt="2020-11-24T14:23:14.544" v="33" actId="2711"/>
          <ac:spMkLst>
            <pc:docMk/>
            <pc:sldMk cId="1605140506" sldId="512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16.561" v="34" actId="2711"/>
        <pc:sldMkLst>
          <pc:docMk/>
          <pc:sldMk cId="162608603" sldId="513"/>
        </pc:sldMkLst>
        <pc:spChg chg="mod">
          <ac:chgData name="Marco Sanches" userId="301bf0f768bc15fc" providerId="LiveId" clId="{3BB9B307-2388-4891-92C0-649A8EB16F5E}" dt="2020-11-24T14:23:16.561" v="34" actId="2711"/>
          <ac:spMkLst>
            <pc:docMk/>
            <pc:sldMk cId="162608603" sldId="513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20.222" v="35" actId="2711"/>
        <pc:sldMkLst>
          <pc:docMk/>
          <pc:sldMk cId="3326674414" sldId="514"/>
        </pc:sldMkLst>
        <pc:spChg chg="mod">
          <ac:chgData name="Marco Sanches" userId="301bf0f768bc15fc" providerId="LiveId" clId="{3BB9B307-2388-4891-92C0-649A8EB16F5E}" dt="2020-11-24T14:23:20.222" v="35" actId="2711"/>
          <ac:spMkLst>
            <pc:docMk/>
            <pc:sldMk cId="3326674414" sldId="514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23.816" v="36" actId="2711"/>
        <pc:sldMkLst>
          <pc:docMk/>
          <pc:sldMk cId="1748941604" sldId="515"/>
        </pc:sldMkLst>
        <pc:spChg chg="mod">
          <ac:chgData name="Marco Sanches" userId="301bf0f768bc15fc" providerId="LiveId" clId="{3BB9B307-2388-4891-92C0-649A8EB16F5E}" dt="2020-11-24T14:23:23.816" v="36" actId="2711"/>
          <ac:spMkLst>
            <pc:docMk/>
            <pc:sldMk cId="1748941604" sldId="515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27.150" v="37" actId="2711"/>
        <pc:sldMkLst>
          <pc:docMk/>
          <pc:sldMk cId="1582409518" sldId="516"/>
        </pc:sldMkLst>
        <pc:spChg chg="mod">
          <ac:chgData name="Marco Sanches" userId="301bf0f768bc15fc" providerId="LiveId" clId="{3BB9B307-2388-4891-92C0-649A8EB16F5E}" dt="2020-11-24T14:23:27.150" v="37" actId="2711"/>
          <ac:spMkLst>
            <pc:docMk/>
            <pc:sldMk cId="1582409518" sldId="516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29.655" v="38" actId="2711"/>
        <pc:sldMkLst>
          <pc:docMk/>
          <pc:sldMk cId="4090651205" sldId="517"/>
        </pc:sldMkLst>
        <pc:spChg chg="mod">
          <ac:chgData name="Marco Sanches" userId="301bf0f768bc15fc" providerId="LiveId" clId="{3BB9B307-2388-4891-92C0-649A8EB16F5E}" dt="2020-11-24T14:23:29.655" v="38" actId="2711"/>
          <ac:spMkLst>
            <pc:docMk/>
            <pc:sldMk cId="4090651205" sldId="517"/>
            <ac:spMk id="2" creationId="{414298B5-57DB-48CF-898B-E1CDF856070D}"/>
          </ac:spMkLst>
        </pc:spChg>
      </pc:sldChg>
      <pc:sldChg chg="modSp mod">
        <pc:chgData name="Marco Sanches" userId="301bf0f768bc15fc" providerId="LiveId" clId="{3BB9B307-2388-4891-92C0-649A8EB16F5E}" dt="2020-11-24T14:23:42.903" v="43" actId="2711"/>
        <pc:sldMkLst>
          <pc:docMk/>
          <pc:sldMk cId="0" sldId="518"/>
        </pc:sldMkLst>
        <pc:spChg chg="mod">
          <ac:chgData name="Marco Sanches" userId="301bf0f768bc15fc" providerId="LiveId" clId="{3BB9B307-2388-4891-92C0-649A8EB16F5E}" dt="2020-11-24T14:23:42.903" v="43" actId="2711"/>
          <ac:spMkLst>
            <pc:docMk/>
            <pc:sldMk cId="0" sldId="518"/>
            <ac:spMk id="2" creationId="{318926D8-DB94-4663-9BA9-4DB85CFEB7CF}"/>
          </ac:spMkLst>
        </pc:spChg>
      </pc:sldChg>
      <pc:sldChg chg="modSp mod">
        <pc:chgData name="Marco Sanches" userId="301bf0f768bc15fc" providerId="LiveId" clId="{3BB9B307-2388-4891-92C0-649A8EB16F5E}" dt="2020-11-24T14:23:46.225" v="44" actId="2711"/>
        <pc:sldMkLst>
          <pc:docMk/>
          <pc:sldMk cId="2703010452" sldId="519"/>
        </pc:sldMkLst>
        <pc:spChg chg="mod">
          <ac:chgData name="Marco Sanches" userId="301bf0f768bc15fc" providerId="LiveId" clId="{3BB9B307-2388-4891-92C0-649A8EB16F5E}" dt="2020-11-24T14:23:46.225" v="44" actId="2711"/>
          <ac:spMkLst>
            <pc:docMk/>
            <pc:sldMk cId="2703010452" sldId="519"/>
            <ac:spMk id="2" creationId="{318926D8-DB94-4663-9BA9-4DB85CFEB7CF}"/>
          </ac:spMkLst>
        </pc:spChg>
      </pc:sldChg>
      <pc:sldChg chg="add">
        <pc:chgData name="Marco Sanches" userId="301bf0f768bc15fc" providerId="LiveId" clId="{3BB9B307-2388-4891-92C0-649A8EB16F5E}" dt="2020-11-24T14:42:10.659" v="45"/>
        <pc:sldMkLst>
          <pc:docMk/>
          <pc:sldMk cId="2133533908" sldId="520"/>
        </pc:sldMkLst>
      </pc:sldChg>
      <pc:sldChg chg="add">
        <pc:chgData name="Marco Sanches" userId="301bf0f768bc15fc" providerId="LiveId" clId="{3BB9B307-2388-4891-92C0-649A8EB16F5E}" dt="2020-11-24T14:42:19.699" v="46"/>
        <pc:sldMkLst>
          <pc:docMk/>
          <pc:sldMk cId="1031092857" sldId="521"/>
        </pc:sldMkLst>
      </pc:sldChg>
    </pc:docChg>
  </pc:docChgLst>
  <pc:docChgLst>
    <pc:chgData name="Marco Sanches" userId="301bf0f768bc15fc" providerId="LiveId" clId="{E371B47F-1891-49CB-8CC2-2F731423DB5E}"/>
    <pc:docChg chg="undo custSel mod addSld delSld modSld sldOrd modSection">
      <pc:chgData name="Marco Sanches" userId="301bf0f768bc15fc" providerId="LiveId" clId="{E371B47F-1891-49CB-8CC2-2F731423DB5E}" dt="2020-09-02T14:29:40.329" v="3071"/>
      <pc:docMkLst>
        <pc:docMk/>
      </pc:docMkLst>
      <pc:sldChg chg="addSp delSp modSp mod">
        <pc:chgData name="Marco Sanches" userId="301bf0f768bc15fc" providerId="LiveId" clId="{E371B47F-1891-49CB-8CC2-2F731423DB5E}" dt="2020-09-02T14:29:40.329" v="3071"/>
        <pc:sldMkLst>
          <pc:docMk/>
          <pc:sldMk cId="3687106035" sldId="256"/>
        </pc:sldMkLst>
        <pc:spChg chg="mod">
          <ac:chgData name="Marco Sanches" userId="301bf0f768bc15fc" providerId="LiveId" clId="{E371B47F-1891-49CB-8CC2-2F731423DB5E}" dt="2020-09-02T14:29:40.329" v="3071"/>
          <ac:spMkLst>
            <pc:docMk/>
            <pc:sldMk cId="3687106035" sldId="256"/>
            <ac:spMk id="3" creationId="{3DEE4E3C-7147-47CC-BF2C-2D3EB96C9AD8}"/>
          </ac:spMkLst>
        </pc:spChg>
        <pc:spChg chg="add del mod">
          <ac:chgData name="Marco Sanches" userId="301bf0f768bc15fc" providerId="LiveId" clId="{E371B47F-1891-49CB-8CC2-2F731423DB5E}" dt="2020-08-28T11:36:32.409" v="3061" actId="6549"/>
          <ac:spMkLst>
            <pc:docMk/>
            <pc:sldMk cId="3687106035" sldId="256"/>
            <ac:spMk id="6" creationId="{0C89EAFD-0EE9-46F0-A68A-44FA35B4F6FE}"/>
          </ac:spMkLst>
        </pc:spChg>
        <pc:spChg chg="mod">
          <ac:chgData name="Marco Sanches" userId="301bf0f768bc15fc" providerId="LiveId" clId="{E371B47F-1891-49CB-8CC2-2F731423DB5E}" dt="2020-08-28T11:20:38.835" v="3029" actId="113"/>
          <ac:spMkLst>
            <pc:docMk/>
            <pc:sldMk cId="3687106035" sldId="256"/>
            <ac:spMk id="8" creationId="{63E39B05-ABEA-4D33-8316-D09939E43DA6}"/>
          </ac:spMkLst>
        </pc:spChg>
        <pc:spChg chg="add mod">
          <ac:chgData name="Marco Sanches" userId="301bf0f768bc15fc" providerId="LiveId" clId="{E371B47F-1891-49CB-8CC2-2F731423DB5E}" dt="2020-08-28T11:36:35.122" v="3063" actId="6549"/>
          <ac:spMkLst>
            <pc:docMk/>
            <pc:sldMk cId="3687106035" sldId="256"/>
            <ac:spMk id="10" creationId="{E2CCE2D1-1DED-4F99-94B1-569D42819251}"/>
          </ac:spMkLst>
        </pc:spChg>
        <pc:graphicFrameChg chg="add del modGraphic">
          <ac:chgData name="Marco Sanches" userId="301bf0f768bc15fc" providerId="LiveId" clId="{E371B47F-1891-49CB-8CC2-2F731423DB5E}" dt="2020-08-21T16:34:03.104" v="1" actId="27309"/>
          <ac:graphicFrameMkLst>
            <pc:docMk/>
            <pc:sldMk cId="3687106035" sldId="256"/>
            <ac:graphicFrameMk id="9" creationId="{928B9C2B-729C-439A-BA14-637B6C68E97B}"/>
          </ac:graphicFrameMkLst>
        </pc:graphicFrameChg>
        <pc:picChg chg="add mod">
          <ac:chgData name="Marco Sanches" userId="301bf0f768bc15fc" providerId="LiveId" clId="{E371B47F-1891-49CB-8CC2-2F731423DB5E}" dt="2020-08-28T11:23:00.988" v="3058" actId="1076"/>
          <ac:picMkLst>
            <pc:docMk/>
            <pc:sldMk cId="3687106035" sldId="256"/>
            <ac:picMk id="4" creationId="{28F2C237-7CEA-4B78-8550-BF17E170FBB4}"/>
          </ac:picMkLst>
        </pc:picChg>
      </pc:sldChg>
      <pc:sldChg chg="addSp delSp modSp mod">
        <pc:chgData name="Marco Sanches" userId="301bf0f768bc15fc" providerId="LiveId" clId="{E371B47F-1891-49CB-8CC2-2F731423DB5E}" dt="2020-08-28T11:17:55.174" v="3016" actId="208"/>
        <pc:sldMkLst>
          <pc:docMk/>
          <pc:sldMk cId="1622163198" sldId="258"/>
        </pc:sldMkLst>
        <pc:spChg chg="mod">
          <ac:chgData name="Marco Sanches" userId="301bf0f768bc15fc" providerId="LiveId" clId="{E371B47F-1891-49CB-8CC2-2F731423DB5E}" dt="2020-08-21T16:35:47.941" v="16"/>
          <ac:spMkLst>
            <pc:docMk/>
            <pc:sldMk cId="1622163198" sldId="258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1T16:37:47.056" v="42" actId="6549"/>
          <ac:spMkLst>
            <pc:docMk/>
            <pc:sldMk cId="1622163198" sldId="258"/>
            <ac:spMk id="3" creationId="{A02997B1-DEB8-49DC-B4EB-C436D96A5E79}"/>
          </ac:spMkLst>
        </pc:spChg>
        <pc:spChg chg="add del mod">
          <ac:chgData name="Marco Sanches" userId="301bf0f768bc15fc" providerId="LiveId" clId="{E371B47F-1891-49CB-8CC2-2F731423DB5E}" dt="2020-08-21T16:37:33.389" v="35" actId="478"/>
          <ac:spMkLst>
            <pc:docMk/>
            <pc:sldMk cId="1622163198" sldId="258"/>
            <ac:spMk id="4" creationId="{66450E80-A7A1-4C2B-925C-AD4ACD7C4199}"/>
          </ac:spMkLst>
        </pc:spChg>
        <pc:spChg chg="add del mod">
          <ac:chgData name="Marco Sanches" userId="301bf0f768bc15fc" providerId="LiveId" clId="{E371B47F-1891-49CB-8CC2-2F731423DB5E}" dt="2020-08-21T16:37:59.520" v="47" actId="478"/>
          <ac:spMkLst>
            <pc:docMk/>
            <pc:sldMk cId="1622163198" sldId="258"/>
            <ac:spMk id="5" creationId="{8768C638-1D21-4468-9CD3-FDA5258EA8AC}"/>
          </ac:spMkLst>
        </pc:spChg>
        <pc:spChg chg="add del mod">
          <ac:chgData name="Marco Sanches" userId="301bf0f768bc15fc" providerId="LiveId" clId="{E371B47F-1891-49CB-8CC2-2F731423DB5E}" dt="2020-08-21T16:37:44.166" v="40" actId="478"/>
          <ac:spMkLst>
            <pc:docMk/>
            <pc:sldMk cId="1622163198" sldId="258"/>
            <ac:spMk id="7" creationId="{0BE76D0C-F7F0-4F36-8458-363C9BA46C85}"/>
          </ac:spMkLst>
        </pc:spChg>
        <pc:spChg chg="del">
          <ac:chgData name="Marco Sanches" userId="301bf0f768bc15fc" providerId="LiveId" clId="{E371B47F-1891-49CB-8CC2-2F731423DB5E}" dt="2020-08-21T16:36:06.653" v="18" actId="478"/>
          <ac:spMkLst>
            <pc:docMk/>
            <pc:sldMk cId="1622163198" sldId="258"/>
            <ac:spMk id="8" creationId="{9F654FF8-EA10-46D9-9A4C-61C040CBF2CB}"/>
          </ac:spMkLst>
        </pc:spChg>
        <pc:spChg chg="del">
          <ac:chgData name="Marco Sanches" userId="301bf0f768bc15fc" providerId="LiveId" clId="{E371B47F-1891-49CB-8CC2-2F731423DB5E}" dt="2020-08-21T16:36:07.927" v="19" actId="478"/>
          <ac:spMkLst>
            <pc:docMk/>
            <pc:sldMk cId="1622163198" sldId="258"/>
            <ac:spMk id="11" creationId="{EAB3B51B-8A75-4D64-8CB6-665C96E5584B}"/>
          </ac:spMkLst>
        </pc:spChg>
        <pc:spChg chg="add del mod">
          <ac:chgData name="Marco Sanches" userId="301bf0f768bc15fc" providerId="LiveId" clId="{E371B47F-1891-49CB-8CC2-2F731423DB5E}" dt="2020-08-21T16:37:23.610" v="30" actId="478"/>
          <ac:spMkLst>
            <pc:docMk/>
            <pc:sldMk cId="1622163198" sldId="258"/>
            <ac:spMk id="13" creationId="{F7A9C7F1-CDB8-4EB5-BC80-AC75BFC8F7A5}"/>
          </ac:spMkLst>
        </pc:spChg>
        <pc:spChg chg="add mod">
          <ac:chgData name="Marco Sanches" userId="301bf0f768bc15fc" providerId="LiveId" clId="{E371B47F-1891-49CB-8CC2-2F731423DB5E}" dt="2020-08-28T11:17:55.174" v="3016" actId="208"/>
          <ac:spMkLst>
            <pc:docMk/>
            <pc:sldMk cId="1622163198" sldId="258"/>
            <ac:spMk id="15" creationId="{D441CC35-F79F-4E8D-8DE9-27D6B36D5402}"/>
          </ac:spMkLst>
        </pc:spChg>
        <pc:spChg chg="add mod">
          <ac:chgData name="Marco Sanches" userId="301bf0f768bc15fc" providerId="LiveId" clId="{E371B47F-1891-49CB-8CC2-2F731423DB5E}" dt="2020-08-21T16:40:59.340" v="91" actId="14100"/>
          <ac:spMkLst>
            <pc:docMk/>
            <pc:sldMk cId="1622163198" sldId="258"/>
            <ac:spMk id="19" creationId="{6885B8AA-488E-462A-9A81-77ADEA204964}"/>
          </ac:spMkLst>
        </pc:spChg>
        <pc:spChg chg="add mod">
          <ac:chgData name="Marco Sanches" userId="301bf0f768bc15fc" providerId="LiveId" clId="{E371B47F-1891-49CB-8CC2-2F731423DB5E}" dt="2020-08-21T16:41:26.573" v="96" actId="14100"/>
          <ac:spMkLst>
            <pc:docMk/>
            <pc:sldMk cId="1622163198" sldId="258"/>
            <ac:spMk id="21" creationId="{10B556D0-9D52-4A71-8CC6-B769D8744FE5}"/>
          </ac:spMkLst>
        </pc:spChg>
        <pc:spChg chg="add mod">
          <ac:chgData name="Marco Sanches" userId="301bf0f768bc15fc" providerId="LiveId" clId="{E371B47F-1891-49CB-8CC2-2F731423DB5E}" dt="2020-08-21T16:41:49.133" v="104" actId="1076"/>
          <ac:spMkLst>
            <pc:docMk/>
            <pc:sldMk cId="1622163198" sldId="258"/>
            <ac:spMk id="23" creationId="{7D8371CA-A0C3-4385-9816-44B04CCBFF85}"/>
          </ac:spMkLst>
        </pc:spChg>
        <pc:spChg chg="add mod">
          <ac:chgData name="Marco Sanches" userId="301bf0f768bc15fc" providerId="LiveId" clId="{E371B47F-1891-49CB-8CC2-2F731423DB5E}" dt="2020-08-21T16:41:44.083" v="103" actId="1037"/>
          <ac:spMkLst>
            <pc:docMk/>
            <pc:sldMk cId="1622163198" sldId="258"/>
            <ac:spMk id="25" creationId="{F08D334F-900F-4144-BACF-ACE2E828AD95}"/>
          </ac:spMkLst>
        </pc:spChg>
        <pc:picChg chg="add mod">
          <ac:chgData name="Marco Sanches" userId="301bf0f768bc15fc" providerId="LiveId" clId="{E371B47F-1891-49CB-8CC2-2F731423DB5E}" dt="2020-08-21T16:38:48.888" v="59" actId="1076"/>
          <ac:picMkLst>
            <pc:docMk/>
            <pc:sldMk cId="1622163198" sldId="258"/>
            <ac:picMk id="26" creationId="{755CA200-DC75-480F-85A1-1EE186F9CA7C}"/>
          </ac:picMkLst>
        </pc:picChg>
        <pc:picChg chg="add mod">
          <ac:chgData name="Marco Sanches" userId="301bf0f768bc15fc" providerId="LiveId" clId="{E371B47F-1891-49CB-8CC2-2F731423DB5E}" dt="2020-08-21T16:41:35.144" v="98" actId="688"/>
          <ac:picMkLst>
            <pc:docMk/>
            <pc:sldMk cId="1622163198" sldId="258"/>
            <ac:picMk id="28" creationId="{915C5870-E51D-4E2F-B932-CB7ABFC462DA}"/>
          </ac:picMkLst>
        </pc:picChg>
        <pc:picChg chg="add mod">
          <ac:chgData name="Marco Sanches" userId="301bf0f768bc15fc" providerId="LiveId" clId="{E371B47F-1891-49CB-8CC2-2F731423DB5E}" dt="2020-08-21T16:39:52.510" v="79" actId="688"/>
          <ac:picMkLst>
            <pc:docMk/>
            <pc:sldMk cId="1622163198" sldId="258"/>
            <ac:picMk id="29" creationId="{B795090B-1DF0-4858-89F9-1024B9BD0AB5}"/>
          </ac:picMkLst>
        </pc:picChg>
        <pc:picChg chg="add mod">
          <ac:chgData name="Marco Sanches" userId="301bf0f768bc15fc" providerId="LiveId" clId="{E371B47F-1891-49CB-8CC2-2F731423DB5E}" dt="2020-08-21T16:40:13.097" v="84" actId="196"/>
          <ac:picMkLst>
            <pc:docMk/>
            <pc:sldMk cId="1622163198" sldId="258"/>
            <ac:picMk id="30" creationId="{35E26C20-AA79-4575-A94D-DBC31C8FD9DD}"/>
          </ac:picMkLst>
        </pc:picChg>
        <pc:picChg chg="del">
          <ac:chgData name="Marco Sanches" userId="301bf0f768bc15fc" providerId="LiveId" clId="{E371B47F-1891-49CB-8CC2-2F731423DB5E}" dt="2020-08-21T16:36:04.952" v="17" actId="478"/>
          <ac:picMkLst>
            <pc:docMk/>
            <pc:sldMk cId="1622163198" sldId="258"/>
            <ac:picMk id="1026" creationId="{2E085811-0DF4-4434-9315-545FBE0F370F}"/>
          </ac:picMkLst>
        </pc:picChg>
      </pc:sldChg>
      <pc:sldChg chg="del">
        <pc:chgData name="Marco Sanches" userId="301bf0f768bc15fc" providerId="LiveId" clId="{E371B47F-1891-49CB-8CC2-2F731423DB5E}" dt="2020-08-21T16:42:19.669" v="110" actId="2696"/>
        <pc:sldMkLst>
          <pc:docMk/>
          <pc:sldMk cId="730759220" sldId="396"/>
        </pc:sldMkLst>
      </pc:sldChg>
      <pc:sldChg chg="delSp modSp del mod">
        <pc:chgData name="Marco Sanches" userId="301bf0f768bc15fc" providerId="LiveId" clId="{E371B47F-1891-49CB-8CC2-2F731423DB5E}" dt="2020-08-28T11:23:04.653" v="3059" actId="47"/>
        <pc:sldMkLst>
          <pc:docMk/>
          <pc:sldMk cId="407932995" sldId="397"/>
        </pc:sldMkLst>
        <pc:spChg chg="mod">
          <ac:chgData name="Marco Sanches" userId="301bf0f768bc15fc" providerId="LiveId" clId="{E371B47F-1891-49CB-8CC2-2F731423DB5E}" dt="2020-08-21T16:35:28.343" v="15" actId="948"/>
          <ac:spMkLst>
            <pc:docMk/>
            <pc:sldMk cId="407932995" sldId="397"/>
            <ac:spMk id="3" creationId="{3D61ECEE-4718-4222-81C6-2B68CC8792EC}"/>
          </ac:spMkLst>
        </pc:spChg>
        <pc:picChg chg="del">
          <ac:chgData name="Marco Sanches" userId="301bf0f768bc15fc" providerId="LiveId" clId="{E371B47F-1891-49CB-8CC2-2F731423DB5E}" dt="2020-08-21T16:42:29.498" v="111"/>
          <ac:picMkLst>
            <pc:docMk/>
            <pc:sldMk cId="407932995" sldId="397"/>
            <ac:picMk id="4" creationId="{37326372-7030-4700-A739-BCD8D3D1CAA3}"/>
          </ac:picMkLst>
        </pc:picChg>
      </pc:sldChg>
      <pc:sldChg chg="del">
        <pc:chgData name="Marco Sanches" userId="301bf0f768bc15fc" providerId="LiveId" clId="{E371B47F-1891-49CB-8CC2-2F731423DB5E}" dt="2020-08-22T17:42:39.682" v="2901" actId="47"/>
        <pc:sldMkLst>
          <pc:docMk/>
          <pc:sldMk cId="0" sldId="398"/>
        </pc:sldMkLst>
      </pc:sldChg>
      <pc:sldChg chg="addSp delSp modSp mod">
        <pc:chgData name="Marco Sanches" userId="301bf0f768bc15fc" providerId="LiveId" clId="{E371B47F-1891-49CB-8CC2-2F731423DB5E}" dt="2020-08-26T15:14:37.703" v="2913" actId="1076"/>
        <pc:sldMkLst>
          <pc:docMk/>
          <pc:sldMk cId="0" sldId="407"/>
        </pc:sldMkLst>
        <pc:spChg chg="add del mod">
          <ac:chgData name="Marco Sanches" userId="301bf0f768bc15fc" providerId="LiveId" clId="{E371B47F-1891-49CB-8CC2-2F731423DB5E}" dt="2020-08-22T17:36:32.158" v="2765" actId="478"/>
          <ac:spMkLst>
            <pc:docMk/>
            <pc:sldMk cId="0" sldId="407"/>
            <ac:spMk id="3" creationId="{7AE7EDC3-B434-4B7D-904D-A61F9748C8AA}"/>
          </ac:spMkLst>
        </pc:spChg>
        <pc:spChg chg="add mod">
          <ac:chgData name="Marco Sanches" userId="301bf0f768bc15fc" providerId="LiveId" clId="{E371B47F-1891-49CB-8CC2-2F731423DB5E}" dt="2020-08-22T17:36:25.607" v="2763" actId="20577"/>
          <ac:spMkLst>
            <pc:docMk/>
            <pc:sldMk cId="0" sldId="407"/>
            <ac:spMk id="9" creationId="{42F7F801-B8A5-489A-83E6-87EB523E8AC1}"/>
          </ac:spMkLst>
        </pc:spChg>
        <pc:spChg chg="del mod">
          <ac:chgData name="Marco Sanches" userId="301bf0f768bc15fc" providerId="LiveId" clId="{E371B47F-1891-49CB-8CC2-2F731423DB5E}" dt="2020-08-22T17:36:28.810" v="2764" actId="478"/>
          <ac:spMkLst>
            <pc:docMk/>
            <pc:sldMk cId="0" sldId="407"/>
            <ac:spMk id="43010" creationId="{488899CF-551E-45F7-897B-6F03E4CE236B}"/>
          </ac:spMkLst>
        </pc:spChg>
        <pc:graphicFrameChg chg="mod modGraphic">
          <ac:chgData name="Marco Sanches" userId="301bf0f768bc15fc" providerId="LiveId" clId="{E371B47F-1891-49CB-8CC2-2F731423DB5E}" dt="2020-08-22T17:38:07.042" v="2789" actId="1076"/>
          <ac:graphicFrameMkLst>
            <pc:docMk/>
            <pc:sldMk cId="0" sldId="407"/>
            <ac:graphicFrameMk id="7" creationId="{6D7CCB28-C64E-4928-9751-1C6BE533E0E4}"/>
          </ac:graphicFrameMkLst>
        </pc:graphicFrameChg>
        <pc:graphicFrameChg chg="mod modGraphic">
          <ac:chgData name="Marco Sanches" userId="301bf0f768bc15fc" providerId="LiveId" clId="{E371B47F-1891-49CB-8CC2-2F731423DB5E}" dt="2020-08-26T15:14:33.815" v="2912" actId="1076"/>
          <ac:graphicFrameMkLst>
            <pc:docMk/>
            <pc:sldMk cId="0" sldId="407"/>
            <ac:graphicFrameMk id="8" creationId="{8D39A8FC-B9EB-424B-BB4E-09E970FBC3DF}"/>
          </ac:graphicFrameMkLst>
        </pc:graphicFrameChg>
        <pc:picChg chg="mod">
          <ac:chgData name="Marco Sanches" userId="301bf0f768bc15fc" providerId="LiveId" clId="{E371B47F-1891-49CB-8CC2-2F731423DB5E}" dt="2020-08-26T15:14:27.185" v="2911" actId="1076"/>
          <ac:picMkLst>
            <pc:docMk/>
            <pc:sldMk cId="0" sldId="407"/>
            <ac:picMk id="43032" creationId="{C3812F94-1B5C-4961-BA3D-C9E9BAEDA60D}"/>
          </ac:picMkLst>
        </pc:picChg>
        <pc:picChg chg="mod">
          <ac:chgData name="Marco Sanches" userId="301bf0f768bc15fc" providerId="LiveId" clId="{E371B47F-1891-49CB-8CC2-2F731423DB5E}" dt="2020-08-26T15:14:37.703" v="2913" actId="1076"/>
          <ac:picMkLst>
            <pc:docMk/>
            <pc:sldMk cId="0" sldId="407"/>
            <ac:picMk id="43033" creationId="{7F2995B6-585F-4BDA-940B-D7746A6201AE}"/>
          </ac:picMkLst>
        </pc:picChg>
      </pc:sldChg>
      <pc:sldChg chg="addSp delSp modSp mod">
        <pc:chgData name="Marco Sanches" userId="301bf0f768bc15fc" providerId="LiveId" clId="{E371B47F-1891-49CB-8CC2-2F731423DB5E}" dt="2020-08-22T17:39:26.552" v="2831" actId="14100"/>
        <pc:sldMkLst>
          <pc:docMk/>
          <pc:sldMk cId="0" sldId="408"/>
        </pc:sldMkLst>
        <pc:spChg chg="add del mod">
          <ac:chgData name="Marco Sanches" userId="301bf0f768bc15fc" providerId="LiveId" clId="{E371B47F-1891-49CB-8CC2-2F731423DB5E}" dt="2020-08-22T17:38:56.531" v="2802" actId="478"/>
          <ac:spMkLst>
            <pc:docMk/>
            <pc:sldMk cId="0" sldId="408"/>
            <ac:spMk id="3" creationId="{AE1C0CB7-B33A-4367-9D6D-1C836F212310}"/>
          </ac:spMkLst>
        </pc:spChg>
        <pc:spChg chg="add mod">
          <ac:chgData name="Marco Sanches" userId="301bf0f768bc15fc" providerId="LiveId" clId="{E371B47F-1891-49CB-8CC2-2F731423DB5E}" dt="2020-08-22T17:39:16.611" v="2826" actId="20577"/>
          <ac:spMkLst>
            <pc:docMk/>
            <pc:sldMk cId="0" sldId="408"/>
            <ac:spMk id="4" creationId="{C646FA81-2AB8-43B5-BE9A-98807C39A208}"/>
          </ac:spMkLst>
        </pc:spChg>
        <pc:spChg chg="add del mod">
          <ac:chgData name="Marco Sanches" userId="301bf0f768bc15fc" providerId="LiveId" clId="{E371B47F-1891-49CB-8CC2-2F731423DB5E}" dt="2020-08-22T17:39:21.270" v="2828" actId="478"/>
          <ac:spMkLst>
            <pc:docMk/>
            <pc:sldMk cId="0" sldId="408"/>
            <ac:spMk id="6" creationId="{8D4DFBD3-4ED3-4CD4-8500-F9D6E2771D5E}"/>
          </ac:spMkLst>
        </pc:spChg>
        <pc:spChg chg="add del mod">
          <ac:chgData name="Marco Sanches" userId="301bf0f768bc15fc" providerId="LiveId" clId="{E371B47F-1891-49CB-8CC2-2F731423DB5E}" dt="2020-08-22T17:39:19.625" v="2827" actId="478"/>
          <ac:spMkLst>
            <pc:docMk/>
            <pc:sldMk cId="0" sldId="408"/>
            <ac:spMk id="44034" creationId="{B2B314B0-BD2A-4192-9A9D-0C4783C7BEEB}"/>
          </ac:spMkLst>
        </pc:spChg>
        <pc:picChg chg="mod">
          <ac:chgData name="Marco Sanches" userId="301bf0f768bc15fc" providerId="LiveId" clId="{E371B47F-1891-49CB-8CC2-2F731423DB5E}" dt="2020-08-22T17:39:26.552" v="2831" actId="14100"/>
          <ac:picMkLst>
            <pc:docMk/>
            <pc:sldMk cId="0" sldId="408"/>
            <ac:picMk id="44036" creationId="{1F43B4D3-8572-4BD8-916E-06B86C519261}"/>
          </ac:picMkLst>
        </pc:picChg>
      </pc:sldChg>
      <pc:sldChg chg="del">
        <pc:chgData name="Marco Sanches" userId="301bf0f768bc15fc" providerId="LiveId" clId="{E371B47F-1891-49CB-8CC2-2F731423DB5E}" dt="2020-08-21T16:43:46.875" v="133" actId="47"/>
        <pc:sldMkLst>
          <pc:docMk/>
          <pc:sldMk cId="887854594" sldId="456"/>
        </pc:sldMkLst>
      </pc:sldChg>
      <pc:sldChg chg="addSp delSp modSp mod">
        <pc:chgData name="Marco Sanches" userId="301bf0f768bc15fc" providerId="LiveId" clId="{E371B47F-1891-49CB-8CC2-2F731423DB5E}" dt="2020-08-26T15:14:03.102" v="2908" actId="1076"/>
        <pc:sldMkLst>
          <pc:docMk/>
          <pc:sldMk cId="0" sldId="460"/>
        </pc:sldMkLst>
        <pc:spChg chg="add">
          <ac:chgData name="Marco Sanches" userId="301bf0f768bc15fc" providerId="LiveId" clId="{E371B47F-1891-49CB-8CC2-2F731423DB5E}" dt="2020-08-22T17:40:39.388" v="2861" actId="22"/>
          <ac:spMkLst>
            <pc:docMk/>
            <pc:sldMk cId="0" sldId="460"/>
            <ac:spMk id="2" creationId="{31524646-F9E6-446F-93AD-18B1E0308E75}"/>
          </ac:spMkLst>
        </pc:spChg>
        <pc:spChg chg="del">
          <ac:chgData name="Marco Sanches" userId="301bf0f768bc15fc" providerId="LiveId" clId="{E371B47F-1891-49CB-8CC2-2F731423DB5E}" dt="2020-08-22T17:40:37.945" v="2860" actId="478"/>
          <ac:spMkLst>
            <pc:docMk/>
            <pc:sldMk cId="0" sldId="460"/>
            <ac:spMk id="7" creationId="{17FB20EB-8F52-428C-AE7D-D5A2FB0BB2DB}"/>
          </ac:spMkLst>
        </pc:spChg>
        <pc:picChg chg="mod">
          <ac:chgData name="Marco Sanches" userId="301bf0f768bc15fc" providerId="LiveId" clId="{E371B47F-1891-49CB-8CC2-2F731423DB5E}" dt="2020-08-26T15:14:03.102" v="2908" actId="1076"/>
          <ac:picMkLst>
            <pc:docMk/>
            <pc:sldMk cId="0" sldId="460"/>
            <ac:picMk id="46083" creationId="{7B4BC011-D977-4BD6-B77F-629E3428C9B5}"/>
          </ac:picMkLst>
        </pc:picChg>
      </pc:sldChg>
      <pc:sldChg chg="del">
        <pc:chgData name="Marco Sanches" userId="301bf0f768bc15fc" providerId="LiveId" clId="{E371B47F-1891-49CB-8CC2-2F731423DB5E}" dt="2020-08-21T16:43:43.736" v="132" actId="47"/>
        <pc:sldMkLst>
          <pc:docMk/>
          <pc:sldMk cId="1520984208" sldId="461"/>
        </pc:sldMkLst>
      </pc:sldChg>
      <pc:sldChg chg="del">
        <pc:chgData name="Marco Sanches" userId="301bf0f768bc15fc" providerId="LiveId" clId="{E371B47F-1891-49CB-8CC2-2F731423DB5E}" dt="2020-08-21T16:43:43.736" v="132" actId="47"/>
        <pc:sldMkLst>
          <pc:docMk/>
          <pc:sldMk cId="2948883427" sldId="462"/>
        </pc:sldMkLst>
      </pc:sldChg>
      <pc:sldChg chg="addSp delSp modSp mod modAnim">
        <pc:chgData name="Marco Sanches" userId="301bf0f768bc15fc" providerId="LiveId" clId="{E371B47F-1891-49CB-8CC2-2F731423DB5E}" dt="2020-08-21T17:10:19.367" v="697" actId="1076"/>
        <pc:sldMkLst>
          <pc:docMk/>
          <pc:sldMk cId="2460081098" sldId="463"/>
        </pc:sldMkLst>
        <pc:spChg chg="mod">
          <ac:chgData name="Marco Sanches" userId="301bf0f768bc15fc" providerId="LiveId" clId="{E371B47F-1891-49CB-8CC2-2F731423DB5E}" dt="2020-08-21T17:00:59.829" v="565" actId="20577"/>
          <ac:spMkLst>
            <pc:docMk/>
            <pc:sldMk cId="2460081098" sldId="463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1T17:00:10.608" v="517" actId="478"/>
          <ac:spMkLst>
            <pc:docMk/>
            <pc:sldMk cId="2460081098" sldId="463"/>
            <ac:spMk id="3" creationId="{EF194D70-F0C3-4DD2-9BD8-AD75D7CFCE8E}"/>
          </ac:spMkLst>
        </pc:spChg>
        <pc:spChg chg="del">
          <ac:chgData name="Marco Sanches" userId="301bf0f768bc15fc" providerId="LiveId" clId="{E371B47F-1891-49CB-8CC2-2F731423DB5E}" dt="2020-08-21T17:00:16.917" v="520" actId="478"/>
          <ac:spMkLst>
            <pc:docMk/>
            <pc:sldMk cId="2460081098" sldId="463"/>
            <ac:spMk id="5" creationId="{72A716D1-35A0-4609-A683-5B141CB7E370}"/>
          </ac:spMkLst>
        </pc:spChg>
        <pc:spChg chg="add del mod">
          <ac:chgData name="Marco Sanches" userId="301bf0f768bc15fc" providerId="LiveId" clId="{E371B47F-1891-49CB-8CC2-2F731423DB5E}" dt="2020-08-21T17:09:04.326" v="675" actId="478"/>
          <ac:spMkLst>
            <pc:docMk/>
            <pc:sldMk cId="2460081098" sldId="463"/>
            <ac:spMk id="8" creationId="{71CE52CD-3203-4B23-93C4-03DDE60FB140}"/>
          </ac:spMkLst>
        </pc:spChg>
        <pc:spChg chg="add mod">
          <ac:chgData name="Marco Sanches" userId="301bf0f768bc15fc" providerId="LiveId" clId="{E371B47F-1891-49CB-8CC2-2F731423DB5E}" dt="2020-08-21T17:10:19.367" v="697" actId="1076"/>
          <ac:spMkLst>
            <pc:docMk/>
            <pc:sldMk cId="2460081098" sldId="463"/>
            <ac:spMk id="13" creationId="{B23794F6-1AD7-40F4-A53F-78BA6ACB178E}"/>
          </ac:spMkLst>
        </pc:spChg>
        <pc:spChg chg="del mod">
          <ac:chgData name="Marco Sanches" userId="301bf0f768bc15fc" providerId="LiveId" clId="{E371B47F-1891-49CB-8CC2-2F731423DB5E}" dt="2020-08-21T17:09:03.004" v="674" actId="478"/>
          <ac:spMkLst>
            <pc:docMk/>
            <pc:sldMk cId="2460081098" sldId="463"/>
            <ac:spMk id="14" creationId="{94D40685-4B25-4357-B761-399D152A3FFF}"/>
          </ac:spMkLst>
        </pc:spChg>
        <pc:spChg chg="del">
          <ac:chgData name="Marco Sanches" userId="301bf0f768bc15fc" providerId="LiveId" clId="{E371B47F-1891-49CB-8CC2-2F731423DB5E}" dt="2020-08-21T17:00:11.459" v="518" actId="478"/>
          <ac:spMkLst>
            <pc:docMk/>
            <pc:sldMk cId="2460081098" sldId="463"/>
            <ac:spMk id="16" creationId="{B7D9F47B-3F47-4476-99BB-54DE00A5DBD9}"/>
          </ac:spMkLst>
        </pc:spChg>
        <pc:picChg chg="add del mod">
          <ac:chgData name="Marco Sanches" userId="301bf0f768bc15fc" providerId="LiveId" clId="{E371B47F-1891-49CB-8CC2-2F731423DB5E}" dt="2020-08-21T17:09:05.098" v="676" actId="478"/>
          <ac:picMkLst>
            <pc:docMk/>
            <pc:sldMk cId="2460081098" sldId="463"/>
            <ac:picMk id="6" creationId="{6F7D7B70-BF4D-4C64-9F48-6ED3963ACB91}"/>
          </ac:picMkLst>
        </pc:picChg>
        <pc:picChg chg="add mod">
          <ac:chgData name="Marco Sanches" userId="301bf0f768bc15fc" providerId="LiveId" clId="{E371B47F-1891-49CB-8CC2-2F731423DB5E}" dt="2020-08-21T17:10:16.927" v="696" actId="1076"/>
          <ac:picMkLst>
            <pc:docMk/>
            <pc:sldMk cId="2460081098" sldId="463"/>
            <ac:picMk id="7" creationId="{0A2C935E-417B-47FE-80D0-4089C341BF43}"/>
          </ac:picMkLst>
        </pc:picChg>
        <pc:picChg chg="add mod">
          <ac:chgData name="Marco Sanches" userId="301bf0f768bc15fc" providerId="LiveId" clId="{E371B47F-1891-49CB-8CC2-2F731423DB5E}" dt="2020-08-21T17:09:39.860" v="687" actId="1076"/>
          <ac:picMkLst>
            <pc:docMk/>
            <pc:sldMk cId="2460081098" sldId="463"/>
            <ac:picMk id="10" creationId="{C07724AC-7A71-44B1-A47C-EF5A521128D9}"/>
          </ac:picMkLst>
        </pc:picChg>
        <pc:picChg chg="add del mod">
          <ac:chgData name="Marco Sanches" userId="301bf0f768bc15fc" providerId="LiveId" clId="{E371B47F-1891-49CB-8CC2-2F731423DB5E}" dt="2020-08-21T17:09:05.870" v="677" actId="478"/>
          <ac:picMkLst>
            <pc:docMk/>
            <pc:sldMk cId="2460081098" sldId="463"/>
            <ac:picMk id="11" creationId="{3F62D3C4-3FAB-4E12-AF26-18C47D7F2BAF}"/>
          </ac:picMkLst>
        </pc:picChg>
      </pc:sldChg>
      <pc:sldChg chg="addSp delSp modSp mod">
        <pc:chgData name="Marco Sanches" userId="301bf0f768bc15fc" providerId="LiveId" clId="{E371B47F-1891-49CB-8CC2-2F731423DB5E}" dt="2020-08-28T11:13:38.652" v="2997" actId="1076"/>
        <pc:sldMkLst>
          <pc:docMk/>
          <pc:sldMk cId="4234405321" sldId="464"/>
        </pc:sldMkLst>
        <pc:spChg chg="mod">
          <ac:chgData name="Marco Sanches" userId="301bf0f768bc15fc" providerId="LiveId" clId="{E371B47F-1891-49CB-8CC2-2F731423DB5E}" dt="2020-08-21T17:03:17.398" v="601" actId="20577"/>
          <ac:spMkLst>
            <pc:docMk/>
            <pc:sldMk cId="4234405321" sldId="464"/>
            <ac:spMk id="2" creationId="{414298B5-57DB-48CF-898B-E1CDF856070D}"/>
          </ac:spMkLst>
        </pc:spChg>
        <pc:spChg chg="mod">
          <ac:chgData name="Marco Sanches" userId="301bf0f768bc15fc" providerId="LiveId" clId="{E371B47F-1891-49CB-8CC2-2F731423DB5E}" dt="2020-08-21T17:07:37.949" v="671" actId="1076"/>
          <ac:spMkLst>
            <pc:docMk/>
            <pc:sldMk cId="4234405321" sldId="464"/>
            <ac:spMk id="4" creationId="{82556AB7-8141-459E-85F1-4688F5017C28}"/>
          </ac:spMkLst>
        </pc:spChg>
        <pc:graphicFrameChg chg="add mod modGraphic">
          <ac:chgData name="Marco Sanches" userId="301bf0f768bc15fc" providerId="LiveId" clId="{E371B47F-1891-49CB-8CC2-2F731423DB5E}" dt="2020-08-28T11:13:38.652" v="2997" actId="1076"/>
          <ac:graphicFrameMkLst>
            <pc:docMk/>
            <pc:sldMk cId="4234405321" sldId="464"/>
            <ac:graphicFrameMk id="3" creationId="{152A5DED-F775-4598-B062-8056F8EE921C}"/>
          </ac:graphicFrameMkLst>
        </pc:graphicFrameChg>
        <pc:picChg chg="add mod">
          <ac:chgData name="Marco Sanches" userId="301bf0f768bc15fc" providerId="LiveId" clId="{E371B47F-1891-49CB-8CC2-2F731423DB5E}" dt="2020-08-21T17:07:14.395" v="669" actId="1076"/>
          <ac:picMkLst>
            <pc:docMk/>
            <pc:sldMk cId="4234405321" sldId="464"/>
            <ac:picMk id="7" creationId="{7C50BA19-200A-47C6-830B-3D2E4B5E94E9}"/>
          </ac:picMkLst>
        </pc:picChg>
        <pc:picChg chg="del">
          <ac:chgData name="Marco Sanches" userId="301bf0f768bc15fc" providerId="LiveId" clId="{E371B47F-1891-49CB-8CC2-2F731423DB5E}" dt="2020-08-21T17:04:03.956" v="641" actId="478"/>
          <ac:picMkLst>
            <pc:docMk/>
            <pc:sldMk cId="4234405321" sldId="464"/>
            <ac:picMk id="3074" creationId="{E7C38B69-C75F-42DB-88C5-BDC28957018B}"/>
          </ac:picMkLst>
        </pc:picChg>
      </pc:sldChg>
      <pc:sldChg chg="del">
        <pc:chgData name="Marco Sanches" userId="301bf0f768bc15fc" providerId="LiveId" clId="{E371B47F-1891-49CB-8CC2-2F731423DB5E}" dt="2020-08-21T16:44:19.463" v="143" actId="47"/>
        <pc:sldMkLst>
          <pc:docMk/>
          <pc:sldMk cId="859420527" sldId="465"/>
        </pc:sldMkLst>
      </pc:sldChg>
      <pc:sldChg chg="del">
        <pc:chgData name="Marco Sanches" userId="301bf0f768bc15fc" providerId="LiveId" clId="{E371B47F-1891-49CB-8CC2-2F731423DB5E}" dt="2020-08-21T16:43:47.262" v="134" actId="47"/>
        <pc:sldMkLst>
          <pc:docMk/>
          <pc:sldMk cId="1858832267" sldId="466"/>
        </pc:sldMkLst>
      </pc:sldChg>
      <pc:sldChg chg="del">
        <pc:chgData name="Marco Sanches" userId="301bf0f768bc15fc" providerId="LiveId" clId="{E371B47F-1891-49CB-8CC2-2F731423DB5E}" dt="2020-08-21T16:43:47.598" v="135" actId="47"/>
        <pc:sldMkLst>
          <pc:docMk/>
          <pc:sldMk cId="126828081" sldId="467"/>
        </pc:sldMkLst>
      </pc:sldChg>
      <pc:sldChg chg="del">
        <pc:chgData name="Marco Sanches" userId="301bf0f768bc15fc" providerId="LiveId" clId="{E371B47F-1891-49CB-8CC2-2F731423DB5E}" dt="2020-08-21T16:43:48.743" v="136" actId="47"/>
        <pc:sldMkLst>
          <pc:docMk/>
          <pc:sldMk cId="3355683838" sldId="468"/>
        </pc:sldMkLst>
      </pc:sldChg>
      <pc:sldChg chg="del">
        <pc:chgData name="Marco Sanches" userId="301bf0f768bc15fc" providerId="LiveId" clId="{E371B47F-1891-49CB-8CC2-2F731423DB5E}" dt="2020-08-21T16:43:49.850" v="137" actId="47"/>
        <pc:sldMkLst>
          <pc:docMk/>
          <pc:sldMk cId="401545026" sldId="469"/>
        </pc:sldMkLst>
      </pc:sldChg>
      <pc:sldChg chg="addSp delSp modSp mod">
        <pc:chgData name="Marco Sanches" userId="301bf0f768bc15fc" providerId="LiveId" clId="{E371B47F-1891-49CB-8CC2-2F731423DB5E}" dt="2020-08-22T17:43:09.456" v="2903" actId="20577"/>
        <pc:sldMkLst>
          <pc:docMk/>
          <pc:sldMk cId="0" sldId="470"/>
        </pc:sldMkLst>
        <pc:spChg chg="add del mod">
          <ac:chgData name="Marco Sanches" userId="301bf0f768bc15fc" providerId="LiveId" clId="{E371B47F-1891-49CB-8CC2-2F731423DB5E}" dt="2020-08-22T17:39:33.985" v="2833" actId="478"/>
          <ac:spMkLst>
            <pc:docMk/>
            <pc:sldMk cId="0" sldId="470"/>
            <ac:spMk id="3" creationId="{BD62E793-F2D1-47AD-A602-44919B84FE54}"/>
          </ac:spMkLst>
        </pc:spChg>
        <pc:spChg chg="add mod">
          <ac:chgData name="Marco Sanches" userId="301bf0f768bc15fc" providerId="LiveId" clId="{E371B47F-1891-49CB-8CC2-2F731423DB5E}" dt="2020-08-22T17:39:42.766" v="2847" actId="20577"/>
          <ac:spMkLst>
            <pc:docMk/>
            <pc:sldMk cId="0" sldId="470"/>
            <ac:spMk id="4" creationId="{971A6358-A150-461B-BA14-A1E6535956D0}"/>
          </ac:spMkLst>
        </pc:spChg>
        <pc:spChg chg="del">
          <ac:chgData name="Marco Sanches" userId="301bf0f768bc15fc" providerId="LiveId" clId="{E371B47F-1891-49CB-8CC2-2F731423DB5E}" dt="2020-08-22T17:39:31.059" v="2832" actId="478"/>
          <ac:spMkLst>
            <pc:docMk/>
            <pc:sldMk cId="0" sldId="470"/>
            <ac:spMk id="45058" creationId="{BDEFFDBF-D2A5-4F44-A057-13920AB1DDAD}"/>
          </ac:spMkLst>
        </pc:spChg>
        <pc:spChg chg="mod">
          <ac:chgData name="Marco Sanches" userId="301bf0f768bc15fc" providerId="LiveId" clId="{E371B47F-1891-49CB-8CC2-2F731423DB5E}" dt="2020-08-22T17:43:09.456" v="2903" actId="20577"/>
          <ac:spMkLst>
            <pc:docMk/>
            <pc:sldMk cId="0" sldId="470"/>
            <ac:spMk id="45070" creationId="{0FC5A6A4-E631-4EB3-940D-1328E0E4BBE1}"/>
          </ac:spMkLst>
        </pc:spChg>
        <pc:graphicFrameChg chg="mod modGraphic">
          <ac:chgData name="Marco Sanches" userId="301bf0f768bc15fc" providerId="LiveId" clId="{E371B47F-1891-49CB-8CC2-2F731423DB5E}" dt="2020-08-22T17:40:12.858" v="2856" actId="14100"/>
          <ac:graphicFrameMkLst>
            <pc:docMk/>
            <pc:sldMk cId="0" sldId="470"/>
            <ac:graphicFrameMk id="8" creationId="{17C63844-DA85-4A00-8601-FFC8468106DF}"/>
          </ac:graphicFrameMkLst>
        </pc:graphicFrameChg>
      </pc:sldChg>
      <pc:sldChg chg="del">
        <pc:chgData name="Marco Sanches" userId="301bf0f768bc15fc" providerId="LiveId" clId="{E371B47F-1891-49CB-8CC2-2F731423DB5E}" dt="2020-08-21T16:43:50.690" v="138" actId="47"/>
        <pc:sldMkLst>
          <pc:docMk/>
          <pc:sldMk cId="1748727675" sldId="470"/>
        </pc:sldMkLst>
      </pc:sldChg>
      <pc:sldChg chg="del">
        <pc:chgData name="Marco Sanches" userId="301bf0f768bc15fc" providerId="LiveId" clId="{E371B47F-1891-49CB-8CC2-2F731423DB5E}" dt="2020-08-21T16:43:51.384" v="139" actId="47"/>
        <pc:sldMkLst>
          <pc:docMk/>
          <pc:sldMk cId="3891695666" sldId="471"/>
        </pc:sldMkLst>
      </pc:sldChg>
      <pc:sldChg chg="del">
        <pc:chgData name="Marco Sanches" userId="301bf0f768bc15fc" providerId="LiveId" clId="{E371B47F-1891-49CB-8CC2-2F731423DB5E}" dt="2020-08-21T16:44:00.305" v="140" actId="47"/>
        <pc:sldMkLst>
          <pc:docMk/>
          <pc:sldMk cId="922861715" sldId="472"/>
        </pc:sldMkLst>
      </pc:sldChg>
      <pc:sldChg chg="del">
        <pc:chgData name="Marco Sanches" userId="301bf0f768bc15fc" providerId="LiveId" clId="{E371B47F-1891-49CB-8CC2-2F731423DB5E}" dt="2020-08-21T16:44:18.026" v="142" actId="47"/>
        <pc:sldMkLst>
          <pc:docMk/>
          <pc:sldMk cId="1725870178" sldId="473"/>
        </pc:sldMkLst>
      </pc:sldChg>
      <pc:sldChg chg="modSp mod ord">
        <pc:chgData name="Marco Sanches" userId="301bf0f768bc15fc" providerId="LiveId" clId="{E371B47F-1891-49CB-8CC2-2F731423DB5E}" dt="2020-08-21T16:44:55.298" v="176" actId="20577"/>
        <pc:sldMkLst>
          <pc:docMk/>
          <pc:sldMk cId="2312632231" sldId="474"/>
        </pc:sldMkLst>
        <pc:spChg chg="mod">
          <ac:chgData name="Marco Sanches" userId="301bf0f768bc15fc" providerId="LiveId" clId="{E371B47F-1891-49CB-8CC2-2F731423DB5E}" dt="2020-08-21T16:44:55.298" v="176" actId="20577"/>
          <ac:spMkLst>
            <pc:docMk/>
            <pc:sldMk cId="2312632231" sldId="474"/>
            <ac:spMk id="2" creationId="{414298B5-57DB-48CF-898B-E1CDF856070D}"/>
          </ac:spMkLst>
        </pc:spChg>
        <pc:spChg chg="mod">
          <ac:chgData name="Marco Sanches" userId="301bf0f768bc15fc" providerId="LiveId" clId="{E371B47F-1891-49CB-8CC2-2F731423DB5E}" dt="2020-08-21T16:44:12.043" v="141" actId="20577"/>
          <ac:spMkLst>
            <pc:docMk/>
            <pc:sldMk cId="2312632231" sldId="474"/>
            <ac:spMk id="3" creationId="{B0C175D6-D093-4F54-A8E5-EFE871D99F55}"/>
          </ac:spMkLst>
        </pc:spChg>
      </pc:sldChg>
      <pc:sldChg chg="modSp mod ord">
        <pc:chgData name="Marco Sanches" userId="301bf0f768bc15fc" providerId="LiveId" clId="{E371B47F-1891-49CB-8CC2-2F731423DB5E}" dt="2020-08-21T16:45:22.327" v="203" actId="20577"/>
        <pc:sldMkLst>
          <pc:docMk/>
          <pc:sldMk cId="118439225" sldId="475"/>
        </pc:sldMkLst>
        <pc:spChg chg="mod">
          <ac:chgData name="Marco Sanches" userId="301bf0f768bc15fc" providerId="LiveId" clId="{E371B47F-1891-49CB-8CC2-2F731423DB5E}" dt="2020-08-21T16:45:22.327" v="203" actId="20577"/>
          <ac:spMkLst>
            <pc:docMk/>
            <pc:sldMk cId="118439225" sldId="475"/>
            <ac:spMk id="2" creationId="{414298B5-57DB-48CF-898B-E1CDF856070D}"/>
          </ac:spMkLst>
        </pc:spChg>
      </pc:sldChg>
      <pc:sldChg chg="addSp delSp modSp mod">
        <pc:chgData name="Marco Sanches" userId="301bf0f768bc15fc" providerId="LiveId" clId="{E371B47F-1891-49CB-8CC2-2F731423DB5E}" dt="2020-08-28T11:19:08.032" v="3028" actId="1076"/>
        <pc:sldMkLst>
          <pc:docMk/>
          <pc:sldMk cId="812971124" sldId="476"/>
        </pc:sldMkLst>
        <pc:spChg chg="mod">
          <ac:chgData name="Marco Sanches" userId="301bf0f768bc15fc" providerId="LiveId" clId="{E371B47F-1891-49CB-8CC2-2F731423DB5E}" dt="2020-08-21T17:36:32.821" v="1177"/>
          <ac:spMkLst>
            <pc:docMk/>
            <pc:sldMk cId="812971124" sldId="476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8T11:19:08.032" v="3028" actId="1076"/>
          <ac:spMkLst>
            <pc:docMk/>
            <pc:sldMk cId="812971124" sldId="476"/>
            <ac:spMk id="7" creationId="{B96573AC-3086-4BF2-A615-921AB18903EB}"/>
          </ac:spMkLst>
        </pc:spChg>
        <pc:spChg chg="del">
          <ac:chgData name="Marco Sanches" userId="301bf0f768bc15fc" providerId="LiveId" clId="{E371B47F-1891-49CB-8CC2-2F731423DB5E}" dt="2020-08-21T17:36:35.808" v="1180" actId="478"/>
          <ac:spMkLst>
            <pc:docMk/>
            <pc:sldMk cId="812971124" sldId="476"/>
            <ac:spMk id="12" creationId="{F79FA3F3-D8BB-4DAD-9A53-707A7671076C}"/>
          </ac:spMkLst>
        </pc:spChg>
        <pc:spChg chg="add mod">
          <ac:chgData name="Marco Sanches" userId="301bf0f768bc15fc" providerId="LiveId" clId="{E371B47F-1891-49CB-8CC2-2F731423DB5E}" dt="2020-08-28T11:19:01.029" v="3027" actId="14100"/>
          <ac:spMkLst>
            <pc:docMk/>
            <pc:sldMk cId="812971124" sldId="476"/>
            <ac:spMk id="17" creationId="{ADF94795-EDED-48E2-8EBB-22625A94FC89}"/>
          </ac:spMkLst>
        </pc:spChg>
        <pc:spChg chg="add mod">
          <ac:chgData name="Marco Sanches" userId="301bf0f768bc15fc" providerId="LiveId" clId="{E371B47F-1891-49CB-8CC2-2F731423DB5E}" dt="2020-08-28T01:34:31.764" v="2924" actId="14100"/>
          <ac:spMkLst>
            <pc:docMk/>
            <pc:sldMk cId="812971124" sldId="476"/>
            <ac:spMk id="21" creationId="{F20D4566-26F4-4C3A-8858-6BBE859B21A4}"/>
          </ac:spMkLst>
        </pc:spChg>
        <pc:spChg chg="del">
          <ac:chgData name="Marco Sanches" userId="301bf0f768bc15fc" providerId="LiveId" clId="{E371B47F-1891-49CB-8CC2-2F731423DB5E}" dt="2020-08-21T17:36:35.245" v="1179" actId="478"/>
          <ac:spMkLst>
            <pc:docMk/>
            <pc:sldMk cId="812971124" sldId="476"/>
            <ac:spMk id="23" creationId="{55E8464C-E0F7-4B04-81F1-BCF1FE454302}"/>
          </ac:spMkLst>
        </pc:spChg>
        <pc:spChg chg="add del">
          <ac:chgData name="Marco Sanches" userId="301bf0f768bc15fc" providerId="LiveId" clId="{E371B47F-1891-49CB-8CC2-2F731423DB5E}" dt="2020-08-22T12:57:52.140" v="1291" actId="21"/>
          <ac:spMkLst>
            <pc:docMk/>
            <pc:sldMk cId="812971124" sldId="476"/>
            <ac:spMk id="24" creationId="{8D835567-32F0-4A9D-9BFC-8D529CBA5D01}"/>
          </ac:spMkLst>
        </pc:spChg>
        <pc:spChg chg="del">
          <ac:chgData name="Marco Sanches" userId="301bf0f768bc15fc" providerId="LiveId" clId="{E371B47F-1891-49CB-8CC2-2F731423DB5E}" dt="2020-08-21T17:36:37.395" v="1182" actId="478"/>
          <ac:spMkLst>
            <pc:docMk/>
            <pc:sldMk cId="812971124" sldId="476"/>
            <ac:spMk id="27" creationId="{186BF09D-41A9-45DE-85A0-A0FEFBA78FAE}"/>
          </ac:spMkLst>
        </pc:spChg>
        <pc:spChg chg="del">
          <ac:chgData name="Marco Sanches" userId="301bf0f768bc15fc" providerId="LiveId" clId="{E371B47F-1891-49CB-8CC2-2F731423DB5E}" dt="2020-08-21T17:36:40.117" v="1185" actId="478"/>
          <ac:spMkLst>
            <pc:docMk/>
            <pc:sldMk cId="812971124" sldId="476"/>
            <ac:spMk id="28" creationId="{9FE3BD50-6164-43A4-8A4B-FA928A223A58}"/>
          </ac:spMkLst>
        </pc:spChg>
        <pc:grpChg chg="del">
          <ac:chgData name="Marco Sanches" userId="301bf0f768bc15fc" providerId="LiveId" clId="{E371B47F-1891-49CB-8CC2-2F731423DB5E}" dt="2020-08-21T17:36:41.061" v="1186" actId="478"/>
          <ac:grpSpMkLst>
            <pc:docMk/>
            <pc:sldMk cId="812971124" sldId="476"/>
            <ac:grpSpMk id="30" creationId="{DBF93649-EDB3-4C99-B7D7-24DBB58E2A6F}"/>
          </ac:grpSpMkLst>
        </pc:grpChg>
        <pc:graphicFrameChg chg="del">
          <ac:chgData name="Marco Sanches" userId="301bf0f768bc15fc" providerId="LiveId" clId="{E371B47F-1891-49CB-8CC2-2F731423DB5E}" dt="2020-08-21T17:36:38.359" v="1183" actId="478"/>
          <ac:graphicFrameMkLst>
            <pc:docMk/>
            <pc:sldMk cId="812971124" sldId="476"/>
            <ac:graphicFrameMk id="16" creationId="{D4CBF19F-8AAB-4510-A978-23EBB1DB81E8}"/>
          </ac:graphicFrameMkLst>
        </pc:graphicFrameChg>
        <pc:picChg chg="del">
          <ac:chgData name="Marco Sanches" userId="301bf0f768bc15fc" providerId="LiveId" clId="{E371B47F-1891-49CB-8CC2-2F731423DB5E}" dt="2020-08-21T17:36:34.112" v="1178" actId="478"/>
          <ac:picMkLst>
            <pc:docMk/>
            <pc:sldMk cId="812971124" sldId="476"/>
            <ac:picMk id="4" creationId="{43DF987C-1E30-4860-AD16-7D0C41DC8125}"/>
          </ac:picMkLst>
        </pc:picChg>
        <pc:picChg chg="del">
          <ac:chgData name="Marco Sanches" userId="301bf0f768bc15fc" providerId="LiveId" clId="{E371B47F-1891-49CB-8CC2-2F731423DB5E}" dt="2020-08-21T17:36:36.528" v="1181" actId="478"/>
          <ac:picMkLst>
            <pc:docMk/>
            <pc:sldMk cId="812971124" sldId="476"/>
            <ac:picMk id="5" creationId="{11C8069A-432C-46C0-AEE6-8301206CBB27}"/>
          </ac:picMkLst>
        </pc:picChg>
        <pc:picChg chg="add del">
          <ac:chgData name="Marco Sanches" userId="301bf0f768bc15fc" providerId="LiveId" clId="{E371B47F-1891-49CB-8CC2-2F731423DB5E}" dt="2020-08-28T11:18:45.635" v="3022" actId="478"/>
          <ac:picMkLst>
            <pc:docMk/>
            <pc:sldMk cId="812971124" sldId="476"/>
            <ac:picMk id="6" creationId="{72B03B59-9C38-40CB-B46C-10F789284648}"/>
          </ac:picMkLst>
        </pc:picChg>
        <pc:picChg chg="del">
          <ac:chgData name="Marco Sanches" userId="301bf0f768bc15fc" providerId="LiveId" clId="{E371B47F-1891-49CB-8CC2-2F731423DB5E}" dt="2020-08-21T17:36:39.470" v="1184" actId="478"/>
          <ac:picMkLst>
            <pc:docMk/>
            <pc:sldMk cId="812971124" sldId="476"/>
            <ac:picMk id="7" creationId="{0A1F6A6C-5F9F-4C5D-A67D-E4E9DC8B9050}"/>
          </ac:picMkLst>
        </pc:picChg>
        <pc:picChg chg="add mod">
          <ac:chgData name="Marco Sanches" userId="301bf0f768bc15fc" providerId="LiveId" clId="{E371B47F-1891-49CB-8CC2-2F731423DB5E}" dt="2020-08-28T11:18:52.652" v="3026" actId="1076"/>
          <ac:picMkLst>
            <pc:docMk/>
            <pc:sldMk cId="812971124" sldId="476"/>
            <ac:picMk id="1026" creationId="{FC21D20A-42B7-4448-8F7A-4FA77F379F42}"/>
          </ac:picMkLst>
        </pc:picChg>
      </pc:sldChg>
      <pc:sldChg chg="addSp delSp modSp mod">
        <pc:chgData name="Marco Sanches" userId="301bf0f768bc15fc" providerId="LiveId" clId="{E371B47F-1891-49CB-8CC2-2F731423DB5E}" dt="2020-08-22T15:31:38.973" v="2284" actId="22"/>
        <pc:sldMkLst>
          <pc:docMk/>
          <pc:sldMk cId="621818439" sldId="477"/>
        </pc:sldMkLst>
        <pc:spChg chg="mod">
          <ac:chgData name="Marco Sanches" userId="301bf0f768bc15fc" providerId="LiveId" clId="{E371B47F-1891-49CB-8CC2-2F731423DB5E}" dt="2020-08-22T13:12:57.258" v="1401"/>
          <ac:spMkLst>
            <pc:docMk/>
            <pc:sldMk cId="621818439" sldId="477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2T13:13:02.702" v="1404" actId="478"/>
          <ac:spMkLst>
            <pc:docMk/>
            <pc:sldMk cId="621818439" sldId="477"/>
            <ac:spMk id="3" creationId="{950769E3-D593-49A9-B22E-110550AD2D19}"/>
          </ac:spMkLst>
        </pc:spChg>
        <pc:spChg chg="del">
          <ac:chgData name="Marco Sanches" userId="301bf0f768bc15fc" providerId="LiveId" clId="{E371B47F-1891-49CB-8CC2-2F731423DB5E}" dt="2020-08-22T13:13:02.191" v="1403" actId="478"/>
          <ac:spMkLst>
            <pc:docMk/>
            <pc:sldMk cId="621818439" sldId="477"/>
            <ac:spMk id="6" creationId="{981ADB85-E5C9-456F-8106-ABBCC5E4291A}"/>
          </ac:spMkLst>
        </pc:spChg>
        <pc:spChg chg="add mod">
          <ac:chgData name="Marco Sanches" userId="301bf0f768bc15fc" providerId="LiveId" clId="{E371B47F-1891-49CB-8CC2-2F731423DB5E}" dt="2020-08-22T13:27:27.042" v="1496" actId="1036"/>
          <ac:spMkLst>
            <pc:docMk/>
            <pc:sldMk cId="621818439" sldId="477"/>
            <ac:spMk id="12" creationId="{4A84895A-C0A7-4602-B1C5-FA2FAB88CC57}"/>
          </ac:spMkLst>
        </pc:spChg>
        <pc:spChg chg="add mod ord">
          <ac:chgData name="Marco Sanches" userId="301bf0f768bc15fc" providerId="LiveId" clId="{E371B47F-1891-49CB-8CC2-2F731423DB5E}" dt="2020-08-22T13:44:30.019" v="1720" actId="179"/>
          <ac:spMkLst>
            <pc:docMk/>
            <pc:sldMk cId="621818439" sldId="477"/>
            <ac:spMk id="14" creationId="{0900E74A-64AA-4185-B52C-0F2BDDA13D64}"/>
          </ac:spMkLst>
        </pc:spChg>
        <pc:spChg chg="del">
          <ac:chgData name="Marco Sanches" userId="301bf0f768bc15fc" providerId="LiveId" clId="{E371B47F-1891-49CB-8CC2-2F731423DB5E}" dt="2020-08-22T13:13:04.750" v="1406" actId="478"/>
          <ac:spMkLst>
            <pc:docMk/>
            <pc:sldMk cId="621818439" sldId="477"/>
            <ac:spMk id="18" creationId="{8AA6E2F3-9BC8-4BCB-89E2-4A9FEE310388}"/>
          </ac:spMkLst>
        </pc:spChg>
        <pc:grpChg chg="del">
          <ac:chgData name="Marco Sanches" userId="301bf0f768bc15fc" providerId="LiveId" clId="{E371B47F-1891-49CB-8CC2-2F731423DB5E}" dt="2020-08-22T13:13:03.651" v="1405" actId="478"/>
          <ac:grpSpMkLst>
            <pc:docMk/>
            <pc:sldMk cId="621818439" sldId="477"/>
            <ac:grpSpMk id="13" creationId="{A7C9C7F6-E93D-45A1-B33E-77A735BFA973}"/>
          </ac:grpSpMkLst>
        </pc:grpChg>
        <pc:graphicFrameChg chg="del">
          <ac:chgData name="Marco Sanches" userId="301bf0f768bc15fc" providerId="LiveId" clId="{E371B47F-1891-49CB-8CC2-2F731423DB5E}" dt="2020-08-22T13:13:01.044" v="1402" actId="478"/>
          <ac:graphicFrameMkLst>
            <pc:docMk/>
            <pc:sldMk cId="621818439" sldId="477"/>
            <ac:graphicFrameMk id="16" creationId="{D4CBF19F-8AAB-4510-A978-23EBB1DB81E8}"/>
          </ac:graphicFrameMkLst>
        </pc:graphicFrameChg>
        <pc:picChg chg="add del mod">
          <ac:chgData name="Marco Sanches" userId="301bf0f768bc15fc" providerId="LiveId" clId="{E371B47F-1891-49CB-8CC2-2F731423DB5E}" dt="2020-08-22T13:21:04.006" v="1436" actId="478"/>
          <ac:picMkLst>
            <pc:docMk/>
            <pc:sldMk cId="621818439" sldId="477"/>
            <ac:picMk id="5" creationId="{00F6DFDA-328C-4102-BE42-3FA0F236B2AD}"/>
          </ac:picMkLst>
        </pc:picChg>
        <pc:picChg chg="add del mod">
          <ac:chgData name="Marco Sanches" userId="301bf0f768bc15fc" providerId="LiveId" clId="{E371B47F-1891-49CB-8CC2-2F731423DB5E}" dt="2020-08-22T13:16:26.199" v="1421" actId="478"/>
          <ac:picMkLst>
            <pc:docMk/>
            <pc:sldMk cId="621818439" sldId="477"/>
            <ac:picMk id="7" creationId="{101B0ED2-1A2C-4B41-9E19-FAF9C52E8E71}"/>
          </ac:picMkLst>
        </pc:picChg>
        <pc:picChg chg="add del">
          <ac:chgData name="Marco Sanches" userId="301bf0f768bc15fc" providerId="LiveId" clId="{E371B47F-1891-49CB-8CC2-2F731423DB5E}" dt="2020-08-22T13:14:27.231" v="1417" actId="478"/>
          <ac:picMkLst>
            <pc:docMk/>
            <pc:sldMk cId="621818439" sldId="477"/>
            <ac:picMk id="21" creationId="{408B00BC-E9C0-4A8A-9306-1E9E46CB2593}"/>
          </ac:picMkLst>
        </pc:picChg>
        <pc:picChg chg="add del mod">
          <ac:chgData name="Marco Sanches" userId="301bf0f768bc15fc" providerId="LiveId" clId="{E371B47F-1891-49CB-8CC2-2F731423DB5E}" dt="2020-08-22T15:31:37.901" v="2283" actId="478"/>
          <ac:picMkLst>
            <pc:docMk/>
            <pc:sldMk cId="621818439" sldId="477"/>
            <ac:picMk id="23" creationId="{EAB07634-2C84-4424-B2E4-6E0E51F68DB1}"/>
          </ac:picMkLst>
        </pc:picChg>
        <pc:picChg chg="add del mod ord">
          <ac:chgData name="Marco Sanches" userId="301bf0f768bc15fc" providerId="LiveId" clId="{E371B47F-1891-49CB-8CC2-2F731423DB5E}" dt="2020-08-22T13:22:08.986" v="1443" actId="478"/>
          <ac:picMkLst>
            <pc:docMk/>
            <pc:sldMk cId="621818439" sldId="477"/>
            <ac:picMk id="24" creationId="{BED06A9D-C2EA-4CE9-AB45-68F3ECF39E00}"/>
          </ac:picMkLst>
        </pc:picChg>
        <pc:picChg chg="add del mod">
          <ac:chgData name="Marco Sanches" userId="301bf0f768bc15fc" providerId="LiveId" clId="{E371B47F-1891-49CB-8CC2-2F731423DB5E}" dt="2020-08-22T13:21:24.756" v="1439" actId="478"/>
          <ac:picMkLst>
            <pc:docMk/>
            <pc:sldMk cId="621818439" sldId="477"/>
            <ac:picMk id="25" creationId="{8C051FE6-09C9-4480-9083-C59F616D1185}"/>
          </ac:picMkLst>
        </pc:picChg>
        <pc:picChg chg="add del mod">
          <ac:chgData name="Marco Sanches" userId="301bf0f768bc15fc" providerId="LiveId" clId="{E371B47F-1891-49CB-8CC2-2F731423DB5E}" dt="2020-08-22T13:24:02.364" v="1448" actId="478"/>
          <ac:picMkLst>
            <pc:docMk/>
            <pc:sldMk cId="621818439" sldId="477"/>
            <ac:picMk id="26" creationId="{668CCDF8-0B09-4074-9AB2-49202BF46379}"/>
          </ac:picMkLst>
        </pc:picChg>
        <pc:picChg chg="add mod ord">
          <ac:chgData name="Marco Sanches" userId="301bf0f768bc15fc" providerId="LiveId" clId="{E371B47F-1891-49CB-8CC2-2F731423DB5E}" dt="2020-08-22T13:27:27.042" v="1496" actId="1036"/>
          <ac:picMkLst>
            <pc:docMk/>
            <pc:sldMk cId="621818439" sldId="477"/>
            <ac:picMk id="27" creationId="{45B857DC-B299-4D37-95DE-6D1F097B20C8}"/>
          </ac:picMkLst>
        </pc:picChg>
        <pc:picChg chg="add mod">
          <ac:chgData name="Marco Sanches" userId="301bf0f768bc15fc" providerId="LiveId" clId="{E371B47F-1891-49CB-8CC2-2F731423DB5E}" dt="2020-08-22T13:27:29.494" v="1501" actId="1036"/>
          <ac:picMkLst>
            <pc:docMk/>
            <pc:sldMk cId="621818439" sldId="477"/>
            <ac:picMk id="28" creationId="{91175B4E-F64B-49CB-B2B3-2658E6339D56}"/>
          </ac:picMkLst>
        </pc:picChg>
        <pc:picChg chg="add">
          <ac:chgData name="Marco Sanches" userId="301bf0f768bc15fc" providerId="LiveId" clId="{E371B47F-1891-49CB-8CC2-2F731423DB5E}" dt="2020-08-22T15:31:38.973" v="2284" actId="22"/>
          <ac:picMkLst>
            <pc:docMk/>
            <pc:sldMk cId="621818439" sldId="477"/>
            <ac:picMk id="30" creationId="{7560B31A-AA73-4B34-B488-3C14F6E2AAAD}"/>
          </ac:picMkLst>
        </pc:picChg>
      </pc:sldChg>
      <pc:sldChg chg="del">
        <pc:chgData name="Marco Sanches" userId="301bf0f768bc15fc" providerId="LiveId" clId="{E371B47F-1891-49CB-8CC2-2F731423DB5E}" dt="2020-08-22T13:35:36.091" v="1576" actId="47"/>
        <pc:sldMkLst>
          <pc:docMk/>
          <pc:sldMk cId="1478214926" sldId="478"/>
        </pc:sldMkLst>
      </pc:sldChg>
      <pc:sldChg chg="del">
        <pc:chgData name="Marco Sanches" userId="301bf0f768bc15fc" providerId="LiveId" clId="{E371B47F-1891-49CB-8CC2-2F731423DB5E}" dt="2020-08-21T16:45:40.219" v="204" actId="47"/>
        <pc:sldMkLst>
          <pc:docMk/>
          <pc:sldMk cId="5044342" sldId="479"/>
        </pc:sldMkLst>
      </pc:sldChg>
      <pc:sldChg chg="del">
        <pc:chgData name="Marco Sanches" userId="301bf0f768bc15fc" providerId="LiveId" clId="{E371B47F-1891-49CB-8CC2-2F731423DB5E}" dt="2020-08-21T16:45:40.219" v="204" actId="47"/>
        <pc:sldMkLst>
          <pc:docMk/>
          <pc:sldMk cId="2823691288" sldId="480"/>
        </pc:sldMkLst>
      </pc:sldChg>
      <pc:sldChg chg="del">
        <pc:chgData name="Marco Sanches" userId="301bf0f768bc15fc" providerId="LiveId" clId="{E371B47F-1891-49CB-8CC2-2F731423DB5E}" dt="2020-08-21T16:45:40.219" v="204" actId="47"/>
        <pc:sldMkLst>
          <pc:docMk/>
          <pc:sldMk cId="2173497000" sldId="481"/>
        </pc:sldMkLst>
      </pc:sldChg>
      <pc:sldChg chg="del">
        <pc:chgData name="Marco Sanches" userId="301bf0f768bc15fc" providerId="LiveId" clId="{E371B47F-1891-49CB-8CC2-2F731423DB5E}" dt="2020-08-21T16:45:40.219" v="204" actId="47"/>
        <pc:sldMkLst>
          <pc:docMk/>
          <pc:sldMk cId="161017943" sldId="482"/>
        </pc:sldMkLst>
      </pc:sldChg>
      <pc:sldChg chg="del">
        <pc:chgData name="Marco Sanches" userId="301bf0f768bc15fc" providerId="LiveId" clId="{E371B47F-1891-49CB-8CC2-2F731423DB5E}" dt="2020-08-21T16:42:19.669" v="110" actId="2696"/>
        <pc:sldMkLst>
          <pc:docMk/>
          <pc:sldMk cId="1752541347" sldId="484"/>
        </pc:sldMkLst>
      </pc:sldChg>
      <pc:sldChg chg="del">
        <pc:chgData name="Marco Sanches" userId="301bf0f768bc15fc" providerId="LiveId" clId="{E371B47F-1891-49CB-8CC2-2F731423DB5E}" dt="2020-08-21T16:45:40.219" v="204" actId="47"/>
        <pc:sldMkLst>
          <pc:docMk/>
          <pc:sldMk cId="3670420559" sldId="485"/>
        </pc:sldMkLst>
      </pc:sldChg>
      <pc:sldChg chg="modSp mod ord">
        <pc:chgData name="Marco Sanches" userId="301bf0f768bc15fc" providerId="LiveId" clId="{E371B47F-1891-49CB-8CC2-2F731423DB5E}" dt="2020-08-21T16:45:14.123" v="202" actId="20577"/>
        <pc:sldMkLst>
          <pc:docMk/>
          <pc:sldMk cId="1395809432" sldId="486"/>
        </pc:sldMkLst>
        <pc:spChg chg="mod">
          <ac:chgData name="Marco Sanches" userId="301bf0f768bc15fc" providerId="LiveId" clId="{E371B47F-1891-49CB-8CC2-2F731423DB5E}" dt="2020-08-21T16:45:14.123" v="202" actId="20577"/>
          <ac:spMkLst>
            <pc:docMk/>
            <pc:sldMk cId="1395809432" sldId="486"/>
            <ac:spMk id="2" creationId="{414298B5-57DB-48CF-898B-E1CDF856070D}"/>
          </ac:spMkLst>
        </pc:spChg>
      </pc:sldChg>
      <pc:sldChg chg="addSp delSp modSp add mod modClrScheme chgLayout">
        <pc:chgData name="Marco Sanches" userId="301bf0f768bc15fc" providerId="LiveId" clId="{E371B47F-1891-49CB-8CC2-2F731423DB5E}" dt="2020-08-21T16:58:38.369" v="512" actId="478"/>
        <pc:sldMkLst>
          <pc:docMk/>
          <pc:sldMk cId="3829952741" sldId="487"/>
        </pc:sldMkLst>
        <pc:spChg chg="mod">
          <ac:chgData name="Marco Sanches" userId="301bf0f768bc15fc" providerId="LiveId" clId="{E371B47F-1891-49CB-8CC2-2F731423DB5E}" dt="2020-08-21T16:51:43.058" v="219" actId="26606"/>
          <ac:spMkLst>
            <pc:docMk/>
            <pc:sldMk cId="3829952741" sldId="487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1T16:46:23.994" v="210" actId="478"/>
          <ac:spMkLst>
            <pc:docMk/>
            <pc:sldMk cId="3829952741" sldId="487"/>
            <ac:spMk id="3" creationId="{A02997B1-DEB8-49DC-B4EB-C436D96A5E79}"/>
          </ac:spMkLst>
        </pc:spChg>
        <pc:spChg chg="add mod">
          <ac:chgData name="Marco Sanches" userId="301bf0f768bc15fc" providerId="LiveId" clId="{E371B47F-1891-49CB-8CC2-2F731423DB5E}" dt="2020-08-21T16:52:36.914" v="246" actId="1076"/>
          <ac:spMkLst>
            <pc:docMk/>
            <pc:sldMk cId="3829952741" sldId="487"/>
            <ac:spMk id="5" creationId="{9BE810E6-B71E-4D33-927B-7E0D1184D99C}"/>
          </ac:spMkLst>
        </pc:spChg>
        <pc:spChg chg="del">
          <ac:chgData name="Marco Sanches" userId="301bf0f768bc15fc" providerId="LiveId" clId="{E371B47F-1891-49CB-8CC2-2F731423DB5E}" dt="2020-08-21T16:46:29.826" v="216" actId="478"/>
          <ac:spMkLst>
            <pc:docMk/>
            <pc:sldMk cId="3829952741" sldId="487"/>
            <ac:spMk id="15" creationId="{D441CC35-F79F-4E8D-8DE9-27D6B36D5402}"/>
          </ac:spMkLst>
        </pc:spChg>
        <pc:spChg chg="add mod">
          <ac:chgData name="Marco Sanches" userId="301bf0f768bc15fc" providerId="LiveId" clId="{E371B47F-1891-49CB-8CC2-2F731423DB5E}" dt="2020-08-21T16:54:18.087" v="324" actId="1076"/>
          <ac:spMkLst>
            <pc:docMk/>
            <pc:sldMk cId="3829952741" sldId="487"/>
            <ac:spMk id="18" creationId="{B7E74740-BF82-400F-A9F6-1066B741402B}"/>
          </ac:spMkLst>
        </pc:spChg>
        <pc:spChg chg="del">
          <ac:chgData name="Marco Sanches" userId="301bf0f768bc15fc" providerId="LiveId" clId="{E371B47F-1891-49CB-8CC2-2F731423DB5E}" dt="2020-08-21T16:46:20.092" v="206" actId="478"/>
          <ac:spMkLst>
            <pc:docMk/>
            <pc:sldMk cId="3829952741" sldId="487"/>
            <ac:spMk id="19" creationId="{6885B8AA-488E-462A-9A81-77ADEA204964}"/>
          </ac:spMkLst>
        </pc:spChg>
        <pc:spChg chg="del">
          <ac:chgData name="Marco Sanches" userId="301bf0f768bc15fc" providerId="LiveId" clId="{E371B47F-1891-49CB-8CC2-2F731423DB5E}" dt="2020-08-21T16:46:22.492" v="209" actId="478"/>
          <ac:spMkLst>
            <pc:docMk/>
            <pc:sldMk cId="3829952741" sldId="487"/>
            <ac:spMk id="21" creationId="{10B556D0-9D52-4A71-8CC6-B769D8744FE5}"/>
          </ac:spMkLst>
        </pc:spChg>
        <pc:spChg chg="add del mod">
          <ac:chgData name="Marco Sanches" userId="301bf0f768bc15fc" providerId="LiveId" clId="{E371B47F-1891-49CB-8CC2-2F731423DB5E}" dt="2020-08-21T16:58:38.369" v="512" actId="478"/>
          <ac:spMkLst>
            <pc:docMk/>
            <pc:sldMk cId="3829952741" sldId="487"/>
            <ac:spMk id="22" creationId="{5A7740B0-5E91-4603-9A88-2FDC0D7B6834}"/>
          </ac:spMkLst>
        </pc:spChg>
        <pc:spChg chg="del mod">
          <ac:chgData name="Marco Sanches" userId="301bf0f768bc15fc" providerId="LiveId" clId="{E371B47F-1891-49CB-8CC2-2F731423DB5E}" dt="2020-08-21T16:46:30.438" v="217" actId="478"/>
          <ac:spMkLst>
            <pc:docMk/>
            <pc:sldMk cId="3829952741" sldId="487"/>
            <ac:spMk id="23" creationId="{7D8371CA-A0C3-4385-9816-44B04CCBFF85}"/>
          </ac:spMkLst>
        </pc:spChg>
        <pc:spChg chg="add del mod">
          <ac:chgData name="Marco Sanches" userId="301bf0f768bc15fc" providerId="LiveId" clId="{E371B47F-1891-49CB-8CC2-2F731423DB5E}" dt="2020-08-21T16:58:36.196" v="511" actId="478"/>
          <ac:spMkLst>
            <pc:docMk/>
            <pc:sldMk cId="3829952741" sldId="487"/>
            <ac:spMk id="24" creationId="{1E2365C9-E5B1-4721-BFD7-6CD271375F39}"/>
          </ac:spMkLst>
        </pc:spChg>
        <pc:spChg chg="del">
          <ac:chgData name="Marco Sanches" userId="301bf0f768bc15fc" providerId="LiveId" clId="{E371B47F-1891-49CB-8CC2-2F731423DB5E}" dt="2020-08-21T16:46:27.233" v="214" actId="478"/>
          <ac:spMkLst>
            <pc:docMk/>
            <pc:sldMk cId="3829952741" sldId="487"/>
            <ac:spMk id="25" creationId="{F08D334F-900F-4144-BACF-ACE2E828AD95}"/>
          </ac:spMkLst>
        </pc:spChg>
        <pc:spChg chg="add del mod">
          <ac:chgData name="Marco Sanches" userId="301bf0f768bc15fc" providerId="LiveId" clId="{E371B47F-1891-49CB-8CC2-2F731423DB5E}" dt="2020-08-21T16:58:30.174" v="506" actId="478"/>
          <ac:spMkLst>
            <pc:docMk/>
            <pc:sldMk cId="3829952741" sldId="487"/>
            <ac:spMk id="31" creationId="{5FCC88AD-CABF-4FA1-A5EB-CDBBE47F8D81}"/>
          </ac:spMkLst>
        </pc:spChg>
        <pc:spChg chg="add del mod">
          <ac:chgData name="Marco Sanches" userId="301bf0f768bc15fc" providerId="LiveId" clId="{E371B47F-1891-49CB-8CC2-2F731423DB5E}" dt="2020-08-21T16:58:29" v="505" actId="478"/>
          <ac:spMkLst>
            <pc:docMk/>
            <pc:sldMk cId="3829952741" sldId="487"/>
            <ac:spMk id="35" creationId="{76B5DC4F-AD7B-4049-859A-7A73055B3EB3}"/>
          </ac:spMkLst>
        </pc:spChg>
        <pc:picChg chg="add del mod">
          <ac:chgData name="Marco Sanches" userId="301bf0f768bc15fc" providerId="LiveId" clId="{E371B47F-1891-49CB-8CC2-2F731423DB5E}" dt="2020-08-21T16:58:33.321" v="509" actId="478"/>
          <ac:picMkLst>
            <pc:docMk/>
            <pc:sldMk cId="3829952741" sldId="487"/>
            <ac:picMk id="4" creationId="{7FE8CB73-CE86-4CF9-943C-7815A4275FD1}"/>
          </ac:picMkLst>
        </pc:picChg>
        <pc:picChg chg="add mod">
          <ac:chgData name="Marco Sanches" userId="301bf0f768bc15fc" providerId="LiveId" clId="{E371B47F-1891-49CB-8CC2-2F731423DB5E}" dt="2020-08-21T16:52:25.710" v="243" actId="688"/>
          <ac:picMkLst>
            <pc:docMk/>
            <pc:sldMk cId="3829952741" sldId="487"/>
            <ac:picMk id="6" creationId="{AD8C4C66-22EA-4D38-9AD2-8AC536B6D89C}"/>
          </ac:picMkLst>
        </pc:picChg>
        <pc:picChg chg="add del mod">
          <ac:chgData name="Marco Sanches" userId="301bf0f768bc15fc" providerId="LiveId" clId="{E371B47F-1891-49CB-8CC2-2F731423DB5E}" dt="2020-08-21T16:58:25.230" v="503" actId="478"/>
          <ac:picMkLst>
            <pc:docMk/>
            <pc:sldMk cId="3829952741" sldId="487"/>
            <ac:picMk id="8" creationId="{0CD42DFA-032A-4D67-A5A4-613A3F70F4E7}"/>
          </ac:picMkLst>
        </pc:picChg>
        <pc:picChg chg="add del mod">
          <ac:chgData name="Marco Sanches" userId="301bf0f768bc15fc" providerId="LiveId" clId="{E371B47F-1891-49CB-8CC2-2F731423DB5E}" dt="2020-08-21T16:58:26.786" v="504" actId="478"/>
          <ac:picMkLst>
            <pc:docMk/>
            <pc:sldMk cId="3829952741" sldId="487"/>
            <ac:picMk id="9" creationId="{842BE5D3-F8B6-4F50-9C0D-7EE7040A1AC1}"/>
          </ac:picMkLst>
        </pc:picChg>
        <pc:picChg chg="add mod">
          <ac:chgData name="Marco Sanches" userId="301bf0f768bc15fc" providerId="LiveId" clId="{E371B47F-1891-49CB-8CC2-2F731423DB5E}" dt="2020-08-21T16:54:18.087" v="324" actId="1076"/>
          <ac:picMkLst>
            <pc:docMk/>
            <pc:sldMk cId="3829952741" sldId="487"/>
            <ac:picMk id="20" creationId="{2D805576-6618-4F5B-ACCC-382DA3FB8840}"/>
          </ac:picMkLst>
        </pc:picChg>
        <pc:picChg chg="del">
          <ac:chgData name="Marco Sanches" userId="301bf0f768bc15fc" providerId="LiveId" clId="{E371B47F-1891-49CB-8CC2-2F731423DB5E}" dt="2020-08-21T16:46:21.302" v="207" actId="478"/>
          <ac:picMkLst>
            <pc:docMk/>
            <pc:sldMk cId="3829952741" sldId="487"/>
            <ac:picMk id="26" creationId="{755CA200-DC75-480F-85A1-1EE186F9CA7C}"/>
          </ac:picMkLst>
        </pc:picChg>
        <pc:picChg chg="add del mod">
          <ac:chgData name="Marco Sanches" userId="301bf0f768bc15fc" providerId="LiveId" clId="{E371B47F-1891-49CB-8CC2-2F731423DB5E}" dt="2020-08-21T16:58:35.325" v="510" actId="478"/>
          <ac:picMkLst>
            <pc:docMk/>
            <pc:sldMk cId="3829952741" sldId="487"/>
            <ac:picMk id="27" creationId="{7EEB4848-CBED-4580-8F66-3D8C201C3DED}"/>
          </ac:picMkLst>
        </pc:picChg>
        <pc:picChg chg="del">
          <ac:chgData name="Marco Sanches" userId="301bf0f768bc15fc" providerId="LiveId" clId="{E371B47F-1891-49CB-8CC2-2F731423DB5E}" dt="2020-08-21T16:46:21.996" v="208" actId="478"/>
          <ac:picMkLst>
            <pc:docMk/>
            <pc:sldMk cId="3829952741" sldId="487"/>
            <ac:picMk id="28" creationId="{915C5870-E51D-4E2F-B932-CB7ABFC462DA}"/>
          </ac:picMkLst>
        </pc:picChg>
        <pc:picChg chg="del">
          <ac:chgData name="Marco Sanches" userId="301bf0f768bc15fc" providerId="LiveId" clId="{E371B47F-1891-49CB-8CC2-2F731423DB5E}" dt="2020-08-21T16:46:25.725" v="212" actId="478"/>
          <ac:picMkLst>
            <pc:docMk/>
            <pc:sldMk cId="3829952741" sldId="487"/>
            <ac:picMk id="29" creationId="{B795090B-1DF0-4858-89F9-1024B9BD0AB5}"/>
          </ac:picMkLst>
        </pc:picChg>
        <pc:picChg chg="del">
          <ac:chgData name="Marco Sanches" userId="301bf0f768bc15fc" providerId="LiveId" clId="{E371B47F-1891-49CB-8CC2-2F731423DB5E}" dt="2020-08-21T16:46:24.938" v="211" actId="478"/>
          <ac:picMkLst>
            <pc:docMk/>
            <pc:sldMk cId="3829952741" sldId="487"/>
            <ac:picMk id="30" creationId="{35E26C20-AA79-4575-A94D-DBC31C8FD9DD}"/>
          </ac:picMkLst>
        </pc:picChg>
        <pc:picChg chg="add del mod">
          <ac:chgData name="Marco Sanches" userId="301bf0f768bc15fc" providerId="LiveId" clId="{E371B47F-1891-49CB-8CC2-2F731423DB5E}" dt="2020-08-21T16:58:30.869" v="507" actId="478"/>
          <ac:picMkLst>
            <pc:docMk/>
            <pc:sldMk cId="3829952741" sldId="487"/>
            <ac:picMk id="32" creationId="{32152EC2-28DD-466D-80A7-48C6D5BBCD7B}"/>
          </ac:picMkLst>
        </pc:picChg>
      </pc:sldChg>
      <pc:sldChg chg="modSp add mod modAnim">
        <pc:chgData name="Marco Sanches" userId="301bf0f768bc15fc" providerId="LiveId" clId="{E371B47F-1891-49CB-8CC2-2F731423DB5E}" dt="2020-08-21T16:59:16.353" v="516"/>
        <pc:sldMkLst>
          <pc:docMk/>
          <pc:sldMk cId="1694727724" sldId="488"/>
        </pc:sldMkLst>
        <pc:spChg chg="mod">
          <ac:chgData name="Marco Sanches" userId="301bf0f768bc15fc" providerId="LiveId" clId="{E371B47F-1891-49CB-8CC2-2F731423DB5E}" dt="2020-08-21T16:58:50.003" v="513" actId="1076"/>
          <ac:spMkLst>
            <pc:docMk/>
            <pc:sldMk cId="1694727724" sldId="488"/>
            <ac:spMk id="35" creationId="{76B5DC4F-AD7B-4049-859A-7A73055B3EB3}"/>
          </ac:spMkLst>
        </pc:spChg>
      </pc:sldChg>
      <pc:sldChg chg="add del">
        <pc:chgData name="Marco Sanches" userId="301bf0f768bc15fc" providerId="LiveId" clId="{E371B47F-1891-49CB-8CC2-2F731423DB5E}" dt="2020-08-28T11:11:48.159" v="2958" actId="47"/>
        <pc:sldMkLst>
          <pc:docMk/>
          <pc:sldMk cId="748524593" sldId="489"/>
        </pc:sldMkLst>
      </pc:sldChg>
      <pc:sldChg chg="modSp add mod">
        <pc:chgData name="Marco Sanches" userId="301bf0f768bc15fc" providerId="LiveId" clId="{E371B47F-1891-49CB-8CC2-2F731423DB5E}" dt="2020-08-28T12:15:41.518" v="3064" actId="6549"/>
        <pc:sldMkLst>
          <pc:docMk/>
          <pc:sldMk cId="3901120466" sldId="490"/>
        </pc:sldMkLst>
        <pc:spChg chg="mod">
          <ac:chgData name="Marco Sanches" userId="301bf0f768bc15fc" providerId="LiveId" clId="{E371B47F-1891-49CB-8CC2-2F731423DB5E}" dt="2020-08-28T12:15:41.518" v="3064" actId="6549"/>
          <ac:spMkLst>
            <pc:docMk/>
            <pc:sldMk cId="3901120466" sldId="490"/>
            <ac:spMk id="8" creationId="{71CE52CD-3203-4B23-93C4-03DDE60FB140}"/>
          </ac:spMkLst>
        </pc:spChg>
        <pc:spChg chg="mod">
          <ac:chgData name="Marco Sanches" userId="301bf0f768bc15fc" providerId="LiveId" clId="{E371B47F-1891-49CB-8CC2-2F731423DB5E}" dt="2020-08-28T11:12:54.231" v="2992" actId="113"/>
          <ac:spMkLst>
            <pc:docMk/>
            <pc:sldMk cId="3901120466" sldId="490"/>
            <ac:spMk id="14" creationId="{94D40685-4B25-4357-B761-399D152A3FFF}"/>
          </ac:spMkLst>
        </pc:spChg>
      </pc:sldChg>
      <pc:sldChg chg="addSp delSp modSp add mod modAnim">
        <pc:chgData name="Marco Sanches" userId="301bf0f768bc15fc" providerId="LiveId" clId="{E371B47F-1891-49CB-8CC2-2F731423DB5E}" dt="2020-08-28T11:13:32.381" v="2996" actId="14100"/>
        <pc:sldMkLst>
          <pc:docMk/>
          <pc:sldMk cId="731697863" sldId="491"/>
        </pc:sldMkLst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4" creationId="{BCC213AA-2B31-4784-9DE6-F03948218620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5" creationId="{F1439166-D374-40EF-BA56-17432279642A}"/>
          </ac:spMkLst>
        </pc:spChg>
        <pc:spChg chg="del">
          <ac:chgData name="Marco Sanches" userId="301bf0f768bc15fc" providerId="LiveId" clId="{E371B47F-1891-49CB-8CC2-2F731423DB5E}" dt="2020-08-21T17:11:30.501" v="700" actId="478"/>
          <ac:spMkLst>
            <pc:docMk/>
            <pc:sldMk cId="731697863" sldId="491"/>
            <ac:spMk id="8" creationId="{71CE52CD-3203-4B23-93C4-03DDE60FB140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10" creationId="{DCFE1C22-8C1D-4FB7-AB66-B7F313E891F4}"/>
          </ac:spMkLst>
        </pc:spChg>
        <pc:spChg chg="del">
          <ac:chgData name="Marco Sanches" userId="301bf0f768bc15fc" providerId="LiveId" clId="{E371B47F-1891-49CB-8CC2-2F731423DB5E}" dt="2020-08-21T17:11:28.993" v="699" actId="478"/>
          <ac:spMkLst>
            <pc:docMk/>
            <pc:sldMk cId="731697863" sldId="491"/>
            <ac:spMk id="14" creationId="{94D40685-4B25-4357-B761-399D152A3FFF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16" creationId="{18B8B28B-762B-436B-A372-48BE6ECE1FCD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18" creationId="{D410A2C0-607C-4AD1-8665-92E47E700E8C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20" creationId="{47DA239E-43CA-4B44-AA17-A09A8093F041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22" creationId="{1B6CF6CA-2550-4B2E-8AA1-B3287D6C6F11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24" creationId="{681160FA-4993-403B-9ED8-7D934FBFB388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26" creationId="{C20559CF-B5AE-46C3-8826-60843F077DD5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28" creationId="{2F1501B9-9A26-448F-BE35-24980976347A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30" creationId="{489229BF-FF26-4021-829E-87974414F7AE}"/>
          </ac:spMkLst>
        </pc:spChg>
        <pc:spChg chg="add del mod">
          <ac:chgData name="Marco Sanches" userId="301bf0f768bc15fc" providerId="LiveId" clId="{E371B47F-1891-49CB-8CC2-2F731423DB5E}" dt="2020-08-21T17:11:46.333" v="706" actId="22"/>
          <ac:spMkLst>
            <pc:docMk/>
            <pc:sldMk cId="731697863" sldId="491"/>
            <ac:spMk id="32" creationId="{A4253B76-EA62-4460-92D3-8CBB0131645A}"/>
          </ac:spMkLst>
        </pc:spChg>
        <pc:spChg chg="add mod">
          <ac:chgData name="Marco Sanches" userId="301bf0f768bc15fc" providerId="LiveId" clId="{E371B47F-1891-49CB-8CC2-2F731423DB5E}" dt="2020-08-21T17:17:59.458" v="746" actId="1076"/>
          <ac:spMkLst>
            <pc:docMk/>
            <pc:sldMk cId="731697863" sldId="491"/>
            <ac:spMk id="36" creationId="{300177AE-F9BB-4124-B555-B1A257CD6D53}"/>
          </ac:spMkLst>
        </pc:spChg>
        <pc:spChg chg="add mod">
          <ac:chgData name="Marco Sanches" userId="301bf0f768bc15fc" providerId="LiveId" clId="{E371B47F-1891-49CB-8CC2-2F731423DB5E}" dt="2020-08-21T17:14:43.313" v="728" actId="1076"/>
          <ac:spMkLst>
            <pc:docMk/>
            <pc:sldMk cId="731697863" sldId="491"/>
            <ac:spMk id="38" creationId="{72449433-E4A7-40C0-8901-8D3BEA7D9E41}"/>
          </ac:spMkLst>
        </pc:spChg>
        <pc:spChg chg="add mod">
          <ac:chgData name="Marco Sanches" userId="301bf0f768bc15fc" providerId="LiveId" clId="{E371B47F-1891-49CB-8CC2-2F731423DB5E}" dt="2020-08-21T17:14:43.313" v="728" actId="1076"/>
          <ac:spMkLst>
            <pc:docMk/>
            <pc:sldMk cId="731697863" sldId="491"/>
            <ac:spMk id="40" creationId="{8E10F7F4-964D-48E7-9768-6A17E6D6014C}"/>
          </ac:spMkLst>
        </pc:spChg>
        <pc:spChg chg="add mod">
          <ac:chgData name="Marco Sanches" userId="301bf0f768bc15fc" providerId="LiveId" clId="{E371B47F-1891-49CB-8CC2-2F731423DB5E}" dt="2020-08-28T11:13:32.381" v="2996" actId="14100"/>
          <ac:spMkLst>
            <pc:docMk/>
            <pc:sldMk cId="731697863" sldId="491"/>
            <ac:spMk id="42" creationId="{37DE7C23-9330-46D2-987C-1564E18821DC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44" creationId="{80457862-40E6-4AD8-99A7-62D68FE30E48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46" creationId="{D6AD7523-A958-4C7D-B61E-363798193D95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48" creationId="{5914E5C9-DF4A-465C-A2DD-C3180FAEC341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50" creationId="{D4BABFA5-E97E-4A25-BD7E-7E8CAB198266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52" creationId="{2B941620-B744-424D-A6AE-155A23B86E1E}"/>
          </ac:spMkLst>
        </pc:spChg>
        <pc:spChg chg="add mod">
          <ac:chgData name="Marco Sanches" userId="301bf0f768bc15fc" providerId="LiveId" clId="{E371B47F-1891-49CB-8CC2-2F731423DB5E}" dt="2020-08-21T17:11:53.069" v="709" actId="255"/>
          <ac:spMkLst>
            <pc:docMk/>
            <pc:sldMk cId="731697863" sldId="491"/>
            <ac:spMk id="54" creationId="{572686DD-E449-49CB-9067-390B342684F8}"/>
          </ac:spMkLst>
        </pc:spChg>
        <pc:spChg chg="add mod">
          <ac:chgData name="Marco Sanches" userId="301bf0f768bc15fc" providerId="LiveId" clId="{E371B47F-1891-49CB-8CC2-2F731423DB5E}" dt="2020-08-21T17:13:47.039" v="726" actId="1076"/>
          <ac:spMkLst>
            <pc:docMk/>
            <pc:sldMk cId="731697863" sldId="491"/>
            <ac:spMk id="56" creationId="{4622A2AF-A1CE-403F-90E4-F639A6DFB3C5}"/>
          </ac:spMkLst>
        </pc:spChg>
        <pc:spChg chg="add mod">
          <ac:chgData name="Marco Sanches" userId="301bf0f768bc15fc" providerId="LiveId" clId="{E371B47F-1891-49CB-8CC2-2F731423DB5E}" dt="2020-08-21T17:13:50.422" v="727" actId="1076"/>
          <ac:spMkLst>
            <pc:docMk/>
            <pc:sldMk cId="731697863" sldId="491"/>
            <ac:spMk id="58" creationId="{5A92ECEC-7989-4268-99DD-2949EA545BAF}"/>
          </ac:spMkLst>
        </pc:spChg>
        <pc:spChg chg="add mod">
          <ac:chgData name="Marco Sanches" userId="301bf0f768bc15fc" providerId="LiveId" clId="{E371B47F-1891-49CB-8CC2-2F731423DB5E}" dt="2020-08-21T17:17:46.726" v="744" actId="1076"/>
          <ac:spMkLst>
            <pc:docMk/>
            <pc:sldMk cId="731697863" sldId="491"/>
            <ac:spMk id="60" creationId="{21DEBD19-5257-4EA1-B54F-7EEC9A78B427}"/>
          </ac:spMkLst>
        </pc:spChg>
        <pc:spChg chg="add mod">
          <ac:chgData name="Marco Sanches" userId="301bf0f768bc15fc" providerId="LiveId" clId="{E371B47F-1891-49CB-8CC2-2F731423DB5E}" dt="2020-08-21T17:17:26.589" v="737" actId="1076"/>
          <ac:spMkLst>
            <pc:docMk/>
            <pc:sldMk cId="731697863" sldId="491"/>
            <ac:spMk id="62" creationId="{00EAE091-2093-408C-B075-7CCA88A36BB4}"/>
          </ac:spMkLst>
        </pc:spChg>
        <pc:picChg chg="add del mod">
          <ac:chgData name="Marco Sanches" userId="301bf0f768bc15fc" providerId="LiveId" clId="{E371B47F-1891-49CB-8CC2-2F731423DB5E}" dt="2020-08-21T17:11:46.333" v="706" actId="22"/>
          <ac:picMkLst>
            <pc:docMk/>
            <pc:sldMk cId="731697863" sldId="491"/>
            <ac:picMk id="3" creationId="{6B1E932C-C191-42AC-B703-6097B844256C}"/>
          </ac:picMkLst>
        </pc:picChg>
        <pc:picChg chg="del">
          <ac:chgData name="Marco Sanches" userId="301bf0f768bc15fc" providerId="LiveId" clId="{E371B47F-1891-49CB-8CC2-2F731423DB5E}" dt="2020-08-21T17:11:31.073" v="701" actId="478"/>
          <ac:picMkLst>
            <pc:docMk/>
            <pc:sldMk cId="731697863" sldId="491"/>
            <ac:picMk id="6" creationId="{6F7D7B70-BF4D-4C64-9F48-6ED3963ACB91}"/>
          </ac:picMkLst>
        </pc:picChg>
        <pc:picChg chg="del">
          <ac:chgData name="Marco Sanches" userId="301bf0f768bc15fc" providerId="LiveId" clId="{E371B47F-1891-49CB-8CC2-2F731423DB5E}" dt="2020-08-21T17:11:31.783" v="702" actId="478"/>
          <ac:picMkLst>
            <pc:docMk/>
            <pc:sldMk cId="731697863" sldId="491"/>
            <ac:picMk id="11" creationId="{3F62D3C4-3FAB-4E12-AF26-18C47D7F2BAF}"/>
          </ac:picMkLst>
        </pc:picChg>
        <pc:picChg chg="add mod">
          <ac:chgData name="Marco Sanches" userId="301bf0f768bc15fc" providerId="LiveId" clId="{E371B47F-1891-49CB-8CC2-2F731423DB5E}" dt="2020-08-21T17:13:43.438" v="725" actId="1076"/>
          <ac:picMkLst>
            <pc:docMk/>
            <pc:sldMk cId="731697863" sldId="491"/>
            <ac:picMk id="34" creationId="{BCB669EA-ED92-4492-BCF5-93BBCAA7DD30}"/>
          </ac:picMkLst>
        </pc:picChg>
        <pc:picChg chg="add mod">
          <ac:chgData name="Marco Sanches" userId="301bf0f768bc15fc" providerId="LiveId" clId="{E371B47F-1891-49CB-8CC2-2F731423DB5E}" dt="2020-08-21T17:17:30.636" v="739" actId="1076"/>
          <ac:picMkLst>
            <pc:docMk/>
            <pc:sldMk cId="731697863" sldId="491"/>
            <ac:picMk id="1026" creationId="{69824B0D-1859-427A-93F5-1AE3540BC1F8}"/>
          </ac:picMkLst>
        </pc:picChg>
      </pc:sldChg>
      <pc:sldChg chg="addSp delSp modSp add mod">
        <pc:chgData name="Marco Sanches" userId="301bf0f768bc15fc" providerId="LiveId" clId="{E371B47F-1891-49CB-8CC2-2F731423DB5E}" dt="2020-08-28T11:15:04.372" v="2998"/>
        <pc:sldMkLst>
          <pc:docMk/>
          <pc:sldMk cId="2770824147" sldId="492"/>
        </pc:sldMkLst>
        <pc:spChg chg="mod">
          <ac:chgData name="Marco Sanches" userId="301bf0f768bc15fc" providerId="LiveId" clId="{E371B47F-1891-49CB-8CC2-2F731423DB5E}" dt="2020-08-28T11:15:04.372" v="2998"/>
          <ac:spMkLst>
            <pc:docMk/>
            <pc:sldMk cId="2770824147" sldId="492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1T17:19:24.263" v="755" actId="478"/>
          <ac:spMkLst>
            <pc:docMk/>
            <pc:sldMk cId="2770824147" sldId="492"/>
            <ac:spMk id="4" creationId="{82556AB7-8141-459E-85F1-4688F5017C28}"/>
          </ac:spMkLst>
        </pc:spChg>
        <pc:graphicFrameChg chg="del">
          <ac:chgData name="Marco Sanches" userId="301bf0f768bc15fc" providerId="LiveId" clId="{E371B47F-1891-49CB-8CC2-2F731423DB5E}" dt="2020-08-21T17:19:20.994" v="754" actId="478"/>
          <ac:graphicFrameMkLst>
            <pc:docMk/>
            <pc:sldMk cId="2770824147" sldId="492"/>
            <ac:graphicFrameMk id="3" creationId="{152A5DED-F775-4598-B062-8056F8EE921C}"/>
          </ac:graphicFrameMkLst>
        </pc:graphicFrameChg>
        <pc:graphicFrameChg chg="add mod modGraphic">
          <ac:chgData name="Marco Sanches" userId="301bf0f768bc15fc" providerId="LiveId" clId="{E371B47F-1891-49CB-8CC2-2F731423DB5E}" dt="2020-08-21T17:20:22.438" v="770" actId="207"/>
          <ac:graphicFrameMkLst>
            <pc:docMk/>
            <pc:sldMk cId="2770824147" sldId="492"/>
            <ac:graphicFrameMk id="6" creationId="{2D30D6DB-6059-4C71-964A-83230EFDACB8}"/>
          </ac:graphicFrameMkLst>
        </pc:graphicFrameChg>
      </pc:sldChg>
      <pc:sldChg chg="delSp modSp add mod ord">
        <pc:chgData name="Marco Sanches" userId="301bf0f768bc15fc" providerId="LiveId" clId="{E371B47F-1891-49CB-8CC2-2F731423DB5E}" dt="2020-08-21T17:22:15.912" v="803" actId="1035"/>
        <pc:sldMkLst>
          <pc:docMk/>
          <pc:sldMk cId="3713417785" sldId="493"/>
        </pc:sldMkLst>
        <pc:spChg chg="mod">
          <ac:chgData name="Marco Sanches" userId="301bf0f768bc15fc" providerId="LiveId" clId="{E371B47F-1891-49CB-8CC2-2F731423DB5E}" dt="2020-08-21T17:21:28.854" v="775"/>
          <ac:spMkLst>
            <pc:docMk/>
            <pc:sldMk cId="3713417785" sldId="493"/>
            <ac:spMk id="2" creationId="{414298B5-57DB-48CF-898B-E1CDF856070D}"/>
          </ac:spMkLst>
        </pc:spChg>
        <pc:spChg chg="mod">
          <ac:chgData name="Marco Sanches" userId="301bf0f768bc15fc" providerId="LiveId" clId="{E371B47F-1891-49CB-8CC2-2F731423DB5E}" dt="2020-08-21T17:22:15.912" v="803" actId="1035"/>
          <ac:spMkLst>
            <pc:docMk/>
            <pc:sldMk cId="3713417785" sldId="493"/>
            <ac:spMk id="4" creationId="{82556AB7-8141-459E-85F1-4688F5017C28}"/>
          </ac:spMkLst>
        </pc:spChg>
        <pc:graphicFrameChg chg="del">
          <ac:chgData name="Marco Sanches" userId="301bf0f768bc15fc" providerId="LiveId" clId="{E371B47F-1891-49CB-8CC2-2F731423DB5E}" dt="2020-08-21T17:21:41.390" v="777" actId="478"/>
          <ac:graphicFrameMkLst>
            <pc:docMk/>
            <pc:sldMk cId="3713417785" sldId="493"/>
            <ac:graphicFrameMk id="3" creationId="{152A5DED-F775-4598-B062-8056F8EE921C}"/>
          </ac:graphicFrameMkLst>
        </pc:graphicFrameChg>
      </pc:sldChg>
      <pc:sldChg chg="addSp modSp add mod">
        <pc:chgData name="Marco Sanches" userId="301bf0f768bc15fc" providerId="LiveId" clId="{E371B47F-1891-49CB-8CC2-2F731423DB5E}" dt="2020-08-28T11:16:01.037" v="2999" actId="14100"/>
        <pc:sldMkLst>
          <pc:docMk/>
          <pc:sldMk cId="3857596868" sldId="494"/>
        </pc:sldMkLst>
        <pc:spChg chg="mod">
          <ac:chgData name="Marco Sanches" userId="301bf0f768bc15fc" providerId="LiveId" clId="{E371B47F-1891-49CB-8CC2-2F731423DB5E}" dt="2020-08-28T01:34:14.050" v="2923" actId="20577"/>
          <ac:spMkLst>
            <pc:docMk/>
            <pc:sldMk cId="3857596868" sldId="494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1T17:25:30.223" v="842" actId="1076"/>
          <ac:spMkLst>
            <pc:docMk/>
            <pc:sldMk cId="3857596868" sldId="494"/>
            <ac:spMk id="3" creationId="{D0BC2274-7D1C-4E3A-A1BC-BF0A26407127}"/>
          </ac:spMkLst>
        </pc:spChg>
        <pc:spChg chg="mod">
          <ac:chgData name="Marco Sanches" userId="301bf0f768bc15fc" providerId="LiveId" clId="{E371B47F-1891-49CB-8CC2-2F731423DB5E}" dt="2020-08-28T11:16:01.037" v="2999" actId="14100"/>
          <ac:spMkLst>
            <pc:docMk/>
            <pc:sldMk cId="3857596868" sldId="494"/>
            <ac:spMk id="4" creationId="{82556AB7-8141-459E-85F1-4688F5017C28}"/>
          </ac:spMkLst>
        </pc:spChg>
        <pc:spChg chg="add mod">
          <ac:chgData name="Marco Sanches" userId="301bf0f768bc15fc" providerId="LiveId" clId="{E371B47F-1891-49CB-8CC2-2F731423DB5E}" dt="2020-08-21T17:25:41.422" v="845" actId="20577"/>
          <ac:spMkLst>
            <pc:docMk/>
            <pc:sldMk cId="3857596868" sldId="494"/>
            <ac:spMk id="8" creationId="{DE1D9A44-B2DC-49D1-A75E-3B9DC63A104F}"/>
          </ac:spMkLst>
        </pc:spChg>
      </pc:sldChg>
      <pc:sldChg chg="addSp delSp modSp add mod">
        <pc:chgData name="Marco Sanches" userId="301bf0f768bc15fc" providerId="LiveId" clId="{E371B47F-1891-49CB-8CC2-2F731423DB5E}" dt="2020-08-28T11:16:05.637" v="3000" actId="14100"/>
        <pc:sldMkLst>
          <pc:docMk/>
          <pc:sldMk cId="2168780699" sldId="495"/>
        </pc:sldMkLst>
        <pc:spChg chg="mod">
          <ac:chgData name="Marco Sanches" userId="301bf0f768bc15fc" providerId="LiveId" clId="{E371B47F-1891-49CB-8CC2-2F731423DB5E}" dt="2020-08-21T17:29:41.792" v="871" actId="20577"/>
          <ac:spMkLst>
            <pc:docMk/>
            <pc:sldMk cId="2168780699" sldId="495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1T17:29:51.596" v="873" actId="478"/>
          <ac:spMkLst>
            <pc:docMk/>
            <pc:sldMk cId="2168780699" sldId="495"/>
            <ac:spMk id="3" creationId="{D0BC2274-7D1C-4E3A-A1BC-BF0A26407127}"/>
          </ac:spMkLst>
        </pc:spChg>
        <pc:spChg chg="mod">
          <ac:chgData name="Marco Sanches" userId="301bf0f768bc15fc" providerId="LiveId" clId="{E371B47F-1891-49CB-8CC2-2F731423DB5E}" dt="2020-08-28T11:16:05.637" v="3000" actId="14100"/>
          <ac:spMkLst>
            <pc:docMk/>
            <pc:sldMk cId="2168780699" sldId="495"/>
            <ac:spMk id="4" creationId="{82556AB7-8141-459E-85F1-4688F5017C28}"/>
          </ac:spMkLst>
        </pc:spChg>
        <pc:spChg chg="del">
          <ac:chgData name="Marco Sanches" userId="301bf0f768bc15fc" providerId="LiveId" clId="{E371B47F-1891-49CB-8CC2-2F731423DB5E}" dt="2020-08-21T17:29:49.767" v="872" actId="478"/>
          <ac:spMkLst>
            <pc:docMk/>
            <pc:sldMk cId="2168780699" sldId="495"/>
            <ac:spMk id="8" creationId="{DE1D9A44-B2DC-49D1-A75E-3B9DC63A104F}"/>
          </ac:spMkLst>
        </pc:spChg>
        <pc:spChg chg="add mod">
          <ac:chgData name="Marco Sanches" userId="301bf0f768bc15fc" providerId="LiveId" clId="{E371B47F-1891-49CB-8CC2-2F731423DB5E}" dt="2020-08-22T12:51:52.035" v="1249" actId="1076"/>
          <ac:spMkLst>
            <pc:docMk/>
            <pc:sldMk cId="2168780699" sldId="495"/>
            <ac:spMk id="9" creationId="{CA4A93FD-FDE8-4507-AC1B-163328976897}"/>
          </ac:spMkLst>
        </pc:spChg>
        <pc:graphicFrameChg chg="add mod modGraphic">
          <ac:chgData name="Marco Sanches" userId="301bf0f768bc15fc" providerId="LiveId" clId="{E371B47F-1891-49CB-8CC2-2F731423DB5E}" dt="2020-08-22T12:51:54.859" v="1250" actId="1076"/>
          <ac:graphicFrameMkLst>
            <pc:docMk/>
            <pc:sldMk cId="2168780699" sldId="495"/>
            <ac:graphicFrameMk id="5" creationId="{540A838F-0A83-4B62-98BF-66E2BE7C2256}"/>
          </ac:graphicFrameMkLst>
        </pc:graphicFrameChg>
        <pc:picChg chg="del">
          <ac:chgData name="Marco Sanches" userId="301bf0f768bc15fc" providerId="LiveId" clId="{E371B47F-1891-49CB-8CC2-2F731423DB5E}" dt="2020-08-21T17:31:19.968" v="904" actId="478"/>
          <ac:picMkLst>
            <pc:docMk/>
            <pc:sldMk cId="2168780699" sldId="495"/>
            <ac:picMk id="7" creationId="{7C50BA19-200A-47C6-830B-3D2E4B5E94E9}"/>
          </ac:picMkLst>
        </pc:picChg>
        <pc:picChg chg="add mod">
          <ac:chgData name="Marco Sanches" userId="301bf0f768bc15fc" providerId="LiveId" clId="{E371B47F-1891-49CB-8CC2-2F731423DB5E}" dt="2020-08-21T17:36:15.592" v="1176" actId="1076"/>
          <ac:picMkLst>
            <pc:docMk/>
            <pc:sldMk cId="2168780699" sldId="495"/>
            <ac:picMk id="11" creationId="{10D4A7AD-B9B3-44F0-9DFF-AC6316AD7437}"/>
          </ac:picMkLst>
        </pc:picChg>
      </pc:sldChg>
      <pc:sldChg chg="addSp delSp modSp add mod modClrScheme chgLayout">
        <pc:chgData name="Marco Sanches" userId="301bf0f768bc15fc" providerId="LiveId" clId="{E371B47F-1891-49CB-8CC2-2F731423DB5E}" dt="2020-08-21T17:43:18.787" v="1248" actId="1076"/>
        <pc:sldMkLst>
          <pc:docMk/>
          <pc:sldMk cId="1430489921" sldId="496"/>
        </pc:sldMkLst>
        <pc:spChg chg="mod">
          <ac:chgData name="Marco Sanches" userId="301bf0f768bc15fc" providerId="LiveId" clId="{E371B47F-1891-49CB-8CC2-2F731423DB5E}" dt="2020-08-21T17:41:39.489" v="1231" actId="26606"/>
          <ac:spMkLst>
            <pc:docMk/>
            <pc:sldMk cId="1430489921" sldId="496"/>
            <ac:spMk id="2" creationId="{414298B5-57DB-48CF-898B-E1CDF856070D}"/>
          </ac:spMkLst>
        </pc:spChg>
        <pc:spChg chg="add del mod">
          <ac:chgData name="Marco Sanches" userId="301bf0f768bc15fc" providerId="LiveId" clId="{E371B47F-1891-49CB-8CC2-2F731423DB5E}" dt="2020-08-21T17:41:33.845" v="1229" actId="478"/>
          <ac:spMkLst>
            <pc:docMk/>
            <pc:sldMk cId="1430489921" sldId="496"/>
            <ac:spMk id="5" creationId="{E64080AE-D2D3-4ACA-8348-4A0F81560420}"/>
          </ac:spMkLst>
        </pc:spChg>
        <pc:spChg chg="add del mod">
          <ac:chgData name="Marco Sanches" userId="301bf0f768bc15fc" providerId="LiveId" clId="{E371B47F-1891-49CB-8CC2-2F731423DB5E}" dt="2020-08-21T17:41:45.460" v="1233" actId="478"/>
          <ac:spMkLst>
            <pc:docMk/>
            <pc:sldMk cId="1430489921" sldId="496"/>
            <ac:spMk id="8" creationId="{C18793B8-0728-4446-A763-1AD2C9166697}"/>
          </ac:spMkLst>
        </pc:spChg>
        <pc:spChg chg="add del mod">
          <ac:chgData name="Marco Sanches" userId="301bf0f768bc15fc" providerId="LiveId" clId="{E371B47F-1891-49CB-8CC2-2F731423DB5E}" dt="2020-08-21T17:41:44.384" v="1232" actId="478"/>
          <ac:spMkLst>
            <pc:docMk/>
            <pc:sldMk cId="1430489921" sldId="496"/>
            <ac:spMk id="10" creationId="{0930C76D-CCF7-45D3-B562-51BEE8878223}"/>
          </ac:spMkLst>
        </pc:spChg>
        <pc:spChg chg="add del mod">
          <ac:chgData name="Marco Sanches" userId="301bf0f768bc15fc" providerId="LiveId" clId="{E371B47F-1891-49CB-8CC2-2F731423DB5E}" dt="2020-08-21T17:41:48.276" v="1234" actId="478"/>
          <ac:spMkLst>
            <pc:docMk/>
            <pc:sldMk cId="1430489921" sldId="496"/>
            <ac:spMk id="12" creationId="{7FFD40E0-6DA9-493D-B17F-5211C024BF0A}"/>
          </ac:spMkLst>
        </pc:spChg>
        <pc:spChg chg="del">
          <ac:chgData name="Marco Sanches" userId="301bf0f768bc15fc" providerId="LiveId" clId="{E371B47F-1891-49CB-8CC2-2F731423DB5E}" dt="2020-08-21T17:38:48.927" v="1211" actId="478"/>
          <ac:spMkLst>
            <pc:docMk/>
            <pc:sldMk cId="1430489921" sldId="496"/>
            <ac:spMk id="17" creationId="{ADF94795-EDED-48E2-8EBB-22625A94FC89}"/>
          </ac:spMkLst>
        </pc:spChg>
        <pc:graphicFrameChg chg="add mod modGraphic">
          <ac:chgData name="Marco Sanches" userId="301bf0f768bc15fc" providerId="LiveId" clId="{E371B47F-1891-49CB-8CC2-2F731423DB5E}" dt="2020-08-21T17:43:18.787" v="1248" actId="1076"/>
          <ac:graphicFrameMkLst>
            <pc:docMk/>
            <pc:sldMk cId="1430489921" sldId="496"/>
            <ac:graphicFrameMk id="3" creationId="{B31ECA64-39E8-4F3A-A288-4B64E4EAFC5C}"/>
          </ac:graphicFrameMkLst>
        </pc:graphicFrameChg>
        <pc:picChg chg="del">
          <ac:chgData name="Marco Sanches" userId="301bf0f768bc15fc" providerId="LiveId" clId="{E371B47F-1891-49CB-8CC2-2F731423DB5E}" dt="2020-08-21T17:38:50.067" v="1212" actId="478"/>
          <ac:picMkLst>
            <pc:docMk/>
            <pc:sldMk cId="1430489921" sldId="496"/>
            <ac:picMk id="6" creationId="{72B03B59-9C38-40CB-B46C-10F789284648}"/>
          </ac:picMkLst>
        </pc:picChg>
      </pc:sldChg>
      <pc:sldChg chg="addSp delSp modSp add del mod">
        <pc:chgData name="Marco Sanches" userId="301bf0f768bc15fc" providerId="LiveId" clId="{E371B47F-1891-49CB-8CC2-2F731423DB5E}" dt="2020-08-22T12:57:46.686" v="1289" actId="47"/>
        <pc:sldMkLst>
          <pc:docMk/>
          <pc:sldMk cId="824418064" sldId="497"/>
        </pc:sldMkLst>
        <pc:spChg chg="mod">
          <ac:chgData name="Marco Sanches" userId="301bf0f768bc15fc" providerId="LiveId" clId="{E371B47F-1891-49CB-8CC2-2F731423DB5E}" dt="2020-08-22T12:57:42.872" v="1288" actId="21"/>
          <ac:spMkLst>
            <pc:docMk/>
            <pc:sldMk cId="824418064" sldId="497"/>
            <ac:spMk id="4" creationId="{82556AB7-8141-459E-85F1-4688F5017C28}"/>
          </ac:spMkLst>
        </pc:spChg>
        <pc:spChg chg="del">
          <ac:chgData name="Marco Sanches" userId="301bf0f768bc15fc" providerId="LiveId" clId="{E371B47F-1891-49CB-8CC2-2F731423DB5E}" dt="2020-08-22T12:53:06.229" v="1258" actId="478"/>
          <ac:spMkLst>
            <pc:docMk/>
            <pc:sldMk cId="824418064" sldId="497"/>
            <ac:spMk id="9" creationId="{CA4A93FD-FDE8-4507-AC1B-163328976897}"/>
          </ac:spMkLst>
        </pc:spChg>
        <pc:graphicFrameChg chg="del">
          <ac:chgData name="Marco Sanches" userId="301bf0f768bc15fc" providerId="LiveId" clId="{E371B47F-1891-49CB-8CC2-2F731423DB5E}" dt="2020-08-22T12:53:04.606" v="1257" actId="478"/>
          <ac:graphicFrameMkLst>
            <pc:docMk/>
            <pc:sldMk cId="824418064" sldId="497"/>
            <ac:graphicFrameMk id="5" creationId="{540A838F-0A83-4B62-98BF-66E2BE7C2256}"/>
          </ac:graphicFrameMkLst>
        </pc:graphicFrameChg>
        <pc:picChg chg="add">
          <ac:chgData name="Marco Sanches" userId="301bf0f768bc15fc" providerId="LiveId" clId="{E371B47F-1891-49CB-8CC2-2F731423DB5E}" dt="2020-08-22T12:53:14.613" v="1261" actId="22"/>
          <ac:picMkLst>
            <pc:docMk/>
            <pc:sldMk cId="824418064" sldId="497"/>
            <ac:picMk id="3" creationId="{53B3CE52-BE0C-4920-805A-087605A16584}"/>
          </ac:picMkLst>
        </pc:picChg>
        <pc:picChg chg="del mod">
          <ac:chgData name="Marco Sanches" userId="301bf0f768bc15fc" providerId="LiveId" clId="{E371B47F-1891-49CB-8CC2-2F731423DB5E}" dt="2020-08-22T12:53:08.766" v="1260" actId="478"/>
          <ac:picMkLst>
            <pc:docMk/>
            <pc:sldMk cId="824418064" sldId="497"/>
            <ac:picMk id="11" creationId="{10D4A7AD-B9B3-44F0-9DFF-AC6316AD7437}"/>
          </ac:picMkLst>
        </pc:picChg>
      </pc:sldChg>
      <pc:sldChg chg="addSp delSp modSp add mod">
        <pc:chgData name="Marco Sanches" userId="301bf0f768bc15fc" providerId="LiveId" clId="{E371B47F-1891-49CB-8CC2-2F731423DB5E}" dt="2020-08-28T11:17:38.508" v="3013" actId="207"/>
        <pc:sldMkLst>
          <pc:docMk/>
          <pc:sldMk cId="3875695046" sldId="498"/>
        </pc:sldMkLst>
        <pc:spChg chg="add mod">
          <ac:chgData name="Marco Sanches" userId="301bf0f768bc15fc" providerId="LiveId" clId="{E371B47F-1891-49CB-8CC2-2F731423DB5E}" dt="2020-08-28T11:17:38.508" v="3013" actId="207"/>
          <ac:spMkLst>
            <pc:docMk/>
            <pc:sldMk cId="3875695046" sldId="498"/>
            <ac:spMk id="3" creationId="{3D35018D-7EC9-4A3A-A630-8A746AA3C394}"/>
          </ac:spMkLst>
        </pc:spChg>
        <pc:spChg chg="add mod">
          <ac:chgData name="Marco Sanches" userId="301bf0f768bc15fc" providerId="LiveId" clId="{E371B47F-1891-49CB-8CC2-2F731423DB5E}" dt="2020-08-22T13:05:28.870" v="1365" actId="1035"/>
          <ac:spMkLst>
            <pc:docMk/>
            <pc:sldMk cId="3875695046" sldId="498"/>
            <ac:spMk id="9" creationId="{3E4E2F73-4AAD-44ED-92AB-97C5B17B794A}"/>
          </ac:spMkLst>
        </pc:spChg>
        <pc:spChg chg="mod">
          <ac:chgData name="Marco Sanches" userId="301bf0f768bc15fc" providerId="LiveId" clId="{E371B47F-1891-49CB-8CC2-2F731423DB5E}" dt="2020-08-28T01:34:59.666" v="2927" actId="14100"/>
          <ac:spMkLst>
            <pc:docMk/>
            <pc:sldMk cId="3875695046" sldId="498"/>
            <ac:spMk id="17" creationId="{ADF94795-EDED-48E2-8EBB-22625A94FC89}"/>
          </ac:spMkLst>
        </pc:spChg>
        <pc:spChg chg="mod">
          <ac:chgData name="Marco Sanches" userId="301bf0f768bc15fc" providerId="LiveId" clId="{E371B47F-1891-49CB-8CC2-2F731423DB5E}" dt="2020-08-28T01:34:56.908" v="2926" actId="14100"/>
          <ac:spMkLst>
            <pc:docMk/>
            <pc:sldMk cId="3875695046" sldId="498"/>
            <ac:spMk id="21" creationId="{F20D4566-26F4-4C3A-8858-6BBE859B21A4}"/>
          </ac:spMkLst>
        </pc:spChg>
        <pc:picChg chg="add del mod">
          <ac:chgData name="Marco Sanches" userId="301bf0f768bc15fc" providerId="LiveId" clId="{E371B47F-1891-49CB-8CC2-2F731423DB5E}" dt="2020-08-22T13:00:13.719" v="1321" actId="21"/>
          <ac:picMkLst>
            <pc:docMk/>
            <pc:sldMk cId="3875695046" sldId="498"/>
            <ac:picMk id="5" creationId="{A8DD5BC9-093A-4C7D-B1F2-0054633C8395}"/>
          </ac:picMkLst>
        </pc:picChg>
        <pc:picChg chg="add del mod">
          <ac:chgData name="Marco Sanches" userId="301bf0f768bc15fc" providerId="LiveId" clId="{E371B47F-1891-49CB-8CC2-2F731423DB5E}" dt="2020-08-22T13:02:55.943" v="1326" actId="478"/>
          <ac:picMkLst>
            <pc:docMk/>
            <pc:sldMk cId="3875695046" sldId="498"/>
            <ac:picMk id="8" creationId="{5384B31F-8158-4FA6-89B9-76920FCFFB21}"/>
          </ac:picMkLst>
        </pc:picChg>
        <pc:picChg chg="add del mod">
          <ac:chgData name="Marco Sanches" userId="301bf0f768bc15fc" providerId="LiveId" clId="{E371B47F-1891-49CB-8CC2-2F731423DB5E}" dt="2020-08-22T13:04:10.488" v="1329" actId="478"/>
          <ac:picMkLst>
            <pc:docMk/>
            <pc:sldMk cId="3875695046" sldId="498"/>
            <ac:picMk id="10" creationId="{B3AFA69A-C806-45C0-AA4A-CFC5BF11E8C0}"/>
          </ac:picMkLst>
        </pc:picChg>
        <pc:picChg chg="add del mod">
          <ac:chgData name="Marco Sanches" userId="301bf0f768bc15fc" providerId="LiveId" clId="{E371B47F-1891-49CB-8CC2-2F731423DB5E}" dt="2020-08-22T13:04:35.967" v="1334" actId="478"/>
          <ac:picMkLst>
            <pc:docMk/>
            <pc:sldMk cId="3875695046" sldId="498"/>
            <ac:picMk id="11" creationId="{E5F897A2-AF6F-4433-A2DF-593C35B651F9}"/>
          </ac:picMkLst>
        </pc:picChg>
        <pc:picChg chg="add mod">
          <ac:chgData name="Marco Sanches" userId="301bf0f768bc15fc" providerId="LiveId" clId="{E371B47F-1891-49CB-8CC2-2F731423DB5E}" dt="2020-08-22T13:05:31.224" v="1368" actId="1035"/>
          <ac:picMkLst>
            <pc:docMk/>
            <pc:sldMk cId="3875695046" sldId="498"/>
            <ac:picMk id="12" creationId="{7B3229C2-32C6-435B-A21C-FAD894C1F3E6}"/>
          </ac:picMkLst>
        </pc:picChg>
      </pc:sldChg>
      <pc:sldChg chg="addSp delSp modSp add mod">
        <pc:chgData name="Marco Sanches" userId="301bf0f768bc15fc" providerId="LiveId" clId="{E371B47F-1891-49CB-8CC2-2F731423DB5E}" dt="2020-08-28T01:35:09.707" v="2929" actId="14100"/>
        <pc:sldMkLst>
          <pc:docMk/>
          <pc:sldMk cId="2229768152" sldId="499"/>
        </pc:sldMkLst>
        <pc:spChg chg="del">
          <ac:chgData name="Marco Sanches" userId="301bf0f768bc15fc" providerId="LiveId" clId="{E371B47F-1891-49CB-8CC2-2F731423DB5E}" dt="2020-08-22T13:10:33.871" v="1371" actId="478"/>
          <ac:spMkLst>
            <pc:docMk/>
            <pc:sldMk cId="2229768152" sldId="499"/>
            <ac:spMk id="3" creationId="{3D35018D-7EC9-4A3A-A630-8A746AA3C394}"/>
          </ac:spMkLst>
        </pc:spChg>
        <pc:spChg chg="del">
          <ac:chgData name="Marco Sanches" userId="301bf0f768bc15fc" providerId="LiveId" clId="{E371B47F-1891-49CB-8CC2-2F731423DB5E}" dt="2020-08-22T13:10:33.060" v="1370" actId="478"/>
          <ac:spMkLst>
            <pc:docMk/>
            <pc:sldMk cId="2229768152" sldId="499"/>
            <ac:spMk id="9" creationId="{3E4E2F73-4AAD-44ED-92AB-97C5B17B794A}"/>
          </ac:spMkLst>
        </pc:spChg>
        <pc:spChg chg="mod">
          <ac:chgData name="Marco Sanches" userId="301bf0f768bc15fc" providerId="LiveId" clId="{E371B47F-1891-49CB-8CC2-2F731423DB5E}" dt="2020-08-28T01:35:09.707" v="2929" actId="14100"/>
          <ac:spMkLst>
            <pc:docMk/>
            <pc:sldMk cId="2229768152" sldId="499"/>
            <ac:spMk id="17" creationId="{ADF94795-EDED-48E2-8EBB-22625A94FC89}"/>
          </ac:spMkLst>
        </pc:spChg>
        <pc:spChg chg="mod">
          <ac:chgData name="Marco Sanches" userId="301bf0f768bc15fc" providerId="LiveId" clId="{E371B47F-1891-49CB-8CC2-2F731423DB5E}" dt="2020-08-28T01:35:07.203" v="2928" actId="14100"/>
          <ac:spMkLst>
            <pc:docMk/>
            <pc:sldMk cId="2229768152" sldId="499"/>
            <ac:spMk id="21" creationId="{F20D4566-26F4-4C3A-8858-6BBE859B21A4}"/>
          </ac:spMkLst>
        </pc:spChg>
        <pc:graphicFrameChg chg="add mod modGraphic">
          <ac:chgData name="Marco Sanches" userId="301bf0f768bc15fc" providerId="LiveId" clId="{E371B47F-1891-49CB-8CC2-2F731423DB5E}" dt="2020-08-22T13:46:42.927" v="1769" actId="1076"/>
          <ac:graphicFrameMkLst>
            <pc:docMk/>
            <pc:sldMk cId="2229768152" sldId="499"/>
            <ac:graphicFrameMk id="4" creationId="{880F1646-1D8E-45CC-8F79-CCD61DFFB2DF}"/>
          </ac:graphicFrameMkLst>
        </pc:graphicFrameChg>
        <pc:picChg chg="del mod">
          <ac:chgData name="Marco Sanches" userId="301bf0f768bc15fc" providerId="LiveId" clId="{E371B47F-1891-49CB-8CC2-2F731423DB5E}" dt="2020-08-22T13:46:24.265" v="1766" actId="478"/>
          <ac:picMkLst>
            <pc:docMk/>
            <pc:sldMk cId="2229768152" sldId="499"/>
            <ac:picMk id="6" creationId="{72B03B59-9C38-40CB-B46C-10F789284648}"/>
          </ac:picMkLst>
        </pc:picChg>
        <pc:picChg chg="del">
          <ac:chgData name="Marco Sanches" userId="301bf0f768bc15fc" providerId="LiveId" clId="{E371B47F-1891-49CB-8CC2-2F731423DB5E}" dt="2020-08-22T13:10:34.412" v="1372" actId="478"/>
          <ac:picMkLst>
            <pc:docMk/>
            <pc:sldMk cId="2229768152" sldId="499"/>
            <ac:picMk id="12" creationId="{7B3229C2-32C6-435B-A21C-FAD894C1F3E6}"/>
          </ac:picMkLst>
        </pc:picChg>
      </pc:sldChg>
      <pc:sldChg chg="addSp delSp modSp add mod">
        <pc:chgData name="Marco Sanches" userId="301bf0f768bc15fc" providerId="LiveId" clId="{E371B47F-1891-49CB-8CC2-2F731423DB5E}" dt="2020-08-22T15:31:44.059" v="2286" actId="22"/>
        <pc:sldMkLst>
          <pc:docMk/>
          <pc:sldMk cId="4220691041" sldId="500"/>
        </pc:sldMkLst>
        <pc:spChg chg="del">
          <ac:chgData name="Marco Sanches" userId="301bf0f768bc15fc" providerId="LiveId" clId="{E371B47F-1891-49CB-8CC2-2F731423DB5E}" dt="2020-08-22T13:24:36.655" v="1452" actId="478"/>
          <ac:spMkLst>
            <pc:docMk/>
            <pc:sldMk cId="4220691041" sldId="500"/>
            <ac:spMk id="12" creationId="{4A84895A-C0A7-4602-B1C5-FA2FAB88CC57}"/>
          </ac:spMkLst>
        </pc:spChg>
        <pc:spChg chg="mod ord">
          <ac:chgData name="Marco Sanches" userId="301bf0f768bc15fc" providerId="LiveId" clId="{E371B47F-1891-49CB-8CC2-2F731423DB5E}" dt="2020-08-22T13:44:22.822" v="1719" actId="179"/>
          <ac:spMkLst>
            <pc:docMk/>
            <pc:sldMk cId="4220691041" sldId="500"/>
            <ac:spMk id="14" creationId="{0900E74A-64AA-4185-B52C-0F2BDDA13D64}"/>
          </ac:spMkLst>
        </pc:spChg>
        <pc:picChg chg="add mod">
          <ac:chgData name="Marco Sanches" userId="301bf0f768bc15fc" providerId="LiveId" clId="{E371B47F-1891-49CB-8CC2-2F731423DB5E}" dt="2020-08-22T13:27:32.296" v="1503" actId="1036"/>
          <ac:picMkLst>
            <pc:docMk/>
            <pc:sldMk cId="4220691041" sldId="500"/>
            <ac:picMk id="3" creationId="{F0ACDBA0-C81B-49BB-918C-3096AD4D3D5E}"/>
          </ac:picMkLst>
        </pc:picChg>
        <pc:picChg chg="add">
          <ac:chgData name="Marco Sanches" userId="301bf0f768bc15fc" providerId="LiveId" clId="{E371B47F-1891-49CB-8CC2-2F731423DB5E}" dt="2020-08-22T15:31:44.059" v="2286" actId="22"/>
          <ac:picMkLst>
            <pc:docMk/>
            <pc:sldMk cId="4220691041" sldId="500"/>
            <ac:picMk id="4" creationId="{124365F0-E194-4D47-840D-B15245504D97}"/>
          </ac:picMkLst>
        </pc:picChg>
        <pc:picChg chg="del">
          <ac:chgData name="Marco Sanches" userId="301bf0f768bc15fc" providerId="LiveId" clId="{E371B47F-1891-49CB-8CC2-2F731423DB5E}" dt="2020-08-22T15:31:43.179" v="2285" actId="478"/>
          <ac:picMkLst>
            <pc:docMk/>
            <pc:sldMk cId="4220691041" sldId="500"/>
            <ac:picMk id="23" creationId="{EAB07634-2C84-4424-B2E4-6E0E51F68DB1}"/>
          </ac:picMkLst>
        </pc:picChg>
        <pc:picChg chg="del">
          <ac:chgData name="Marco Sanches" userId="301bf0f768bc15fc" providerId="LiveId" clId="{E371B47F-1891-49CB-8CC2-2F731423DB5E}" dt="2020-08-22T13:25:00.366" v="1477" actId="478"/>
          <ac:picMkLst>
            <pc:docMk/>
            <pc:sldMk cId="4220691041" sldId="500"/>
            <ac:picMk id="27" creationId="{45B857DC-B299-4D37-95DE-6D1F097B20C8}"/>
          </ac:picMkLst>
        </pc:picChg>
        <pc:picChg chg="del">
          <ac:chgData name="Marco Sanches" userId="301bf0f768bc15fc" providerId="LiveId" clId="{E371B47F-1891-49CB-8CC2-2F731423DB5E}" dt="2020-08-22T13:24:55.162" v="1475" actId="478"/>
          <ac:picMkLst>
            <pc:docMk/>
            <pc:sldMk cId="4220691041" sldId="500"/>
            <ac:picMk id="28" creationId="{91175B4E-F64B-49CB-B2B3-2658E6339D56}"/>
          </ac:picMkLst>
        </pc:picChg>
      </pc:sldChg>
      <pc:sldChg chg="addSp delSp modSp add mod">
        <pc:chgData name="Marco Sanches" userId="301bf0f768bc15fc" providerId="LiveId" clId="{E371B47F-1891-49CB-8CC2-2F731423DB5E}" dt="2020-08-28T01:35:44.777" v="2931" actId="115"/>
        <pc:sldMkLst>
          <pc:docMk/>
          <pc:sldMk cId="3548832579" sldId="501"/>
        </pc:sldMkLst>
        <pc:spChg chg="mod">
          <ac:chgData name="Marco Sanches" userId="301bf0f768bc15fc" providerId="LiveId" clId="{E371B47F-1891-49CB-8CC2-2F731423DB5E}" dt="2020-08-22T13:27:51.404" v="1505"/>
          <ac:spMkLst>
            <pc:docMk/>
            <pc:sldMk cId="3548832579" sldId="501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2T13:35:03.223" v="1571" actId="1076"/>
          <ac:spMkLst>
            <pc:docMk/>
            <pc:sldMk cId="3548832579" sldId="501"/>
            <ac:spMk id="6" creationId="{5E75E189-03DC-4CEF-B1E3-2EA1988E9DD3}"/>
          </ac:spMkLst>
        </pc:spChg>
        <pc:spChg chg="add mod">
          <ac:chgData name="Marco Sanches" userId="301bf0f768bc15fc" providerId="LiveId" clId="{E371B47F-1891-49CB-8CC2-2F731423DB5E}" dt="2020-08-22T13:35:07.731" v="1573" actId="1076"/>
          <ac:spMkLst>
            <pc:docMk/>
            <pc:sldMk cId="3548832579" sldId="501"/>
            <ac:spMk id="12" creationId="{8EC31FE7-E270-4C35-BAC0-56A8F13E6299}"/>
          </ac:spMkLst>
        </pc:spChg>
        <pc:spChg chg="mod">
          <ac:chgData name="Marco Sanches" userId="301bf0f768bc15fc" providerId="LiveId" clId="{E371B47F-1891-49CB-8CC2-2F731423DB5E}" dt="2020-08-28T01:35:44.777" v="2931" actId="115"/>
          <ac:spMkLst>
            <pc:docMk/>
            <pc:sldMk cId="3548832579" sldId="501"/>
            <ac:spMk id="14" creationId="{0900E74A-64AA-4185-B52C-0F2BDDA13D64}"/>
          </ac:spMkLst>
        </pc:spChg>
        <pc:picChg chg="del">
          <ac:chgData name="Marco Sanches" userId="301bf0f768bc15fc" providerId="LiveId" clId="{E371B47F-1891-49CB-8CC2-2F731423DB5E}" dt="2020-08-22T13:28:21.159" v="1551" actId="478"/>
          <ac:picMkLst>
            <pc:docMk/>
            <pc:sldMk cId="3548832579" sldId="501"/>
            <ac:picMk id="3" creationId="{F0ACDBA0-C81B-49BB-918C-3096AD4D3D5E}"/>
          </ac:picMkLst>
        </pc:picChg>
        <pc:picChg chg="add mod">
          <ac:chgData name="Marco Sanches" userId="301bf0f768bc15fc" providerId="LiveId" clId="{E371B47F-1891-49CB-8CC2-2F731423DB5E}" dt="2020-08-22T13:34:59.369" v="1570" actId="1076"/>
          <ac:picMkLst>
            <pc:docMk/>
            <pc:sldMk cId="3548832579" sldId="501"/>
            <ac:picMk id="4" creationId="{A83CFEF0-8846-4101-A0DF-2DDC927C3840}"/>
          </ac:picMkLst>
        </pc:picChg>
        <pc:picChg chg="add mod">
          <ac:chgData name="Marco Sanches" userId="301bf0f768bc15fc" providerId="LiveId" clId="{E371B47F-1891-49CB-8CC2-2F731423DB5E}" dt="2020-08-22T13:32:35.009" v="1557" actId="1076"/>
          <ac:picMkLst>
            <pc:docMk/>
            <pc:sldMk cId="3548832579" sldId="501"/>
            <ac:picMk id="5" creationId="{36DEF689-0DF8-4CFE-8C5D-38F26F4CEBF7}"/>
          </ac:picMkLst>
        </pc:picChg>
        <pc:picChg chg="add mod">
          <ac:chgData name="Marco Sanches" userId="301bf0f768bc15fc" providerId="LiveId" clId="{E371B47F-1891-49CB-8CC2-2F731423DB5E}" dt="2020-08-22T13:35:06.305" v="1572" actId="1076"/>
          <ac:picMkLst>
            <pc:docMk/>
            <pc:sldMk cId="3548832579" sldId="501"/>
            <ac:picMk id="7" creationId="{AD02E8B2-3911-42CC-A2EE-8B1197AD5744}"/>
          </ac:picMkLst>
        </pc:picChg>
        <pc:picChg chg="add mod">
          <ac:chgData name="Marco Sanches" userId="301bf0f768bc15fc" providerId="LiveId" clId="{E371B47F-1891-49CB-8CC2-2F731423DB5E}" dt="2020-08-22T13:35:10.398" v="1574" actId="1076"/>
          <ac:picMkLst>
            <pc:docMk/>
            <pc:sldMk cId="3548832579" sldId="501"/>
            <ac:picMk id="9" creationId="{773C345E-0271-46ED-9D4C-DC2E76417827}"/>
          </ac:picMkLst>
        </pc:picChg>
        <pc:picChg chg="del">
          <ac:chgData name="Marco Sanches" userId="301bf0f768bc15fc" providerId="LiveId" clId="{E371B47F-1891-49CB-8CC2-2F731423DB5E}" dt="2020-08-22T13:34:07.568" v="1565" actId="478"/>
          <ac:picMkLst>
            <pc:docMk/>
            <pc:sldMk cId="3548832579" sldId="501"/>
            <ac:picMk id="23" creationId="{EAB07634-2C84-4424-B2E4-6E0E51F68DB1}"/>
          </ac:picMkLst>
        </pc:picChg>
      </pc:sldChg>
      <pc:sldChg chg="addSp delSp modSp add mod">
        <pc:chgData name="Marco Sanches" userId="301bf0f768bc15fc" providerId="LiveId" clId="{E371B47F-1891-49CB-8CC2-2F731423DB5E}" dt="2020-08-22T13:40:00.964" v="1650" actId="14100"/>
        <pc:sldMkLst>
          <pc:docMk/>
          <pc:sldMk cId="930638519" sldId="502"/>
        </pc:sldMkLst>
        <pc:spChg chg="mod">
          <ac:chgData name="Marco Sanches" userId="301bf0f768bc15fc" providerId="LiveId" clId="{E371B47F-1891-49CB-8CC2-2F731423DB5E}" dt="2020-08-22T13:35:58.905" v="1595" actId="20577"/>
          <ac:spMkLst>
            <pc:docMk/>
            <pc:sldMk cId="930638519" sldId="502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2T13:36:16.150" v="1598" actId="478"/>
          <ac:spMkLst>
            <pc:docMk/>
            <pc:sldMk cId="930638519" sldId="502"/>
            <ac:spMk id="6" creationId="{5E75E189-03DC-4CEF-B1E3-2EA1988E9DD3}"/>
          </ac:spMkLst>
        </pc:spChg>
        <pc:spChg chg="del">
          <ac:chgData name="Marco Sanches" userId="301bf0f768bc15fc" providerId="LiveId" clId="{E371B47F-1891-49CB-8CC2-2F731423DB5E}" dt="2020-08-22T13:37:07.129" v="1606" actId="478"/>
          <ac:spMkLst>
            <pc:docMk/>
            <pc:sldMk cId="930638519" sldId="502"/>
            <ac:spMk id="12" creationId="{8EC31FE7-E270-4C35-BAC0-56A8F13E6299}"/>
          </ac:spMkLst>
        </pc:spChg>
        <pc:spChg chg="add mod">
          <ac:chgData name="Marco Sanches" userId="301bf0f768bc15fc" providerId="LiveId" clId="{E371B47F-1891-49CB-8CC2-2F731423DB5E}" dt="2020-08-22T13:39:55.571" v="1649" actId="1076"/>
          <ac:spMkLst>
            <pc:docMk/>
            <pc:sldMk cId="930638519" sldId="502"/>
            <ac:spMk id="13" creationId="{57625F79-F177-42B2-94F6-FD10C7291113}"/>
          </ac:spMkLst>
        </pc:spChg>
        <pc:spChg chg="mod">
          <ac:chgData name="Marco Sanches" userId="301bf0f768bc15fc" providerId="LiveId" clId="{E371B47F-1891-49CB-8CC2-2F731423DB5E}" dt="2020-08-22T13:40:00.964" v="1650" actId="14100"/>
          <ac:spMkLst>
            <pc:docMk/>
            <pc:sldMk cId="930638519" sldId="502"/>
            <ac:spMk id="14" creationId="{0900E74A-64AA-4185-B52C-0F2BDDA13D64}"/>
          </ac:spMkLst>
        </pc:spChg>
        <pc:picChg chg="add mod">
          <ac:chgData name="Marco Sanches" userId="301bf0f768bc15fc" providerId="LiveId" clId="{E371B47F-1891-49CB-8CC2-2F731423DB5E}" dt="2020-08-22T13:39:45.883" v="1646" actId="1076"/>
          <ac:picMkLst>
            <pc:docMk/>
            <pc:sldMk cId="930638519" sldId="502"/>
            <ac:picMk id="3" creationId="{568DC341-5BFC-42F2-B261-F3090BED5223}"/>
          </ac:picMkLst>
        </pc:picChg>
        <pc:picChg chg="del">
          <ac:chgData name="Marco Sanches" userId="301bf0f768bc15fc" providerId="LiveId" clId="{E371B47F-1891-49CB-8CC2-2F731423DB5E}" dt="2020-08-22T13:36:07.449" v="1596" actId="478"/>
          <ac:picMkLst>
            <pc:docMk/>
            <pc:sldMk cId="930638519" sldId="502"/>
            <ac:picMk id="4" creationId="{A83CFEF0-8846-4101-A0DF-2DDC927C3840}"/>
          </ac:picMkLst>
        </pc:picChg>
        <pc:picChg chg="del">
          <ac:chgData name="Marco Sanches" userId="301bf0f768bc15fc" providerId="LiveId" clId="{E371B47F-1891-49CB-8CC2-2F731423DB5E}" dt="2020-08-22T13:36:17.099" v="1599" actId="478"/>
          <ac:picMkLst>
            <pc:docMk/>
            <pc:sldMk cId="930638519" sldId="502"/>
            <ac:picMk id="5" creationId="{36DEF689-0DF8-4CFE-8C5D-38F26F4CEBF7}"/>
          </ac:picMkLst>
        </pc:picChg>
        <pc:picChg chg="mod">
          <ac:chgData name="Marco Sanches" userId="301bf0f768bc15fc" providerId="LiveId" clId="{E371B47F-1891-49CB-8CC2-2F731423DB5E}" dt="2020-08-22T13:36:37.031" v="1603" actId="1076"/>
          <ac:picMkLst>
            <pc:docMk/>
            <pc:sldMk cId="930638519" sldId="502"/>
            <ac:picMk id="7" creationId="{AD02E8B2-3911-42CC-A2EE-8B1197AD5744}"/>
          </ac:picMkLst>
        </pc:picChg>
        <pc:picChg chg="del">
          <ac:chgData name="Marco Sanches" userId="301bf0f768bc15fc" providerId="LiveId" clId="{E371B47F-1891-49CB-8CC2-2F731423DB5E}" dt="2020-08-22T13:37:07.817" v="1607" actId="478"/>
          <ac:picMkLst>
            <pc:docMk/>
            <pc:sldMk cId="930638519" sldId="502"/>
            <ac:picMk id="9" creationId="{773C345E-0271-46ED-9D4C-DC2E76417827}"/>
          </ac:picMkLst>
        </pc:picChg>
        <pc:picChg chg="add del mod">
          <ac:chgData name="Marco Sanches" userId="301bf0f768bc15fc" providerId="LiveId" clId="{E371B47F-1891-49CB-8CC2-2F731423DB5E}" dt="2020-08-22T13:38:54.336" v="1634" actId="478"/>
          <ac:picMkLst>
            <pc:docMk/>
            <pc:sldMk cId="930638519" sldId="502"/>
            <ac:picMk id="11" creationId="{8AE1CE45-4A99-4AC8-9CFE-4AF30A4E0B36}"/>
          </ac:picMkLst>
        </pc:picChg>
        <pc:picChg chg="add del mod">
          <ac:chgData name="Marco Sanches" userId="301bf0f768bc15fc" providerId="LiveId" clId="{E371B47F-1891-49CB-8CC2-2F731423DB5E}" dt="2020-08-22T13:39:42.523" v="1645" actId="478"/>
          <ac:picMkLst>
            <pc:docMk/>
            <pc:sldMk cId="930638519" sldId="502"/>
            <ac:picMk id="16" creationId="{3BBACF2B-80E3-403C-BDA9-CE531F147E9D}"/>
          </ac:picMkLst>
        </pc:picChg>
        <pc:picChg chg="add mod">
          <ac:chgData name="Marco Sanches" userId="301bf0f768bc15fc" providerId="LiveId" clId="{E371B47F-1891-49CB-8CC2-2F731423DB5E}" dt="2020-08-22T13:39:48.638" v="1647" actId="1076"/>
          <ac:picMkLst>
            <pc:docMk/>
            <pc:sldMk cId="930638519" sldId="502"/>
            <ac:picMk id="18" creationId="{A8BC577E-9CAE-467D-A9B0-4F21EE566F9B}"/>
          </ac:picMkLst>
        </pc:picChg>
      </pc:sldChg>
      <pc:sldChg chg="addSp delSp modSp add mod">
        <pc:chgData name="Marco Sanches" userId="301bf0f768bc15fc" providerId="LiveId" clId="{E371B47F-1891-49CB-8CC2-2F731423DB5E}" dt="2020-08-28T01:36:07.436" v="2932" actId="179"/>
        <pc:sldMkLst>
          <pc:docMk/>
          <pc:sldMk cId="1486634388" sldId="503"/>
        </pc:sldMkLst>
        <pc:spChg chg="del">
          <ac:chgData name="Marco Sanches" userId="301bf0f768bc15fc" providerId="LiveId" clId="{E371B47F-1891-49CB-8CC2-2F731423DB5E}" dt="2020-08-22T13:40:47.660" v="1682" actId="478"/>
          <ac:spMkLst>
            <pc:docMk/>
            <pc:sldMk cId="1486634388" sldId="503"/>
            <ac:spMk id="13" creationId="{57625F79-F177-42B2-94F6-FD10C7291113}"/>
          </ac:spMkLst>
        </pc:spChg>
        <pc:spChg chg="mod">
          <ac:chgData name="Marco Sanches" userId="301bf0f768bc15fc" providerId="LiveId" clId="{E371B47F-1891-49CB-8CC2-2F731423DB5E}" dt="2020-08-28T01:36:07.436" v="2932" actId="179"/>
          <ac:spMkLst>
            <pc:docMk/>
            <pc:sldMk cId="1486634388" sldId="503"/>
            <ac:spMk id="14" creationId="{0900E74A-64AA-4185-B52C-0F2BDDA13D64}"/>
          </ac:spMkLst>
        </pc:spChg>
        <pc:picChg chg="del">
          <ac:chgData name="Marco Sanches" userId="301bf0f768bc15fc" providerId="LiveId" clId="{E371B47F-1891-49CB-8CC2-2F731423DB5E}" dt="2020-08-22T13:40:45.597" v="1680" actId="478"/>
          <ac:picMkLst>
            <pc:docMk/>
            <pc:sldMk cId="1486634388" sldId="503"/>
            <ac:picMk id="3" creationId="{568DC341-5BFC-42F2-B261-F3090BED5223}"/>
          </ac:picMkLst>
        </pc:picChg>
        <pc:picChg chg="add mod">
          <ac:chgData name="Marco Sanches" userId="301bf0f768bc15fc" providerId="LiveId" clId="{E371B47F-1891-49CB-8CC2-2F731423DB5E}" dt="2020-08-22T13:43:25.975" v="1714" actId="1076"/>
          <ac:picMkLst>
            <pc:docMk/>
            <pc:sldMk cId="1486634388" sldId="503"/>
            <ac:picMk id="5" creationId="{E586F652-B848-4B08-A26A-2EE4DC3955D0}"/>
          </ac:picMkLst>
        </pc:picChg>
        <pc:picChg chg="del">
          <ac:chgData name="Marco Sanches" userId="301bf0f768bc15fc" providerId="LiveId" clId="{E371B47F-1891-49CB-8CC2-2F731423DB5E}" dt="2020-08-22T13:40:28.539" v="1674" actId="478"/>
          <ac:picMkLst>
            <pc:docMk/>
            <pc:sldMk cId="1486634388" sldId="503"/>
            <ac:picMk id="7" creationId="{AD02E8B2-3911-42CC-A2EE-8B1197AD5744}"/>
          </ac:picMkLst>
        </pc:picChg>
        <pc:picChg chg="add del mod">
          <ac:chgData name="Marco Sanches" userId="301bf0f768bc15fc" providerId="LiveId" clId="{E371B47F-1891-49CB-8CC2-2F731423DB5E}" dt="2020-08-22T13:41:47.890" v="1706" actId="478"/>
          <ac:picMkLst>
            <pc:docMk/>
            <pc:sldMk cId="1486634388" sldId="503"/>
            <ac:picMk id="8" creationId="{F7183A6D-B642-4F2F-9D8D-E082E2E45ABD}"/>
          </ac:picMkLst>
        </pc:picChg>
        <pc:picChg chg="add del mod">
          <ac:chgData name="Marco Sanches" userId="301bf0f768bc15fc" providerId="LiveId" clId="{E371B47F-1891-49CB-8CC2-2F731423DB5E}" dt="2020-08-22T13:41:48.414" v="1707" actId="478"/>
          <ac:picMkLst>
            <pc:docMk/>
            <pc:sldMk cId="1486634388" sldId="503"/>
            <ac:picMk id="10" creationId="{C93AC97E-3A6C-45AA-A328-B30207BA757C}"/>
          </ac:picMkLst>
        </pc:picChg>
        <pc:picChg chg="add mod">
          <ac:chgData name="Marco Sanches" userId="301bf0f768bc15fc" providerId="LiveId" clId="{E371B47F-1891-49CB-8CC2-2F731423DB5E}" dt="2020-08-22T13:43:37.019" v="1717" actId="1076"/>
          <ac:picMkLst>
            <pc:docMk/>
            <pc:sldMk cId="1486634388" sldId="503"/>
            <ac:picMk id="11" creationId="{41B96A69-BD94-40FE-8896-977A20B75FB2}"/>
          </ac:picMkLst>
        </pc:picChg>
        <pc:picChg chg="del">
          <ac:chgData name="Marco Sanches" userId="301bf0f768bc15fc" providerId="LiveId" clId="{E371B47F-1891-49CB-8CC2-2F731423DB5E}" dt="2020-08-22T13:40:46.377" v="1681" actId="478"/>
          <ac:picMkLst>
            <pc:docMk/>
            <pc:sldMk cId="1486634388" sldId="503"/>
            <ac:picMk id="18" creationId="{A8BC577E-9CAE-467D-A9B0-4F21EE566F9B}"/>
          </ac:picMkLst>
        </pc:picChg>
      </pc:sldChg>
      <pc:sldChg chg="addSp delSp modSp add mod">
        <pc:chgData name="Marco Sanches" userId="301bf0f768bc15fc" providerId="LiveId" clId="{E371B47F-1891-49CB-8CC2-2F731423DB5E}" dt="2020-08-22T13:50:23.024" v="1830" actId="14100"/>
        <pc:sldMkLst>
          <pc:docMk/>
          <pc:sldMk cId="3248021488" sldId="504"/>
        </pc:sldMkLst>
        <pc:spChg chg="mod">
          <ac:chgData name="Marco Sanches" userId="301bf0f768bc15fc" providerId="LiveId" clId="{E371B47F-1891-49CB-8CC2-2F731423DB5E}" dt="2020-08-22T13:47:04.460" v="1772"/>
          <ac:spMkLst>
            <pc:docMk/>
            <pc:sldMk cId="3248021488" sldId="504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2T13:50:19.914" v="1829" actId="1076"/>
          <ac:spMkLst>
            <pc:docMk/>
            <pc:sldMk cId="3248021488" sldId="504"/>
            <ac:spMk id="3" creationId="{AF1F7EF0-2068-4067-8ED9-8CE470091652}"/>
          </ac:spMkLst>
        </pc:spChg>
        <pc:spChg chg="add mod">
          <ac:chgData name="Marco Sanches" userId="301bf0f768bc15fc" providerId="LiveId" clId="{E371B47F-1891-49CB-8CC2-2F731423DB5E}" dt="2020-08-22T13:50:23.024" v="1830" actId="14100"/>
          <ac:spMkLst>
            <pc:docMk/>
            <pc:sldMk cId="3248021488" sldId="504"/>
            <ac:spMk id="4" creationId="{E77F9224-C840-4611-83B7-B841E2A9C576}"/>
          </ac:spMkLst>
        </pc:spChg>
        <pc:spChg chg="add mod">
          <ac:chgData name="Marco Sanches" userId="301bf0f768bc15fc" providerId="LiveId" clId="{E371B47F-1891-49CB-8CC2-2F731423DB5E}" dt="2020-08-22T13:50:04.182" v="1826" actId="1076"/>
          <ac:spMkLst>
            <pc:docMk/>
            <pc:sldMk cId="3248021488" sldId="504"/>
            <ac:spMk id="7" creationId="{51A2D428-A1FB-4699-863E-AAAB84822085}"/>
          </ac:spMkLst>
        </pc:spChg>
        <pc:spChg chg="mod">
          <ac:chgData name="Marco Sanches" userId="301bf0f768bc15fc" providerId="LiveId" clId="{E371B47F-1891-49CB-8CC2-2F731423DB5E}" dt="2020-08-22T13:50:16.167" v="1828" actId="948"/>
          <ac:spMkLst>
            <pc:docMk/>
            <pc:sldMk cId="3248021488" sldId="504"/>
            <ac:spMk id="14" creationId="{0900E74A-64AA-4185-B52C-0F2BDDA13D64}"/>
          </ac:spMkLst>
        </pc:spChg>
        <pc:picChg chg="del">
          <ac:chgData name="Marco Sanches" userId="301bf0f768bc15fc" providerId="LiveId" clId="{E371B47F-1891-49CB-8CC2-2F731423DB5E}" dt="2020-08-22T13:47:26.315" v="1779" actId="478"/>
          <ac:picMkLst>
            <pc:docMk/>
            <pc:sldMk cId="3248021488" sldId="504"/>
            <ac:picMk id="5" creationId="{E586F652-B848-4B08-A26A-2EE4DC3955D0}"/>
          </ac:picMkLst>
        </pc:picChg>
        <pc:picChg chg="del">
          <ac:chgData name="Marco Sanches" userId="301bf0f768bc15fc" providerId="LiveId" clId="{E371B47F-1891-49CB-8CC2-2F731423DB5E}" dt="2020-08-22T13:47:16.377" v="1773" actId="478"/>
          <ac:picMkLst>
            <pc:docMk/>
            <pc:sldMk cId="3248021488" sldId="504"/>
            <ac:picMk id="11" creationId="{41B96A69-BD94-40FE-8896-977A20B75FB2}"/>
          </ac:picMkLst>
        </pc:picChg>
      </pc:sldChg>
      <pc:sldChg chg="addSp delSp modSp add mod">
        <pc:chgData name="Marco Sanches" userId="301bf0f768bc15fc" providerId="LiveId" clId="{E371B47F-1891-49CB-8CC2-2F731423DB5E}" dt="2020-08-22T15:52:28.171" v="2315" actId="14100"/>
        <pc:sldMkLst>
          <pc:docMk/>
          <pc:sldMk cId="2473734918" sldId="505"/>
        </pc:sldMkLst>
        <pc:spChg chg="del">
          <ac:chgData name="Marco Sanches" userId="301bf0f768bc15fc" providerId="LiveId" clId="{E371B47F-1891-49CB-8CC2-2F731423DB5E}" dt="2020-08-22T13:50:55.331" v="1833" actId="478"/>
          <ac:spMkLst>
            <pc:docMk/>
            <pc:sldMk cId="2473734918" sldId="505"/>
            <ac:spMk id="3" creationId="{AF1F7EF0-2068-4067-8ED9-8CE470091652}"/>
          </ac:spMkLst>
        </pc:spChg>
        <pc:spChg chg="del">
          <ac:chgData name="Marco Sanches" userId="301bf0f768bc15fc" providerId="LiveId" clId="{E371B47F-1891-49CB-8CC2-2F731423DB5E}" dt="2020-08-22T13:50:59.672" v="1835" actId="478"/>
          <ac:spMkLst>
            <pc:docMk/>
            <pc:sldMk cId="2473734918" sldId="505"/>
            <ac:spMk id="4" creationId="{E77F9224-C840-4611-83B7-B841E2A9C576}"/>
          </ac:spMkLst>
        </pc:spChg>
        <pc:spChg chg="add mod">
          <ac:chgData name="Marco Sanches" userId="301bf0f768bc15fc" providerId="LiveId" clId="{E371B47F-1891-49CB-8CC2-2F731423DB5E}" dt="2020-08-22T15:52:22.750" v="2313" actId="164"/>
          <ac:spMkLst>
            <pc:docMk/>
            <pc:sldMk cId="2473734918" sldId="505"/>
            <ac:spMk id="5" creationId="{F0E17EDC-39D6-4ABE-8B24-B7CF2DD4B07C}"/>
          </ac:spMkLst>
        </pc:spChg>
        <pc:spChg chg="del">
          <ac:chgData name="Marco Sanches" userId="301bf0f768bc15fc" providerId="LiveId" clId="{E371B47F-1891-49CB-8CC2-2F731423DB5E}" dt="2020-08-22T13:51:20.121" v="1836" actId="478"/>
          <ac:spMkLst>
            <pc:docMk/>
            <pc:sldMk cId="2473734918" sldId="505"/>
            <ac:spMk id="7" creationId="{51A2D428-A1FB-4699-863E-AAAB84822085}"/>
          </ac:spMkLst>
        </pc:spChg>
        <pc:spChg chg="mod">
          <ac:chgData name="Marco Sanches" userId="301bf0f768bc15fc" providerId="LiveId" clId="{E371B47F-1891-49CB-8CC2-2F731423DB5E}" dt="2020-08-22T13:51:22.820" v="1837"/>
          <ac:spMkLst>
            <pc:docMk/>
            <pc:sldMk cId="2473734918" sldId="505"/>
            <ac:spMk id="9" creationId="{68EA9E45-573B-45FF-86B4-223EE8DB7395}"/>
          </ac:spMkLst>
        </pc:spChg>
        <pc:spChg chg="mod">
          <ac:chgData name="Marco Sanches" userId="301bf0f768bc15fc" providerId="LiveId" clId="{E371B47F-1891-49CB-8CC2-2F731423DB5E}" dt="2020-08-22T13:51:22.820" v="1837"/>
          <ac:spMkLst>
            <pc:docMk/>
            <pc:sldMk cId="2473734918" sldId="505"/>
            <ac:spMk id="10" creationId="{44D1DD72-A42F-4881-8C57-9E6BD51E783C}"/>
          </ac:spMkLst>
        </pc:spChg>
        <pc:spChg chg="add mod">
          <ac:chgData name="Marco Sanches" userId="301bf0f768bc15fc" providerId="LiveId" clId="{E371B47F-1891-49CB-8CC2-2F731423DB5E}" dt="2020-08-22T15:52:28.171" v="2315" actId="14100"/>
          <ac:spMkLst>
            <pc:docMk/>
            <pc:sldMk cId="2473734918" sldId="505"/>
            <ac:spMk id="12" creationId="{49BE5C63-6334-4E9B-9E3D-DD121F5DDCB1}"/>
          </ac:spMkLst>
        </pc:spChg>
        <pc:spChg chg="mod">
          <ac:chgData name="Marco Sanches" userId="301bf0f768bc15fc" providerId="LiveId" clId="{E371B47F-1891-49CB-8CC2-2F731423DB5E}" dt="2020-08-22T13:51:51.679" v="1847" actId="20577"/>
          <ac:spMkLst>
            <pc:docMk/>
            <pc:sldMk cId="2473734918" sldId="505"/>
            <ac:spMk id="14" creationId="{0900E74A-64AA-4185-B52C-0F2BDDA13D64}"/>
          </ac:spMkLst>
        </pc:spChg>
        <pc:grpChg chg="add mod">
          <ac:chgData name="Marco Sanches" userId="301bf0f768bc15fc" providerId="LiveId" clId="{E371B47F-1891-49CB-8CC2-2F731423DB5E}" dt="2020-08-22T15:52:22.750" v="2313" actId="164"/>
          <ac:grpSpMkLst>
            <pc:docMk/>
            <pc:sldMk cId="2473734918" sldId="505"/>
            <ac:grpSpMk id="8" creationId="{5B1358A0-41A5-4E1C-B0C0-9CB84F718DF9}"/>
          </ac:grpSpMkLst>
        </pc:grpChg>
        <pc:grpChg chg="add mod">
          <ac:chgData name="Marco Sanches" userId="301bf0f768bc15fc" providerId="LiveId" clId="{E371B47F-1891-49CB-8CC2-2F731423DB5E}" dt="2020-08-22T15:52:25.007" v="2314" actId="1076"/>
          <ac:grpSpMkLst>
            <pc:docMk/>
            <pc:sldMk cId="2473734918" sldId="505"/>
            <ac:grpSpMk id="15" creationId="{BB2D98BC-72AF-4A20-872A-EBD957AC3B35}"/>
          </ac:grpSpMkLst>
        </pc:grpChg>
        <pc:picChg chg="add del">
          <ac:chgData name="Marco Sanches" userId="301bf0f768bc15fc" providerId="LiveId" clId="{E371B47F-1891-49CB-8CC2-2F731423DB5E}" dt="2020-08-22T13:54:58.399" v="1851" actId="478"/>
          <ac:picMkLst>
            <pc:docMk/>
            <pc:sldMk cId="2473734918" sldId="505"/>
            <ac:picMk id="6" creationId="{8EDD53DA-8542-4B2B-A0A4-2928785F666C}"/>
          </ac:picMkLst>
        </pc:picChg>
      </pc:sldChg>
      <pc:sldChg chg="addSp delSp modSp add mod">
        <pc:chgData name="Marco Sanches" userId="301bf0f768bc15fc" providerId="LiveId" clId="{E371B47F-1891-49CB-8CC2-2F731423DB5E}" dt="2020-08-22T14:02:57.849" v="2075" actId="14100"/>
        <pc:sldMkLst>
          <pc:docMk/>
          <pc:sldMk cId="1819510631" sldId="506"/>
        </pc:sldMkLst>
        <pc:spChg chg="mod">
          <ac:chgData name="Marco Sanches" userId="301bf0f768bc15fc" providerId="LiveId" clId="{E371B47F-1891-49CB-8CC2-2F731423DB5E}" dt="2020-08-22T13:58:02.504" v="1984" actId="20577"/>
          <ac:spMkLst>
            <pc:docMk/>
            <pc:sldMk cId="1819510631" sldId="506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2T14:02:57.849" v="2075" actId="14100"/>
          <ac:spMkLst>
            <pc:docMk/>
            <pc:sldMk cId="1819510631" sldId="506"/>
            <ac:spMk id="4" creationId="{ECEE0810-15E9-41D3-97D5-BC3D9D288029}"/>
          </ac:spMkLst>
        </pc:spChg>
        <pc:spChg chg="del">
          <ac:chgData name="Marco Sanches" userId="301bf0f768bc15fc" providerId="LiveId" clId="{E371B47F-1891-49CB-8CC2-2F731423DB5E}" dt="2020-08-22T13:58:22.246" v="1987" actId="478"/>
          <ac:spMkLst>
            <pc:docMk/>
            <pc:sldMk cId="1819510631" sldId="506"/>
            <ac:spMk id="5" creationId="{F0E17EDC-39D6-4ABE-8B24-B7CF2DD4B07C}"/>
          </ac:spMkLst>
        </pc:spChg>
        <pc:spChg chg="add mod ord">
          <ac:chgData name="Marco Sanches" userId="301bf0f768bc15fc" providerId="LiveId" clId="{E371B47F-1891-49CB-8CC2-2F731423DB5E}" dt="2020-08-22T14:02:42.880" v="2073" actId="1076"/>
          <ac:spMkLst>
            <pc:docMk/>
            <pc:sldMk cId="1819510631" sldId="506"/>
            <ac:spMk id="6" creationId="{7E30A15B-1612-415C-BDA5-6854BDCD47D9}"/>
          </ac:spMkLst>
        </pc:spChg>
        <pc:spChg chg="del">
          <ac:chgData name="Marco Sanches" userId="301bf0f768bc15fc" providerId="LiveId" clId="{E371B47F-1891-49CB-8CC2-2F731423DB5E}" dt="2020-08-22T13:58:18.144" v="1985" actId="478"/>
          <ac:spMkLst>
            <pc:docMk/>
            <pc:sldMk cId="1819510631" sldId="506"/>
            <ac:spMk id="12" creationId="{49BE5C63-6334-4E9B-9E3D-DD121F5DDCB1}"/>
          </ac:spMkLst>
        </pc:spChg>
        <pc:spChg chg="mod">
          <ac:chgData name="Marco Sanches" userId="301bf0f768bc15fc" providerId="LiveId" clId="{E371B47F-1891-49CB-8CC2-2F731423DB5E}" dt="2020-08-22T14:01:12.046" v="2056" actId="1076"/>
          <ac:spMkLst>
            <pc:docMk/>
            <pc:sldMk cId="1819510631" sldId="506"/>
            <ac:spMk id="14" creationId="{0900E74A-64AA-4185-B52C-0F2BDDA13D64}"/>
          </ac:spMkLst>
        </pc:spChg>
        <pc:grpChg chg="del">
          <ac:chgData name="Marco Sanches" userId="301bf0f768bc15fc" providerId="LiveId" clId="{E371B47F-1891-49CB-8CC2-2F731423DB5E}" dt="2020-08-22T13:58:20.413" v="1986" actId="478"/>
          <ac:grpSpMkLst>
            <pc:docMk/>
            <pc:sldMk cId="1819510631" sldId="506"/>
            <ac:grpSpMk id="8" creationId="{5B1358A0-41A5-4E1C-B0C0-9CB84F718DF9}"/>
          </ac:grpSpMkLst>
        </pc:grpChg>
        <pc:picChg chg="add del mod">
          <ac:chgData name="Marco Sanches" userId="301bf0f768bc15fc" providerId="LiveId" clId="{E371B47F-1891-49CB-8CC2-2F731423DB5E}" dt="2020-08-22T14:02:00.472" v="2062" actId="478"/>
          <ac:picMkLst>
            <pc:docMk/>
            <pc:sldMk cId="1819510631" sldId="506"/>
            <ac:picMk id="3" creationId="{7261DBD6-532F-4038-8A69-5819DAE9B094}"/>
          </ac:picMkLst>
        </pc:picChg>
        <pc:picChg chg="add del mod">
          <ac:chgData name="Marco Sanches" userId="301bf0f768bc15fc" providerId="LiveId" clId="{E371B47F-1891-49CB-8CC2-2F731423DB5E}" dt="2020-08-22T14:02:16.060" v="2069" actId="478"/>
          <ac:picMkLst>
            <pc:docMk/>
            <pc:sldMk cId="1819510631" sldId="506"/>
            <ac:picMk id="7" creationId="{0CF6B014-9AB6-417C-BC28-E05132D2E9FF}"/>
          </ac:picMkLst>
        </pc:picChg>
        <pc:picChg chg="add mod ord">
          <ac:chgData name="Marco Sanches" userId="301bf0f768bc15fc" providerId="LiveId" clId="{E371B47F-1891-49CB-8CC2-2F731423DB5E}" dt="2020-08-22T14:02:14.245" v="2068" actId="208"/>
          <ac:picMkLst>
            <pc:docMk/>
            <pc:sldMk cId="1819510631" sldId="506"/>
            <ac:picMk id="15" creationId="{D798A888-4060-49A8-BC4A-09E7B01F65FC}"/>
          </ac:picMkLst>
        </pc:picChg>
        <pc:picChg chg="add mod">
          <ac:chgData name="Marco Sanches" userId="301bf0f768bc15fc" providerId="LiveId" clId="{E371B47F-1891-49CB-8CC2-2F731423DB5E}" dt="2020-08-22T14:02:45.689" v="2074" actId="1076"/>
          <ac:picMkLst>
            <pc:docMk/>
            <pc:sldMk cId="1819510631" sldId="506"/>
            <ac:picMk id="16" creationId="{BBDEE011-F672-44CC-9A5F-80904372F714}"/>
          </ac:picMkLst>
        </pc:picChg>
      </pc:sldChg>
      <pc:sldChg chg="addSp delSp modSp add mod">
        <pc:chgData name="Marco Sanches" userId="301bf0f768bc15fc" providerId="LiveId" clId="{E371B47F-1891-49CB-8CC2-2F731423DB5E}" dt="2020-08-22T14:05:19.946" v="2118" actId="14100"/>
        <pc:sldMkLst>
          <pc:docMk/>
          <pc:sldMk cId="188138168" sldId="507"/>
        </pc:sldMkLst>
        <pc:spChg chg="del">
          <ac:chgData name="Marco Sanches" userId="301bf0f768bc15fc" providerId="LiveId" clId="{E371B47F-1891-49CB-8CC2-2F731423DB5E}" dt="2020-08-22T14:03:28.263" v="2077" actId="478"/>
          <ac:spMkLst>
            <pc:docMk/>
            <pc:sldMk cId="188138168" sldId="507"/>
            <ac:spMk id="4" creationId="{ECEE0810-15E9-41D3-97D5-BC3D9D288029}"/>
          </ac:spMkLst>
        </pc:spChg>
        <pc:spChg chg="add mod">
          <ac:chgData name="Marco Sanches" userId="301bf0f768bc15fc" providerId="LiveId" clId="{E371B47F-1891-49CB-8CC2-2F731423DB5E}" dt="2020-08-22T14:05:19.946" v="2118" actId="14100"/>
          <ac:spMkLst>
            <pc:docMk/>
            <pc:sldMk cId="188138168" sldId="507"/>
            <ac:spMk id="5" creationId="{63424274-0FA0-4937-94E4-2ADB22115C4E}"/>
          </ac:spMkLst>
        </pc:spChg>
        <pc:spChg chg="del">
          <ac:chgData name="Marco Sanches" userId="301bf0f768bc15fc" providerId="LiveId" clId="{E371B47F-1891-49CB-8CC2-2F731423DB5E}" dt="2020-08-22T14:03:29.458" v="2078" actId="478"/>
          <ac:spMkLst>
            <pc:docMk/>
            <pc:sldMk cId="188138168" sldId="507"/>
            <ac:spMk id="6" creationId="{7E30A15B-1612-415C-BDA5-6854BDCD47D9}"/>
          </ac:spMkLst>
        </pc:spChg>
        <pc:spChg chg="mod">
          <ac:chgData name="Marco Sanches" userId="301bf0f768bc15fc" providerId="LiveId" clId="{E371B47F-1891-49CB-8CC2-2F731423DB5E}" dt="2020-08-22T14:03:46.188" v="2087" actId="20577"/>
          <ac:spMkLst>
            <pc:docMk/>
            <pc:sldMk cId="188138168" sldId="507"/>
            <ac:spMk id="14" creationId="{0900E74A-64AA-4185-B52C-0F2BDDA13D64}"/>
          </ac:spMkLst>
        </pc:spChg>
        <pc:picChg chg="add mod">
          <ac:chgData name="Marco Sanches" userId="301bf0f768bc15fc" providerId="LiveId" clId="{E371B47F-1891-49CB-8CC2-2F731423DB5E}" dt="2020-08-22T14:04:41.418" v="2092" actId="208"/>
          <ac:picMkLst>
            <pc:docMk/>
            <pc:sldMk cId="188138168" sldId="507"/>
            <ac:picMk id="3" creationId="{5A6D117F-216B-47A2-806C-F9FF226BA35E}"/>
          </ac:picMkLst>
        </pc:picChg>
      </pc:sldChg>
      <pc:sldChg chg="addSp delSp modSp add mod ord">
        <pc:chgData name="Marco Sanches" userId="301bf0f768bc15fc" providerId="LiveId" clId="{E371B47F-1891-49CB-8CC2-2F731423DB5E}" dt="2020-08-22T15:51:29.942" v="2291" actId="20577"/>
        <pc:sldMkLst>
          <pc:docMk/>
          <pc:sldMk cId="1636159245" sldId="508"/>
        </pc:sldMkLst>
        <pc:spChg chg="mod">
          <ac:chgData name="Marco Sanches" userId="301bf0f768bc15fc" providerId="LiveId" clId="{E371B47F-1891-49CB-8CC2-2F731423DB5E}" dt="2020-08-22T15:51:29.942" v="2291" actId="20577"/>
          <ac:spMkLst>
            <pc:docMk/>
            <pc:sldMk cId="1636159245" sldId="508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2T14:05:37.216" v="2124" actId="478"/>
          <ac:spMkLst>
            <pc:docMk/>
            <pc:sldMk cId="1636159245" sldId="508"/>
            <ac:spMk id="5" creationId="{63424274-0FA0-4937-94E4-2ADB22115C4E}"/>
          </ac:spMkLst>
        </pc:spChg>
        <pc:spChg chg="add mod">
          <ac:chgData name="Marco Sanches" userId="301bf0f768bc15fc" providerId="LiveId" clId="{E371B47F-1891-49CB-8CC2-2F731423DB5E}" dt="2020-08-22T14:10:44.108" v="2170" actId="1076"/>
          <ac:spMkLst>
            <pc:docMk/>
            <pc:sldMk cId="1636159245" sldId="508"/>
            <ac:spMk id="12" creationId="{AA9C7B98-7EA4-481E-9063-050E2C049B01}"/>
          </ac:spMkLst>
        </pc:spChg>
        <pc:spChg chg="add">
          <ac:chgData name="Marco Sanches" userId="301bf0f768bc15fc" providerId="LiveId" clId="{E371B47F-1891-49CB-8CC2-2F731423DB5E}" dt="2020-08-22T15:10:24.983" v="2215" actId="22"/>
          <ac:spMkLst>
            <pc:docMk/>
            <pc:sldMk cId="1636159245" sldId="508"/>
            <ac:spMk id="13" creationId="{3C177AE2-3123-4CF3-944C-8B6953009A0B}"/>
          </ac:spMkLst>
        </pc:spChg>
        <pc:spChg chg="del">
          <ac:chgData name="Marco Sanches" userId="301bf0f768bc15fc" providerId="LiveId" clId="{E371B47F-1891-49CB-8CC2-2F731423DB5E}" dt="2020-08-22T14:05:36.064" v="2122" actId="478"/>
          <ac:spMkLst>
            <pc:docMk/>
            <pc:sldMk cId="1636159245" sldId="508"/>
            <ac:spMk id="14" creationId="{0900E74A-64AA-4185-B52C-0F2BDDA13D64}"/>
          </ac:spMkLst>
        </pc:spChg>
        <pc:spChg chg="add mod">
          <ac:chgData name="Marco Sanches" userId="301bf0f768bc15fc" providerId="LiveId" clId="{E371B47F-1891-49CB-8CC2-2F731423DB5E}" dt="2020-08-22T14:10:46.617" v="2171" actId="1076"/>
          <ac:spMkLst>
            <pc:docMk/>
            <pc:sldMk cId="1636159245" sldId="508"/>
            <ac:spMk id="17" creationId="{3B8571EF-04D4-45F5-B4C5-CF1A7A89DD94}"/>
          </ac:spMkLst>
        </pc:spChg>
        <pc:spChg chg="add del mod">
          <ac:chgData name="Marco Sanches" userId="301bf0f768bc15fc" providerId="LiveId" clId="{E371B47F-1891-49CB-8CC2-2F731423DB5E}" dt="2020-08-22T15:10:22.499" v="2213" actId="478"/>
          <ac:spMkLst>
            <pc:docMk/>
            <pc:sldMk cId="1636159245" sldId="508"/>
            <ac:spMk id="18" creationId="{34E4DAFE-6B23-4767-8EBC-E8A810EC5968}"/>
          </ac:spMkLst>
        </pc:spChg>
        <pc:spChg chg="add del mod">
          <ac:chgData name="Marco Sanches" userId="301bf0f768bc15fc" providerId="LiveId" clId="{E371B47F-1891-49CB-8CC2-2F731423DB5E}" dt="2020-08-22T15:10:24.123" v="2214" actId="478"/>
          <ac:spMkLst>
            <pc:docMk/>
            <pc:sldMk cId="1636159245" sldId="508"/>
            <ac:spMk id="20" creationId="{0E4A06C6-304E-48EC-B6EE-328CD1F3CF0A}"/>
          </ac:spMkLst>
        </pc:spChg>
        <pc:spChg chg="add">
          <ac:chgData name="Marco Sanches" userId="301bf0f768bc15fc" providerId="LiveId" clId="{E371B47F-1891-49CB-8CC2-2F731423DB5E}" dt="2020-08-22T15:10:24.983" v="2215" actId="22"/>
          <ac:spMkLst>
            <pc:docMk/>
            <pc:sldMk cId="1636159245" sldId="508"/>
            <ac:spMk id="23" creationId="{F32CCF0D-C0B0-47A9-8BC7-6B184D51B1A6}"/>
          </ac:spMkLst>
        </pc:spChg>
        <pc:picChg chg="del">
          <ac:chgData name="Marco Sanches" userId="301bf0f768bc15fc" providerId="LiveId" clId="{E371B47F-1891-49CB-8CC2-2F731423DB5E}" dt="2020-08-22T14:05:36.708" v="2123" actId="478"/>
          <ac:picMkLst>
            <pc:docMk/>
            <pc:sldMk cId="1636159245" sldId="508"/>
            <ac:picMk id="3" creationId="{5A6D117F-216B-47A2-806C-F9FF226BA35E}"/>
          </ac:picMkLst>
        </pc:picChg>
        <pc:picChg chg="add del mod">
          <ac:chgData name="Marco Sanches" userId="301bf0f768bc15fc" providerId="LiveId" clId="{E371B47F-1891-49CB-8CC2-2F731423DB5E}" dt="2020-08-22T14:07:30.001" v="2138" actId="478"/>
          <ac:picMkLst>
            <pc:docMk/>
            <pc:sldMk cId="1636159245" sldId="508"/>
            <ac:picMk id="4" creationId="{B148884E-992C-4F18-AD01-67DEA1F9E04E}"/>
          </ac:picMkLst>
        </pc:picChg>
        <pc:picChg chg="add del mod">
          <ac:chgData name="Marco Sanches" userId="301bf0f768bc15fc" providerId="LiveId" clId="{E371B47F-1891-49CB-8CC2-2F731423DB5E}" dt="2020-08-22T14:09:26.248" v="2146" actId="478"/>
          <ac:picMkLst>
            <pc:docMk/>
            <pc:sldMk cId="1636159245" sldId="508"/>
            <ac:picMk id="6" creationId="{4BAEB578-788B-4DB6-8460-4C047333D082}"/>
          </ac:picMkLst>
        </pc:picChg>
        <pc:picChg chg="add mod">
          <ac:chgData name="Marco Sanches" userId="301bf0f768bc15fc" providerId="LiveId" clId="{E371B47F-1891-49CB-8CC2-2F731423DB5E}" dt="2020-08-22T14:11:03.100" v="2178" actId="1076"/>
          <ac:picMkLst>
            <pc:docMk/>
            <pc:sldMk cId="1636159245" sldId="508"/>
            <ac:picMk id="7" creationId="{7303A237-E396-4418-B64D-D02762553586}"/>
          </ac:picMkLst>
        </pc:picChg>
        <pc:picChg chg="add del mod">
          <ac:chgData name="Marco Sanches" userId="301bf0f768bc15fc" providerId="LiveId" clId="{E371B47F-1891-49CB-8CC2-2F731423DB5E}" dt="2020-08-22T14:09:31.430" v="2149" actId="478"/>
          <ac:picMkLst>
            <pc:docMk/>
            <pc:sldMk cId="1636159245" sldId="508"/>
            <ac:picMk id="8" creationId="{4AE6893D-2C13-4481-A03E-8055A0E69297}"/>
          </ac:picMkLst>
        </pc:picChg>
        <pc:picChg chg="add mod">
          <ac:chgData name="Marco Sanches" userId="301bf0f768bc15fc" providerId="LiveId" clId="{E371B47F-1891-49CB-8CC2-2F731423DB5E}" dt="2020-08-22T14:09:29.708" v="2148" actId="1076"/>
          <ac:picMkLst>
            <pc:docMk/>
            <pc:sldMk cId="1636159245" sldId="508"/>
            <ac:picMk id="9" creationId="{2868BB1D-523F-4905-8F7A-C1A4AEC6E203}"/>
          </ac:picMkLst>
        </pc:picChg>
        <pc:picChg chg="add mod">
          <ac:chgData name="Marco Sanches" userId="301bf0f768bc15fc" providerId="LiveId" clId="{E371B47F-1891-49CB-8CC2-2F731423DB5E}" dt="2020-08-22T14:10:52.228" v="2174" actId="1076"/>
          <ac:picMkLst>
            <pc:docMk/>
            <pc:sldMk cId="1636159245" sldId="508"/>
            <ac:picMk id="10" creationId="{078CCDD8-263F-4227-8B90-CFE30D08F2E5}"/>
          </ac:picMkLst>
        </pc:picChg>
        <pc:picChg chg="del">
          <ac:chgData name="Marco Sanches" userId="301bf0f768bc15fc" providerId="LiveId" clId="{E371B47F-1891-49CB-8CC2-2F731423DB5E}" dt="2020-08-22T14:05:34.712" v="2121" actId="478"/>
          <ac:picMkLst>
            <pc:docMk/>
            <pc:sldMk cId="1636159245" sldId="508"/>
            <ac:picMk id="15" creationId="{D798A888-4060-49A8-BC4A-09E7B01F65FC}"/>
          </ac:picMkLst>
        </pc:picChg>
        <pc:picChg chg="del">
          <ac:chgData name="Marco Sanches" userId="301bf0f768bc15fc" providerId="LiveId" clId="{E371B47F-1891-49CB-8CC2-2F731423DB5E}" dt="2020-08-22T14:05:33.631" v="2120" actId="478"/>
          <ac:picMkLst>
            <pc:docMk/>
            <pc:sldMk cId="1636159245" sldId="508"/>
            <ac:picMk id="16" creationId="{BBDEE011-F672-44CC-9A5F-80904372F714}"/>
          </ac:picMkLst>
        </pc:picChg>
      </pc:sldChg>
      <pc:sldChg chg="addSp delSp modSp add mod ord">
        <pc:chgData name="Marco Sanches" userId="301bf0f768bc15fc" providerId="LiveId" clId="{E371B47F-1891-49CB-8CC2-2F731423DB5E}" dt="2020-08-22T15:55:14.961" v="2381" actId="179"/>
        <pc:sldMkLst>
          <pc:docMk/>
          <pc:sldMk cId="2351096738" sldId="509"/>
        </pc:sldMkLst>
        <pc:spChg chg="mod">
          <ac:chgData name="Marco Sanches" userId="301bf0f768bc15fc" providerId="LiveId" clId="{E371B47F-1891-49CB-8CC2-2F731423DB5E}" dt="2020-08-22T15:08:11.364" v="2212" actId="20577"/>
          <ac:spMkLst>
            <pc:docMk/>
            <pc:sldMk cId="2351096738" sldId="509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2T15:55:14.961" v="2381" actId="179"/>
          <ac:spMkLst>
            <pc:docMk/>
            <pc:sldMk cId="2351096738" sldId="509"/>
            <ac:spMk id="11" creationId="{E5C99CF4-D48E-48BA-9A90-47274994FE68}"/>
          </ac:spMkLst>
        </pc:spChg>
        <pc:spChg chg="del">
          <ac:chgData name="Marco Sanches" userId="301bf0f768bc15fc" providerId="LiveId" clId="{E371B47F-1891-49CB-8CC2-2F731423DB5E}" dt="2020-08-22T15:11:25.813" v="2217" actId="478"/>
          <ac:spMkLst>
            <pc:docMk/>
            <pc:sldMk cId="2351096738" sldId="509"/>
            <ac:spMk id="12" creationId="{AA9C7B98-7EA4-481E-9063-050E2C049B01}"/>
          </ac:spMkLst>
        </pc:spChg>
        <pc:spChg chg="del">
          <ac:chgData name="Marco Sanches" userId="301bf0f768bc15fc" providerId="LiveId" clId="{E371B47F-1891-49CB-8CC2-2F731423DB5E}" dt="2020-08-22T15:11:27.140" v="2218" actId="478"/>
          <ac:spMkLst>
            <pc:docMk/>
            <pc:sldMk cId="2351096738" sldId="509"/>
            <ac:spMk id="17" creationId="{3B8571EF-04D4-45F5-B4C5-CF1A7A89DD94}"/>
          </ac:spMkLst>
        </pc:spChg>
        <pc:spChg chg="del mod">
          <ac:chgData name="Marco Sanches" userId="301bf0f768bc15fc" providerId="LiveId" clId="{E371B47F-1891-49CB-8CC2-2F731423DB5E}" dt="2020-08-22T15:11:28.855" v="2221" actId="478"/>
          <ac:spMkLst>
            <pc:docMk/>
            <pc:sldMk cId="2351096738" sldId="509"/>
            <ac:spMk id="18" creationId="{34E4DAFE-6B23-4767-8EBC-E8A810EC5968}"/>
          </ac:spMkLst>
        </pc:spChg>
        <pc:spChg chg="del mod">
          <ac:chgData name="Marco Sanches" userId="301bf0f768bc15fc" providerId="LiveId" clId="{E371B47F-1891-49CB-8CC2-2F731423DB5E}" dt="2020-08-22T15:11:29.271" v="2222" actId="478"/>
          <ac:spMkLst>
            <pc:docMk/>
            <pc:sldMk cId="2351096738" sldId="509"/>
            <ac:spMk id="20" creationId="{0E4A06C6-304E-48EC-B6EE-328CD1F3CF0A}"/>
          </ac:spMkLst>
        </pc:spChg>
        <pc:picChg chg="add">
          <ac:chgData name="Marco Sanches" userId="301bf0f768bc15fc" providerId="LiveId" clId="{E371B47F-1891-49CB-8CC2-2F731423DB5E}" dt="2020-08-22T15:31:50.710" v="2287" actId="22"/>
          <ac:picMkLst>
            <pc:docMk/>
            <pc:sldMk cId="2351096738" sldId="509"/>
            <ac:picMk id="3" creationId="{B155DA26-8785-4B6D-8AC4-926817989F7C}"/>
          </ac:picMkLst>
        </pc:picChg>
        <pc:picChg chg="del">
          <ac:chgData name="Marco Sanches" userId="301bf0f768bc15fc" providerId="LiveId" clId="{E371B47F-1891-49CB-8CC2-2F731423DB5E}" dt="2020-08-22T15:11:27.611" v="2219" actId="478"/>
          <ac:picMkLst>
            <pc:docMk/>
            <pc:sldMk cId="2351096738" sldId="509"/>
            <ac:picMk id="7" creationId="{7303A237-E396-4418-B64D-D02762553586}"/>
          </ac:picMkLst>
        </pc:picChg>
        <pc:picChg chg="del">
          <ac:chgData name="Marco Sanches" userId="301bf0f768bc15fc" providerId="LiveId" clId="{E371B47F-1891-49CB-8CC2-2F731423DB5E}" dt="2020-08-22T15:11:23.746" v="2216" actId="478"/>
          <ac:picMkLst>
            <pc:docMk/>
            <pc:sldMk cId="2351096738" sldId="509"/>
            <ac:picMk id="9" creationId="{2868BB1D-523F-4905-8F7A-C1A4AEC6E203}"/>
          </ac:picMkLst>
        </pc:picChg>
        <pc:picChg chg="del">
          <ac:chgData name="Marco Sanches" userId="301bf0f768bc15fc" providerId="LiveId" clId="{E371B47F-1891-49CB-8CC2-2F731423DB5E}" dt="2020-08-22T15:11:29.675" v="2223" actId="478"/>
          <ac:picMkLst>
            <pc:docMk/>
            <pc:sldMk cId="2351096738" sldId="509"/>
            <ac:picMk id="10" creationId="{078CCDD8-263F-4227-8B90-CFE30D08F2E5}"/>
          </ac:picMkLst>
        </pc:picChg>
      </pc:sldChg>
      <pc:sldChg chg="modSp add mod">
        <pc:chgData name="Marco Sanches" userId="301bf0f768bc15fc" providerId="LiveId" clId="{E371B47F-1891-49CB-8CC2-2F731423DB5E}" dt="2020-08-22T15:55:03.933" v="2379" actId="179"/>
        <pc:sldMkLst>
          <pc:docMk/>
          <pc:sldMk cId="2578693443" sldId="510"/>
        </pc:sldMkLst>
        <pc:spChg chg="mod">
          <ac:chgData name="Marco Sanches" userId="301bf0f768bc15fc" providerId="LiveId" clId="{E371B47F-1891-49CB-8CC2-2F731423DB5E}" dt="2020-08-22T15:52:47.455" v="2331" actId="20577"/>
          <ac:spMkLst>
            <pc:docMk/>
            <pc:sldMk cId="2578693443" sldId="510"/>
            <ac:spMk id="2" creationId="{414298B5-57DB-48CF-898B-E1CDF856070D}"/>
          </ac:spMkLst>
        </pc:spChg>
        <pc:spChg chg="mod">
          <ac:chgData name="Marco Sanches" userId="301bf0f768bc15fc" providerId="LiveId" clId="{E371B47F-1891-49CB-8CC2-2F731423DB5E}" dt="2020-08-22T15:55:03.933" v="2379" actId="179"/>
          <ac:spMkLst>
            <pc:docMk/>
            <pc:sldMk cId="2578693443" sldId="510"/>
            <ac:spMk id="11" creationId="{E5C99CF4-D48E-48BA-9A90-47274994FE68}"/>
          </ac:spMkLst>
        </pc:spChg>
      </pc:sldChg>
      <pc:sldChg chg="addSp modSp add mod">
        <pc:chgData name="Marco Sanches" userId="301bf0f768bc15fc" providerId="LiveId" clId="{E371B47F-1891-49CB-8CC2-2F731423DB5E}" dt="2020-08-28T01:37:37.632" v="2934" actId="14861"/>
        <pc:sldMkLst>
          <pc:docMk/>
          <pc:sldMk cId="908497756" sldId="511"/>
        </pc:sldMkLst>
        <pc:spChg chg="mod">
          <ac:chgData name="Marco Sanches" userId="301bf0f768bc15fc" providerId="LiveId" clId="{E371B47F-1891-49CB-8CC2-2F731423DB5E}" dt="2020-08-22T15:58:44.024" v="2397" actId="20577"/>
          <ac:spMkLst>
            <pc:docMk/>
            <pc:sldMk cId="908497756" sldId="511"/>
            <ac:spMk id="2" creationId="{414298B5-57DB-48CF-898B-E1CDF856070D}"/>
          </ac:spMkLst>
        </pc:spChg>
        <pc:spChg chg="add mod">
          <ac:chgData name="Marco Sanches" userId="301bf0f768bc15fc" providerId="LiveId" clId="{E371B47F-1891-49CB-8CC2-2F731423DB5E}" dt="2020-08-22T16:06:56.592" v="2461" actId="208"/>
          <ac:spMkLst>
            <pc:docMk/>
            <pc:sldMk cId="908497756" sldId="511"/>
            <ac:spMk id="5" creationId="{E306130E-0DD9-4A87-B244-703C779C4806}"/>
          </ac:spMkLst>
        </pc:spChg>
        <pc:spChg chg="add mod">
          <ac:chgData name="Marco Sanches" userId="301bf0f768bc15fc" providerId="LiveId" clId="{E371B47F-1891-49CB-8CC2-2F731423DB5E}" dt="2020-08-22T16:06:44.473" v="2457" actId="1076"/>
          <ac:spMkLst>
            <pc:docMk/>
            <pc:sldMk cId="908497756" sldId="511"/>
            <ac:spMk id="7" creationId="{80A46C46-18DF-48BE-9065-82B3D0245B43}"/>
          </ac:spMkLst>
        </pc:spChg>
        <pc:spChg chg="add mod">
          <ac:chgData name="Marco Sanches" userId="301bf0f768bc15fc" providerId="LiveId" clId="{E371B47F-1891-49CB-8CC2-2F731423DB5E}" dt="2020-08-28T01:37:37.632" v="2934" actId="14861"/>
          <ac:spMkLst>
            <pc:docMk/>
            <pc:sldMk cId="908497756" sldId="511"/>
            <ac:spMk id="8" creationId="{251D19AE-8F32-4C65-9533-63B48B522BBE}"/>
          </ac:spMkLst>
        </pc:spChg>
        <pc:spChg chg="add mod">
          <ac:chgData name="Marco Sanches" userId="301bf0f768bc15fc" providerId="LiveId" clId="{E371B47F-1891-49CB-8CC2-2F731423DB5E}" dt="2020-08-22T16:06:44.473" v="2457" actId="1076"/>
          <ac:spMkLst>
            <pc:docMk/>
            <pc:sldMk cId="908497756" sldId="511"/>
            <ac:spMk id="9" creationId="{8D1E256F-7FDB-418E-8DC9-931AB964D21C}"/>
          </ac:spMkLst>
        </pc:spChg>
        <pc:spChg chg="mod">
          <ac:chgData name="Marco Sanches" userId="301bf0f768bc15fc" providerId="LiveId" clId="{E371B47F-1891-49CB-8CC2-2F731423DB5E}" dt="2020-08-22T16:06:27.398" v="2454" actId="14100"/>
          <ac:spMkLst>
            <pc:docMk/>
            <pc:sldMk cId="908497756" sldId="511"/>
            <ac:spMk id="11" creationId="{E5C99CF4-D48E-48BA-9A90-47274994FE68}"/>
          </ac:spMkLst>
        </pc:spChg>
        <pc:spChg chg="add mod">
          <ac:chgData name="Marco Sanches" userId="301bf0f768bc15fc" providerId="LiveId" clId="{E371B47F-1891-49CB-8CC2-2F731423DB5E}" dt="2020-08-22T16:07:09.478" v="2465" actId="1076"/>
          <ac:spMkLst>
            <pc:docMk/>
            <pc:sldMk cId="908497756" sldId="511"/>
            <ac:spMk id="27" creationId="{111C5999-D020-4012-BE73-E29D85E29DFB}"/>
          </ac:spMkLst>
        </pc:spChg>
        <pc:cxnChg chg="add mod">
          <ac:chgData name="Marco Sanches" userId="301bf0f768bc15fc" providerId="LiveId" clId="{E371B47F-1891-49CB-8CC2-2F731423DB5E}" dt="2020-08-22T16:06:52.117" v="2460" actId="1076"/>
          <ac:cxnSpMkLst>
            <pc:docMk/>
            <pc:sldMk cId="908497756" sldId="511"/>
            <ac:cxnSpMk id="6" creationId="{7F5B4E90-713A-41C8-83D0-1FEAAFA20478}"/>
          </ac:cxnSpMkLst>
        </pc:cxnChg>
        <pc:cxnChg chg="add mod">
          <ac:chgData name="Marco Sanches" userId="301bf0f768bc15fc" providerId="LiveId" clId="{E371B47F-1891-49CB-8CC2-2F731423DB5E}" dt="2020-08-22T16:06:44.473" v="2457" actId="1076"/>
          <ac:cxnSpMkLst>
            <pc:docMk/>
            <pc:sldMk cId="908497756" sldId="511"/>
            <ac:cxnSpMk id="10" creationId="{436C9CE6-A603-4F7B-826B-0E5361CD4C12}"/>
          </ac:cxnSpMkLst>
        </pc:cxnChg>
        <pc:cxnChg chg="add mod">
          <ac:chgData name="Marco Sanches" userId="301bf0f768bc15fc" providerId="LiveId" clId="{E371B47F-1891-49CB-8CC2-2F731423DB5E}" dt="2020-08-22T16:06:44.473" v="2457" actId="1076"/>
          <ac:cxnSpMkLst>
            <pc:docMk/>
            <pc:sldMk cId="908497756" sldId="511"/>
            <ac:cxnSpMk id="12" creationId="{3C5FC155-3211-4257-89DB-D92A4BE92416}"/>
          </ac:cxnSpMkLst>
        </pc:cxnChg>
      </pc:sldChg>
      <pc:sldChg chg="addSp delSp modSp add mod">
        <pc:chgData name="Marco Sanches" userId="301bf0f768bc15fc" providerId="LiveId" clId="{E371B47F-1891-49CB-8CC2-2F731423DB5E}" dt="2020-08-28T01:38:09.403" v="2935" actId="1076"/>
        <pc:sldMkLst>
          <pc:docMk/>
          <pc:sldMk cId="1605140506" sldId="512"/>
        </pc:sldMkLst>
        <pc:spChg chg="add mod">
          <ac:chgData name="Marco Sanches" userId="301bf0f768bc15fc" providerId="LiveId" clId="{E371B47F-1891-49CB-8CC2-2F731423DB5E}" dt="2020-08-22T16:42:15.184" v="2502" actId="1076"/>
          <ac:spMkLst>
            <pc:docMk/>
            <pc:sldMk cId="1605140506" sldId="512"/>
            <ac:spMk id="4" creationId="{8D861815-69AE-480B-B3C3-D49FCD9D3DF2}"/>
          </ac:spMkLst>
        </pc:spChg>
        <pc:spChg chg="del">
          <ac:chgData name="Marco Sanches" userId="301bf0f768bc15fc" providerId="LiveId" clId="{E371B47F-1891-49CB-8CC2-2F731423DB5E}" dt="2020-08-22T16:39:04.178" v="2468" actId="478"/>
          <ac:spMkLst>
            <pc:docMk/>
            <pc:sldMk cId="1605140506" sldId="512"/>
            <ac:spMk id="5" creationId="{E306130E-0DD9-4A87-B244-703C779C4806}"/>
          </ac:spMkLst>
        </pc:spChg>
        <pc:spChg chg="del">
          <ac:chgData name="Marco Sanches" userId="301bf0f768bc15fc" providerId="LiveId" clId="{E371B47F-1891-49CB-8CC2-2F731423DB5E}" dt="2020-08-22T16:39:04.178" v="2468" actId="478"/>
          <ac:spMkLst>
            <pc:docMk/>
            <pc:sldMk cId="1605140506" sldId="512"/>
            <ac:spMk id="7" creationId="{80A46C46-18DF-48BE-9065-82B3D0245B43}"/>
          </ac:spMkLst>
        </pc:spChg>
        <pc:spChg chg="del">
          <ac:chgData name="Marco Sanches" userId="301bf0f768bc15fc" providerId="LiveId" clId="{E371B47F-1891-49CB-8CC2-2F731423DB5E}" dt="2020-08-22T16:39:04.178" v="2468" actId="478"/>
          <ac:spMkLst>
            <pc:docMk/>
            <pc:sldMk cId="1605140506" sldId="512"/>
            <ac:spMk id="8" creationId="{251D19AE-8F32-4C65-9533-63B48B522BBE}"/>
          </ac:spMkLst>
        </pc:spChg>
        <pc:spChg chg="del">
          <ac:chgData name="Marco Sanches" userId="301bf0f768bc15fc" providerId="LiveId" clId="{E371B47F-1891-49CB-8CC2-2F731423DB5E}" dt="2020-08-22T16:39:04.178" v="2468" actId="478"/>
          <ac:spMkLst>
            <pc:docMk/>
            <pc:sldMk cId="1605140506" sldId="512"/>
            <ac:spMk id="9" creationId="{8D1E256F-7FDB-418E-8DC9-931AB964D21C}"/>
          </ac:spMkLst>
        </pc:spChg>
        <pc:spChg chg="mod">
          <ac:chgData name="Marco Sanches" userId="301bf0f768bc15fc" providerId="LiveId" clId="{E371B47F-1891-49CB-8CC2-2F731423DB5E}" dt="2020-08-22T17:02:51.472" v="2503" actId="14100"/>
          <ac:spMkLst>
            <pc:docMk/>
            <pc:sldMk cId="1605140506" sldId="512"/>
            <ac:spMk id="11" creationId="{E5C99CF4-D48E-48BA-9A90-47274994FE68}"/>
          </ac:spMkLst>
        </pc:spChg>
        <pc:spChg chg="mod">
          <ac:chgData name="Marco Sanches" userId="301bf0f768bc15fc" providerId="LiveId" clId="{E371B47F-1891-49CB-8CC2-2F731423DB5E}" dt="2020-08-22T16:40:33.111" v="2482" actId="113"/>
          <ac:spMkLst>
            <pc:docMk/>
            <pc:sldMk cId="1605140506" sldId="512"/>
            <ac:spMk id="15" creationId="{73C72EEF-472D-478B-BD19-37D7615FFB0B}"/>
          </ac:spMkLst>
        </pc:spChg>
        <pc:spChg chg="mod">
          <ac:chgData name="Marco Sanches" userId="301bf0f768bc15fc" providerId="LiveId" clId="{E371B47F-1891-49CB-8CC2-2F731423DB5E}" dt="2020-08-22T16:40:06.973" v="2479" actId="207"/>
          <ac:spMkLst>
            <pc:docMk/>
            <pc:sldMk cId="1605140506" sldId="512"/>
            <ac:spMk id="16" creationId="{7DEB98C4-18FF-4E6C-A09D-410AA9465D9A}"/>
          </ac:spMkLst>
        </pc:spChg>
        <pc:spChg chg="mod">
          <ac:chgData name="Marco Sanches" userId="301bf0f768bc15fc" providerId="LiveId" clId="{E371B47F-1891-49CB-8CC2-2F731423DB5E}" dt="2020-08-22T16:40:06.973" v="2479" actId="207"/>
          <ac:spMkLst>
            <pc:docMk/>
            <pc:sldMk cId="1605140506" sldId="512"/>
            <ac:spMk id="17" creationId="{0791924B-7703-46EB-AAD6-EB3ADD2C5C4D}"/>
          </ac:spMkLst>
        </pc:spChg>
        <pc:spChg chg="mod">
          <ac:chgData name="Marco Sanches" userId="301bf0f768bc15fc" providerId="LiveId" clId="{E371B47F-1891-49CB-8CC2-2F731423DB5E}" dt="2020-08-22T16:41:52.584" v="2497" actId="6549"/>
          <ac:spMkLst>
            <pc:docMk/>
            <pc:sldMk cId="1605140506" sldId="512"/>
            <ac:spMk id="20" creationId="{B549E585-5B35-4951-853F-7F0BAF0D927C}"/>
          </ac:spMkLst>
        </pc:spChg>
        <pc:spChg chg="mod">
          <ac:chgData name="Marco Sanches" userId="301bf0f768bc15fc" providerId="LiveId" clId="{E371B47F-1891-49CB-8CC2-2F731423DB5E}" dt="2020-08-22T16:41:37.088" v="2493" actId="14100"/>
          <ac:spMkLst>
            <pc:docMk/>
            <pc:sldMk cId="1605140506" sldId="512"/>
            <ac:spMk id="21" creationId="{23B7DE4F-E070-49F4-81D8-971D339E486D}"/>
          </ac:spMkLst>
        </pc:spChg>
        <pc:spChg chg="mod">
          <ac:chgData name="Marco Sanches" userId="301bf0f768bc15fc" providerId="LiveId" clId="{E371B47F-1891-49CB-8CC2-2F731423DB5E}" dt="2020-08-22T16:41:42.602" v="2494" actId="14100"/>
          <ac:spMkLst>
            <pc:docMk/>
            <pc:sldMk cId="1605140506" sldId="512"/>
            <ac:spMk id="22" creationId="{C99B6174-6FB7-4CAA-93BD-E1F243DCE3A4}"/>
          </ac:spMkLst>
        </pc:spChg>
        <pc:spChg chg="del">
          <ac:chgData name="Marco Sanches" userId="301bf0f768bc15fc" providerId="LiveId" clId="{E371B47F-1891-49CB-8CC2-2F731423DB5E}" dt="2020-08-22T16:39:04.178" v="2468" actId="478"/>
          <ac:spMkLst>
            <pc:docMk/>
            <pc:sldMk cId="1605140506" sldId="512"/>
            <ac:spMk id="27" creationId="{111C5999-D020-4012-BE73-E29D85E29DFB}"/>
          </ac:spMkLst>
        </pc:spChg>
        <pc:grpChg chg="add mod">
          <ac:chgData name="Marco Sanches" userId="301bf0f768bc15fc" providerId="LiveId" clId="{E371B47F-1891-49CB-8CC2-2F731423DB5E}" dt="2020-08-28T01:38:09.403" v="2935" actId="1076"/>
          <ac:grpSpMkLst>
            <pc:docMk/>
            <pc:sldMk cId="1605140506" sldId="512"/>
            <ac:grpSpMk id="13" creationId="{9934D324-8FEF-4E19-9117-34FE0184A547}"/>
          </ac:grpSpMkLst>
        </pc:grpChg>
        <pc:grpChg chg="mod">
          <ac:chgData name="Marco Sanches" userId="301bf0f768bc15fc" providerId="LiveId" clId="{E371B47F-1891-49CB-8CC2-2F731423DB5E}" dt="2020-08-22T16:40:06.973" v="2479" actId="207"/>
          <ac:grpSpMkLst>
            <pc:docMk/>
            <pc:sldMk cId="1605140506" sldId="512"/>
            <ac:grpSpMk id="14" creationId="{AB2746BC-C81F-4E34-B9B1-D7D1E9F18315}"/>
          </ac:grpSpMkLst>
        </pc:grpChg>
        <pc:grpChg chg="add mod">
          <ac:chgData name="Marco Sanches" userId="301bf0f768bc15fc" providerId="LiveId" clId="{E371B47F-1891-49CB-8CC2-2F731423DB5E}" dt="2020-08-22T16:42:03.445" v="2500" actId="1076"/>
          <ac:grpSpMkLst>
            <pc:docMk/>
            <pc:sldMk cId="1605140506" sldId="512"/>
            <ac:grpSpMk id="18" creationId="{B0833AA3-EF99-4830-870B-8247829B48A3}"/>
          </ac:grpSpMkLst>
        </pc:grpChg>
        <pc:grpChg chg="mod">
          <ac:chgData name="Marco Sanches" userId="301bf0f768bc15fc" providerId="LiveId" clId="{E371B47F-1891-49CB-8CC2-2F731423DB5E}" dt="2020-08-22T16:40:45.725" v="2485"/>
          <ac:grpSpMkLst>
            <pc:docMk/>
            <pc:sldMk cId="1605140506" sldId="512"/>
            <ac:grpSpMk id="19" creationId="{7AE6BCD5-770A-44A9-BF03-32BBCE00255A}"/>
          </ac:grpSpMkLst>
        </pc:grpChg>
        <pc:picChg chg="del">
          <ac:chgData name="Marco Sanches" userId="301bf0f768bc15fc" providerId="LiveId" clId="{E371B47F-1891-49CB-8CC2-2F731423DB5E}" dt="2020-08-22T16:42:00.349" v="2499" actId="478"/>
          <ac:picMkLst>
            <pc:docMk/>
            <pc:sldMk cId="1605140506" sldId="512"/>
            <ac:picMk id="3" creationId="{B155DA26-8785-4B6D-8AC4-926817989F7C}"/>
          </ac:picMkLst>
        </pc:picChg>
        <pc:cxnChg chg="del">
          <ac:chgData name="Marco Sanches" userId="301bf0f768bc15fc" providerId="LiveId" clId="{E371B47F-1891-49CB-8CC2-2F731423DB5E}" dt="2020-08-22T16:39:06.291" v="2469" actId="478"/>
          <ac:cxnSpMkLst>
            <pc:docMk/>
            <pc:sldMk cId="1605140506" sldId="512"/>
            <ac:cxnSpMk id="6" creationId="{7F5B4E90-713A-41C8-83D0-1FEAAFA20478}"/>
          </ac:cxnSpMkLst>
        </pc:cxnChg>
        <pc:cxnChg chg="del">
          <ac:chgData name="Marco Sanches" userId="301bf0f768bc15fc" providerId="LiveId" clId="{E371B47F-1891-49CB-8CC2-2F731423DB5E}" dt="2020-08-22T16:39:08.134" v="2471" actId="478"/>
          <ac:cxnSpMkLst>
            <pc:docMk/>
            <pc:sldMk cId="1605140506" sldId="512"/>
            <ac:cxnSpMk id="10" creationId="{436C9CE6-A603-4F7B-826B-0E5361CD4C12}"/>
          </ac:cxnSpMkLst>
        </pc:cxnChg>
        <pc:cxnChg chg="del">
          <ac:chgData name="Marco Sanches" userId="301bf0f768bc15fc" providerId="LiveId" clId="{E371B47F-1891-49CB-8CC2-2F731423DB5E}" dt="2020-08-22T16:39:07.673" v="2470" actId="478"/>
          <ac:cxnSpMkLst>
            <pc:docMk/>
            <pc:sldMk cId="1605140506" sldId="512"/>
            <ac:cxnSpMk id="12" creationId="{3C5FC155-3211-4257-89DB-D92A4BE92416}"/>
          </ac:cxnSpMkLst>
        </pc:cxnChg>
      </pc:sldChg>
      <pc:sldChg chg="addSp delSp modSp add mod">
        <pc:chgData name="Marco Sanches" userId="301bf0f768bc15fc" providerId="LiveId" clId="{E371B47F-1891-49CB-8CC2-2F731423DB5E}" dt="2020-08-28T01:39:15.808" v="2949" actId="14861"/>
        <pc:sldMkLst>
          <pc:docMk/>
          <pc:sldMk cId="162608603" sldId="513"/>
        </pc:sldMkLst>
        <pc:spChg chg="mod">
          <ac:chgData name="Marco Sanches" userId="301bf0f768bc15fc" providerId="LiveId" clId="{E371B47F-1891-49CB-8CC2-2F731423DB5E}" dt="2020-08-22T17:08:42.912" v="2594" actId="20577"/>
          <ac:spMkLst>
            <pc:docMk/>
            <pc:sldMk cId="162608603" sldId="513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2T17:03:23.806" v="2519" actId="478"/>
          <ac:spMkLst>
            <pc:docMk/>
            <pc:sldMk cId="162608603" sldId="513"/>
            <ac:spMk id="4" creationId="{8D861815-69AE-480B-B3C3-D49FCD9D3DF2}"/>
          </ac:spMkLst>
        </pc:spChg>
        <pc:spChg chg="add mod">
          <ac:chgData name="Marco Sanches" userId="301bf0f768bc15fc" providerId="LiveId" clId="{E371B47F-1891-49CB-8CC2-2F731423DB5E}" dt="2020-08-28T01:38:50.366" v="2941" actId="14100"/>
          <ac:spMkLst>
            <pc:docMk/>
            <pc:sldMk cId="162608603" sldId="513"/>
            <ac:spMk id="5" creationId="{3869C34A-A67C-462A-809F-578CC2556C08}"/>
          </ac:spMkLst>
        </pc:spChg>
        <pc:spChg chg="add mod">
          <ac:chgData name="Marco Sanches" userId="301bf0f768bc15fc" providerId="LiveId" clId="{E371B47F-1891-49CB-8CC2-2F731423DB5E}" dt="2020-08-28T01:38:41.694" v="2937" actId="1076"/>
          <ac:spMkLst>
            <pc:docMk/>
            <pc:sldMk cId="162608603" sldId="513"/>
            <ac:spMk id="6" creationId="{BFA25CE3-2FF9-4E39-A270-27BDD3727E03}"/>
          </ac:spMkLst>
        </pc:spChg>
        <pc:spChg chg="add mod">
          <ac:chgData name="Marco Sanches" userId="301bf0f768bc15fc" providerId="LiveId" clId="{E371B47F-1891-49CB-8CC2-2F731423DB5E}" dt="2020-08-28T01:39:15.808" v="2949" actId="14861"/>
          <ac:spMkLst>
            <pc:docMk/>
            <pc:sldMk cId="162608603" sldId="513"/>
            <ac:spMk id="7" creationId="{A5E00A71-D6F6-4206-B2E6-2BFD75669C86}"/>
          </ac:spMkLst>
        </pc:spChg>
        <pc:spChg chg="add mod">
          <ac:chgData name="Marco Sanches" userId="301bf0f768bc15fc" providerId="LiveId" clId="{E371B47F-1891-49CB-8CC2-2F731423DB5E}" dt="2020-08-28T01:39:15.808" v="2949" actId="14861"/>
          <ac:spMkLst>
            <pc:docMk/>
            <pc:sldMk cId="162608603" sldId="513"/>
            <ac:spMk id="8" creationId="{CCC9BC87-7817-4154-AC58-1627A60EBA41}"/>
          </ac:spMkLst>
        </pc:spChg>
        <pc:spChg chg="mod">
          <ac:chgData name="Marco Sanches" userId="301bf0f768bc15fc" providerId="LiveId" clId="{E371B47F-1891-49CB-8CC2-2F731423DB5E}" dt="2020-08-22T17:03:12.325" v="2517" actId="20577"/>
          <ac:spMkLst>
            <pc:docMk/>
            <pc:sldMk cId="162608603" sldId="513"/>
            <ac:spMk id="11" creationId="{E5C99CF4-D48E-48BA-9A90-47274994FE68}"/>
          </ac:spMkLst>
        </pc:spChg>
        <pc:grpChg chg="del">
          <ac:chgData name="Marco Sanches" userId="301bf0f768bc15fc" providerId="LiveId" clId="{E371B47F-1891-49CB-8CC2-2F731423DB5E}" dt="2020-08-22T17:03:22.884" v="2518" actId="478"/>
          <ac:grpSpMkLst>
            <pc:docMk/>
            <pc:sldMk cId="162608603" sldId="513"/>
            <ac:grpSpMk id="13" creationId="{9934D324-8FEF-4E19-9117-34FE0184A547}"/>
          </ac:grpSpMkLst>
        </pc:grpChg>
        <pc:grpChg chg="del">
          <ac:chgData name="Marco Sanches" userId="301bf0f768bc15fc" providerId="LiveId" clId="{E371B47F-1891-49CB-8CC2-2F731423DB5E}" dt="2020-08-22T17:03:25.352" v="2520" actId="478"/>
          <ac:grpSpMkLst>
            <pc:docMk/>
            <pc:sldMk cId="162608603" sldId="513"/>
            <ac:grpSpMk id="18" creationId="{B0833AA3-EF99-4830-870B-8247829B48A3}"/>
          </ac:grpSpMkLst>
        </pc:grpChg>
        <pc:graphicFrameChg chg="add mod modGraphic">
          <ac:chgData name="Marco Sanches" userId="301bf0f768bc15fc" providerId="LiveId" clId="{E371B47F-1891-49CB-8CC2-2F731423DB5E}" dt="2020-08-22T17:04:35.316" v="2533" actId="1076"/>
          <ac:graphicFrameMkLst>
            <pc:docMk/>
            <pc:sldMk cId="162608603" sldId="513"/>
            <ac:graphicFrameMk id="3" creationId="{A020DBF5-F99C-4A0F-AB75-57FCA3A6895C}"/>
          </ac:graphicFrameMkLst>
        </pc:graphicFrameChg>
        <pc:picChg chg="add">
          <ac:chgData name="Marco Sanches" userId="301bf0f768bc15fc" providerId="LiveId" clId="{E371B47F-1891-49CB-8CC2-2F731423DB5E}" dt="2020-08-22T17:04:27.041" v="2532" actId="22"/>
          <ac:picMkLst>
            <pc:docMk/>
            <pc:sldMk cId="162608603" sldId="513"/>
            <ac:picMk id="9" creationId="{70495915-0363-4C68-9D30-7F5287BBAC82}"/>
          </ac:picMkLst>
        </pc:picChg>
      </pc:sldChg>
      <pc:sldChg chg="addSp delSp modSp add mod">
        <pc:chgData name="Marco Sanches" userId="301bf0f768bc15fc" providerId="LiveId" clId="{E371B47F-1891-49CB-8CC2-2F731423DB5E}" dt="2020-08-22T17:08:38.734" v="2593" actId="20577"/>
        <pc:sldMkLst>
          <pc:docMk/>
          <pc:sldMk cId="3326674414" sldId="514"/>
        </pc:sldMkLst>
        <pc:spChg chg="mod">
          <ac:chgData name="Marco Sanches" userId="301bf0f768bc15fc" providerId="LiveId" clId="{E371B47F-1891-49CB-8CC2-2F731423DB5E}" dt="2020-08-22T17:08:38.734" v="2593" actId="20577"/>
          <ac:spMkLst>
            <pc:docMk/>
            <pc:sldMk cId="3326674414" sldId="514"/>
            <ac:spMk id="2" creationId="{414298B5-57DB-48CF-898B-E1CDF856070D}"/>
          </ac:spMkLst>
        </pc:spChg>
        <pc:spChg chg="del">
          <ac:chgData name="Marco Sanches" userId="301bf0f768bc15fc" providerId="LiveId" clId="{E371B47F-1891-49CB-8CC2-2F731423DB5E}" dt="2020-08-22T17:05:01.424" v="2536" actId="478"/>
          <ac:spMkLst>
            <pc:docMk/>
            <pc:sldMk cId="3326674414" sldId="514"/>
            <ac:spMk id="5" creationId="{3869C34A-A67C-462A-809F-578CC2556C08}"/>
          </ac:spMkLst>
        </pc:spChg>
        <pc:spChg chg="del">
          <ac:chgData name="Marco Sanches" userId="301bf0f768bc15fc" providerId="LiveId" clId="{E371B47F-1891-49CB-8CC2-2F731423DB5E}" dt="2020-08-22T17:05:03.601" v="2538" actId="478"/>
          <ac:spMkLst>
            <pc:docMk/>
            <pc:sldMk cId="3326674414" sldId="514"/>
            <ac:spMk id="6" creationId="{BFA25CE3-2FF9-4E39-A270-27BDD3727E03}"/>
          </ac:spMkLst>
        </pc:spChg>
        <pc:spChg chg="del">
          <ac:chgData name="Marco Sanches" userId="301bf0f768bc15fc" providerId="LiveId" clId="{E371B47F-1891-49CB-8CC2-2F731423DB5E}" dt="2020-08-22T17:05:04.056" v="2539" actId="478"/>
          <ac:spMkLst>
            <pc:docMk/>
            <pc:sldMk cId="3326674414" sldId="514"/>
            <ac:spMk id="7" creationId="{A5E00A71-D6F6-4206-B2E6-2BFD75669C86}"/>
          </ac:spMkLst>
        </pc:spChg>
        <pc:spChg chg="del">
          <ac:chgData name="Marco Sanches" userId="301bf0f768bc15fc" providerId="LiveId" clId="{E371B47F-1891-49CB-8CC2-2F731423DB5E}" dt="2020-08-22T17:05:02.644" v="2537" actId="478"/>
          <ac:spMkLst>
            <pc:docMk/>
            <pc:sldMk cId="3326674414" sldId="514"/>
            <ac:spMk id="8" creationId="{CCC9BC87-7817-4154-AC58-1627A60EBA41}"/>
          </ac:spMkLst>
        </pc:spChg>
        <pc:spChg chg="mod">
          <ac:chgData name="Marco Sanches" userId="301bf0f768bc15fc" providerId="LiveId" clId="{E371B47F-1891-49CB-8CC2-2F731423DB5E}" dt="2020-08-22T17:08:34.495" v="2592" actId="20577"/>
          <ac:spMkLst>
            <pc:docMk/>
            <pc:sldMk cId="3326674414" sldId="514"/>
            <ac:spMk id="11" creationId="{E5C99CF4-D48E-48BA-9A90-47274994FE68}"/>
          </ac:spMkLst>
        </pc:spChg>
        <pc:spChg chg="add mod">
          <ac:chgData name="Marco Sanches" userId="301bf0f768bc15fc" providerId="LiveId" clId="{E371B47F-1891-49CB-8CC2-2F731423DB5E}" dt="2020-08-22T17:05:45.304" v="2547" actId="14100"/>
          <ac:spMkLst>
            <pc:docMk/>
            <pc:sldMk cId="3326674414" sldId="514"/>
            <ac:spMk id="17" creationId="{2CDF532F-5D44-4B04-957A-F255C898A6E6}"/>
          </ac:spMkLst>
        </pc:spChg>
        <pc:spChg chg="add mod">
          <ac:chgData name="Marco Sanches" userId="301bf0f768bc15fc" providerId="LiveId" clId="{E371B47F-1891-49CB-8CC2-2F731423DB5E}" dt="2020-08-22T17:06:25.728" v="2555" actId="1076"/>
          <ac:spMkLst>
            <pc:docMk/>
            <pc:sldMk cId="3326674414" sldId="514"/>
            <ac:spMk id="19" creationId="{A1C2D85D-4E8D-43C8-A1D4-6D655FE7153A}"/>
          </ac:spMkLst>
        </pc:spChg>
        <pc:spChg chg="add mod">
          <ac:chgData name="Marco Sanches" userId="301bf0f768bc15fc" providerId="LiveId" clId="{E371B47F-1891-49CB-8CC2-2F731423DB5E}" dt="2020-08-22T17:07:03.969" v="2562" actId="1582"/>
          <ac:spMkLst>
            <pc:docMk/>
            <pc:sldMk cId="3326674414" sldId="514"/>
            <ac:spMk id="21" creationId="{F96328E6-53DC-4B71-8785-A7A36A3DA88F}"/>
          </ac:spMkLst>
        </pc:spChg>
        <pc:spChg chg="add mod">
          <ac:chgData name="Marco Sanches" userId="301bf0f768bc15fc" providerId="LiveId" clId="{E371B47F-1891-49CB-8CC2-2F731423DB5E}" dt="2020-08-22T17:06:31.528" v="2557" actId="1076"/>
          <ac:spMkLst>
            <pc:docMk/>
            <pc:sldMk cId="3326674414" sldId="514"/>
            <ac:spMk id="23" creationId="{CAA9CC84-7BE4-4047-B18C-B163BDA5B779}"/>
          </ac:spMkLst>
        </pc:spChg>
        <pc:spChg chg="add mod">
          <ac:chgData name="Marco Sanches" userId="301bf0f768bc15fc" providerId="LiveId" clId="{E371B47F-1891-49CB-8CC2-2F731423DB5E}" dt="2020-08-22T17:08:09.512" v="2577" actId="14100"/>
          <ac:spMkLst>
            <pc:docMk/>
            <pc:sldMk cId="3326674414" sldId="514"/>
            <ac:spMk id="25" creationId="{8B5940EC-572C-49C9-9099-FBA7D4A3AF6E}"/>
          </ac:spMkLst>
        </pc:spChg>
        <pc:spChg chg="add mod">
          <ac:chgData name="Marco Sanches" userId="301bf0f768bc15fc" providerId="LiveId" clId="{E371B47F-1891-49CB-8CC2-2F731423DB5E}" dt="2020-08-22T17:07:03.969" v="2562" actId="1582"/>
          <ac:spMkLst>
            <pc:docMk/>
            <pc:sldMk cId="3326674414" sldId="514"/>
            <ac:spMk id="27" creationId="{90722707-E7FB-4DF6-86B4-78458CDFE828}"/>
          </ac:spMkLst>
        </pc:spChg>
        <pc:spChg chg="add mod">
          <ac:chgData name="Marco Sanches" userId="301bf0f768bc15fc" providerId="LiveId" clId="{E371B47F-1891-49CB-8CC2-2F731423DB5E}" dt="2020-08-22T17:08:12.756" v="2578" actId="14100"/>
          <ac:spMkLst>
            <pc:docMk/>
            <pc:sldMk cId="3326674414" sldId="514"/>
            <ac:spMk id="29" creationId="{C25B6624-4717-4C25-B47D-D28D62199290}"/>
          </ac:spMkLst>
        </pc:spChg>
        <pc:spChg chg="add mod">
          <ac:chgData name="Marco Sanches" userId="301bf0f768bc15fc" providerId="LiveId" clId="{E371B47F-1891-49CB-8CC2-2F731423DB5E}" dt="2020-08-22T17:07:03.969" v="2562" actId="1582"/>
          <ac:spMkLst>
            <pc:docMk/>
            <pc:sldMk cId="3326674414" sldId="514"/>
            <ac:spMk id="30" creationId="{B39462E3-EB61-4483-9C75-05F14AC2E419}"/>
          </ac:spMkLst>
        </pc:spChg>
        <pc:spChg chg="add mod">
          <ac:chgData name="Marco Sanches" userId="301bf0f768bc15fc" providerId="LiveId" clId="{E371B47F-1891-49CB-8CC2-2F731423DB5E}" dt="2020-08-22T17:07:46.368" v="2571" actId="14100"/>
          <ac:spMkLst>
            <pc:docMk/>
            <pc:sldMk cId="3326674414" sldId="514"/>
            <ac:spMk id="31" creationId="{60F30CAE-8711-4475-8630-11912EB48DA8}"/>
          </ac:spMkLst>
        </pc:spChg>
        <pc:spChg chg="add mod">
          <ac:chgData name="Marco Sanches" userId="301bf0f768bc15fc" providerId="LiveId" clId="{E371B47F-1891-49CB-8CC2-2F731423DB5E}" dt="2020-08-22T17:07:51.015" v="2572" actId="571"/>
          <ac:spMkLst>
            <pc:docMk/>
            <pc:sldMk cId="3326674414" sldId="514"/>
            <ac:spMk id="32" creationId="{BFC05A4A-4774-4EEA-A60E-7C05AAC9C290}"/>
          </ac:spMkLst>
        </pc:spChg>
        <pc:spChg chg="add mod">
          <ac:chgData name="Marco Sanches" userId="301bf0f768bc15fc" providerId="LiveId" clId="{E371B47F-1891-49CB-8CC2-2F731423DB5E}" dt="2020-08-22T17:08:06.595" v="2576" actId="1076"/>
          <ac:spMkLst>
            <pc:docMk/>
            <pc:sldMk cId="3326674414" sldId="514"/>
            <ac:spMk id="33" creationId="{27A1C3CE-FC69-4897-83FD-3BB7D35684B0}"/>
          </ac:spMkLst>
        </pc:spChg>
        <pc:graphicFrameChg chg="del">
          <ac:chgData name="Marco Sanches" userId="301bf0f768bc15fc" providerId="LiveId" clId="{E371B47F-1891-49CB-8CC2-2F731423DB5E}" dt="2020-08-22T17:04:58.643" v="2535" actId="478"/>
          <ac:graphicFrameMkLst>
            <pc:docMk/>
            <pc:sldMk cId="3326674414" sldId="514"/>
            <ac:graphicFrameMk id="3" creationId="{A020DBF5-F99C-4A0F-AB75-57FCA3A6895C}"/>
          </ac:graphicFrameMkLst>
        </pc:graphicFrameChg>
        <pc:picChg chg="add mod">
          <ac:chgData name="Marco Sanches" userId="301bf0f768bc15fc" providerId="LiveId" clId="{E371B47F-1891-49CB-8CC2-2F731423DB5E}" dt="2020-08-22T17:06:42.299" v="2560" actId="1076"/>
          <ac:picMkLst>
            <pc:docMk/>
            <pc:sldMk cId="3326674414" sldId="514"/>
            <ac:picMk id="4" creationId="{692A5E1D-A5B2-4D9D-9973-C58367E5D208}"/>
          </ac:picMkLst>
        </pc:picChg>
        <pc:picChg chg="add mod">
          <ac:chgData name="Marco Sanches" userId="301bf0f768bc15fc" providerId="LiveId" clId="{E371B47F-1891-49CB-8CC2-2F731423DB5E}" dt="2020-08-22T17:05:11.995" v="2541" actId="1076"/>
          <ac:picMkLst>
            <pc:docMk/>
            <pc:sldMk cId="3326674414" sldId="514"/>
            <ac:picMk id="13" creationId="{160848E5-FBEC-4BFB-99F5-84322AEFECEC}"/>
          </ac:picMkLst>
        </pc:picChg>
        <pc:picChg chg="add mod">
          <ac:chgData name="Marco Sanches" userId="301bf0f768bc15fc" providerId="LiveId" clId="{E371B47F-1891-49CB-8CC2-2F731423DB5E}" dt="2020-08-22T17:05:11.995" v="2541" actId="1076"/>
          <ac:picMkLst>
            <pc:docMk/>
            <pc:sldMk cId="3326674414" sldId="514"/>
            <ac:picMk id="15" creationId="{6DED89AF-1441-4ED6-8067-29AF7A79DC31}"/>
          </ac:picMkLst>
        </pc:picChg>
      </pc:sldChg>
      <pc:sldChg chg="addSp delSp modSp add mod">
        <pc:chgData name="Marco Sanches" userId="301bf0f768bc15fc" providerId="LiveId" clId="{E371B47F-1891-49CB-8CC2-2F731423DB5E}" dt="2020-08-22T17:12:30.450" v="2651" actId="14100"/>
        <pc:sldMkLst>
          <pc:docMk/>
          <pc:sldMk cId="1748941604" sldId="515"/>
        </pc:sldMkLst>
        <pc:spChg chg="mod">
          <ac:chgData name="Marco Sanches" userId="301bf0f768bc15fc" providerId="LiveId" clId="{E371B47F-1891-49CB-8CC2-2F731423DB5E}" dt="2020-08-22T17:10:29.755" v="2623" actId="20577"/>
          <ac:spMkLst>
            <pc:docMk/>
            <pc:sldMk cId="1748941604" sldId="515"/>
            <ac:spMk id="2" creationId="{414298B5-57DB-48CF-898B-E1CDF856070D}"/>
          </ac:spMkLst>
        </pc:spChg>
        <pc:spChg chg="add del mod">
          <ac:chgData name="Marco Sanches" userId="301bf0f768bc15fc" providerId="LiveId" clId="{E371B47F-1891-49CB-8CC2-2F731423DB5E}" dt="2020-08-22T17:10:42.894" v="2627" actId="478"/>
          <ac:spMkLst>
            <pc:docMk/>
            <pc:sldMk cId="1748941604" sldId="515"/>
            <ac:spMk id="6" creationId="{CC13EF28-9474-449A-822C-8A9FECA714FD}"/>
          </ac:spMkLst>
        </pc:spChg>
        <pc:spChg chg="add del mod">
          <ac:chgData name="Marco Sanches" userId="301bf0f768bc15fc" providerId="LiveId" clId="{E371B47F-1891-49CB-8CC2-2F731423DB5E}" dt="2020-08-22T17:10:42.068" v="2626" actId="478"/>
          <ac:spMkLst>
            <pc:docMk/>
            <pc:sldMk cId="1748941604" sldId="515"/>
            <ac:spMk id="7" creationId="{6A4974A0-882A-4931-B573-616463F827E0}"/>
          </ac:spMkLst>
        </pc:spChg>
        <pc:spChg chg="add del mod">
          <ac:chgData name="Marco Sanches" userId="301bf0f768bc15fc" providerId="LiveId" clId="{E371B47F-1891-49CB-8CC2-2F731423DB5E}" dt="2020-08-22T17:10:43.908" v="2628" actId="478"/>
          <ac:spMkLst>
            <pc:docMk/>
            <pc:sldMk cId="1748941604" sldId="515"/>
            <ac:spMk id="8" creationId="{66574921-87AB-419E-B4E6-C3D36F0C8C83}"/>
          </ac:spMkLst>
        </pc:spChg>
        <pc:spChg chg="add del mod">
          <ac:chgData name="Marco Sanches" userId="301bf0f768bc15fc" providerId="LiveId" clId="{E371B47F-1891-49CB-8CC2-2F731423DB5E}" dt="2020-08-22T17:10:46.372" v="2631" actId="478"/>
          <ac:spMkLst>
            <pc:docMk/>
            <pc:sldMk cId="1748941604" sldId="515"/>
            <ac:spMk id="10" creationId="{EB4FC391-46B5-488F-AF2E-ABF5FA21E223}"/>
          </ac:spMkLst>
        </pc:spChg>
        <pc:spChg chg="mod">
          <ac:chgData name="Marco Sanches" userId="301bf0f768bc15fc" providerId="LiveId" clId="{E371B47F-1891-49CB-8CC2-2F731423DB5E}" dt="2020-08-22T17:10:39.669" v="2624"/>
          <ac:spMkLst>
            <pc:docMk/>
            <pc:sldMk cId="1748941604" sldId="515"/>
            <ac:spMk id="11" creationId="{E5C99CF4-D48E-48BA-9A90-47274994FE68}"/>
          </ac:spMkLst>
        </pc:spChg>
        <pc:spChg chg="add del mod">
          <ac:chgData name="Marco Sanches" userId="301bf0f768bc15fc" providerId="LiveId" clId="{E371B47F-1891-49CB-8CC2-2F731423DB5E}" dt="2020-08-22T17:10:45.153" v="2630" actId="478"/>
          <ac:spMkLst>
            <pc:docMk/>
            <pc:sldMk cId="1748941604" sldId="515"/>
            <ac:spMk id="12" creationId="{05B6364F-7F5F-48CA-B3F4-D03E5CE1D30D}"/>
          </ac:spMkLst>
        </pc:spChg>
        <pc:spChg chg="del mod">
          <ac:chgData name="Marco Sanches" userId="301bf0f768bc15fc" providerId="LiveId" clId="{E371B47F-1891-49CB-8CC2-2F731423DB5E}" dt="2020-08-22T17:09:11.264" v="2598" actId="478"/>
          <ac:spMkLst>
            <pc:docMk/>
            <pc:sldMk cId="1748941604" sldId="515"/>
            <ac:spMk id="17" creationId="{2CDF532F-5D44-4B04-957A-F255C898A6E6}"/>
          </ac:spMkLst>
        </pc:spChg>
        <pc:spChg chg="add mod">
          <ac:chgData name="Marco Sanches" userId="301bf0f768bc15fc" providerId="LiveId" clId="{E371B47F-1891-49CB-8CC2-2F731423DB5E}" dt="2020-08-22T17:12:23.484" v="2649" actId="1076"/>
          <ac:spMkLst>
            <pc:docMk/>
            <pc:sldMk cId="1748941604" sldId="515"/>
            <ac:spMk id="18" creationId="{FFE6259D-47F1-4EEB-88C3-40ED938AA5A7}"/>
          </ac:spMkLst>
        </pc:spChg>
        <pc:spChg chg="del">
          <ac:chgData name="Marco Sanches" userId="301bf0f768bc15fc" providerId="LiveId" clId="{E371B47F-1891-49CB-8CC2-2F731423DB5E}" dt="2020-08-22T17:09:18.361" v="2608" actId="478"/>
          <ac:spMkLst>
            <pc:docMk/>
            <pc:sldMk cId="1748941604" sldId="515"/>
            <ac:spMk id="19" creationId="{A1C2D85D-4E8D-43C8-A1D4-6D655FE7153A}"/>
          </ac:spMkLst>
        </pc:spChg>
        <pc:spChg chg="del">
          <ac:chgData name="Marco Sanches" userId="301bf0f768bc15fc" providerId="LiveId" clId="{E371B47F-1891-49CB-8CC2-2F731423DB5E}" dt="2020-08-22T17:09:12.911" v="2600" actId="478"/>
          <ac:spMkLst>
            <pc:docMk/>
            <pc:sldMk cId="1748941604" sldId="515"/>
            <ac:spMk id="21" creationId="{F96328E6-53DC-4B71-8785-A7A36A3DA88F}"/>
          </ac:spMkLst>
        </pc:spChg>
        <pc:spChg chg="del">
          <ac:chgData name="Marco Sanches" userId="301bf0f768bc15fc" providerId="LiveId" clId="{E371B47F-1891-49CB-8CC2-2F731423DB5E}" dt="2020-08-22T17:09:19.271" v="2609" actId="478"/>
          <ac:spMkLst>
            <pc:docMk/>
            <pc:sldMk cId="1748941604" sldId="515"/>
            <ac:spMk id="23" creationId="{CAA9CC84-7BE4-4047-B18C-B163BDA5B779}"/>
          </ac:spMkLst>
        </pc:spChg>
        <pc:spChg chg="del">
          <ac:chgData name="Marco Sanches" userId="301bf0f768bc15fc" providerId="LiveId" clId="{E371B47F-1891-49CB-8CC2-2F731423DB5E}" dt="2020-08-22T17:09:17.308" v="2606" actId="478"/>
          <ac:spMkLst>
            <pc:docMk/>
            <pc:sldMk cId="1748941604" sldId="515"/>
            <ac:spMk id="25" creationId="{8B5940EC-572C-49C9-9099-FBA7D4A3AF6E}"/>
          </ac:spMkLst>
        </pc:spChg>
        <pc:spChg chg="del">
          <ac:chgData name="Marco Sanches" userId="301bf0f768bc15fc" providerId="LiveId" clId="{E371B47F-1891-49CB-8CC2-2F731423DB5E}" dt="2020-08-22T17:09:16.550" v="2605" actId="478"/>
          <ac:spMkLst>
            <pc:docMk/>
            <pc:sldMk cId="1748941604" sldId="515"/>
            <ac:spMk id="27" creationId="{90722707-E7FB-4DF6-86B4-78458CDFE828}"/>
          </ac:spMkLst>
        </pc:spChg>
        <pc:spChg chg="del">
          <ac:chgData name="Marco Sanches" userId="301bf0f768bc15fc" providerId="LiveId" clId="{E371B47F-1891-49CB-8CC2-2F731423DB5E}" dt="2020-08-22T17:09:17.851" v="2607" actId="478"/>
          <ac:spMkLst>
            <pc:docMk/>
            <pc:sldMk cId="1748941604" sldId="515"/>
            <ac:spMk id="29" creationId="{C25B6624-4717-4C25-B47D-D28D62199290}"/>
          </ac:spMkLst>
        </pc:spChg>
        <pc:spChg chg="del">
          <ac:chgData name="Marco Sanches" userId="301bf0f768bc15fc" providerId="LiveId" clId="{E371B47F-1891-49CB-8CC2-2F731423DB5E}" dt="2020-08-22T17:09:12.188" v="2599" actId="478"/>
          <ac:spMkLst>
            <pc:docMk/>
            <pc:sldMk cId="1748941604" sldId="515"/>
            <ac:spMk id="30" creationId="{B39462E3-EB61-4483-9C75-05F14AC2E419}"/>
          </ac:spMkLst>
        </pc:spChg>
        <pc:spChg chg="del">
          <ac:chgData name="Marco Sanches" userId="301bf0f768bc15fc" providerId="LiveId" clId="{E371B47F-1891-49CB-8CC2-2F731423DB5E}" dt="2020-08-22T17:09:13.749" v="2601" actId="478"/>
          <ac:spMkLst>
            <pc:docMk/>
            <pc:sldMk cId="1748941604" sldId="515"/>
            <ac:spMk id="31" creationId="{60F30CAE-8711-4475-8630-11912EB48DA8}"/>
          </ac:spMkLst>
        </pc:spChg>
        <pc:spChg chg="del">
          <ac:chgData name="Marco Sanches" userId="301bf0f768bc15fc" providerId="LiveId" clId="{E371B47F-1891-49CB-8CC2-2F731423DB5E}" dt="2020-08-22T17:09:14.249" v="2602" actId="478"/>
          <ac:spMkLst>
            <pc:docMk/>
            <pc:sldMk cId="1748941604" sldId="515"/>
            <ac:spMk id="32" creationId="{BFC05A4A-4774-4EEA-A60E-7C05AAC9C290}"/>
          </ac:spMkLst>
        </pc:spChg>
        <pc:spChg chg="del">
          <ac:chgData name="Marco Sanches" userId="301bf0f768bc15fc" providerId="LiveId" clId="{E371B47F-1891-49CB-8CC2-2F731423DB5E}" dt="2020-08-22T17:09:15.645" v="2604" actId="478"/>
          <ac:spMkLst>
            <pc:docMk/>
            <pc:sldMk cId="1748941604" sldId="515"/>
            <ac:spMk id="33" creationId="{27A1C3CE-FC69-4897-83FD-3BB7D35684B0}"/>
          </ac:spMkLst>
        </pc:spChg>
        <pc:spChg chg="add mod">
          <ac:chgData name="Marco Sanches" userId="301bf0f768bc15fc" providerId="LiveId" clId="{E371B47F-1891-49CB-8CC2-2F731423DB5E}" dt="2020-08-22T17:12:09.602" v="2647" actId="1076"/>
          <ac:spMkLst>
            <pc:docMk/>
            <pc:sldMk cId="1748941604" sldId="515"/>
            <ac:spMk id="40" creationId="{EE095D57-475C-4F45-92C6-D11464C04535}"/>
          </ac:spMkLst>
        </pc:spChg>
        <pc:spChg chg="add mod">
          <ac:chgData name="Marco Sanches" userId="301bf0f768bc15fc" providerId="LiveId" clId="{E371B47F-1891-49CB-8CC2-2F731423DB5E}" dt="2020-08-22T17:12:01.093" v="2646" actId="208"/>
          <ac:spMkLst>
            <pc:docMk/>
            <pc:sldMk cId="1748941604" sldId="515"/>
            <ac:spMk id="42" creationId="{E86DD267-F8E7-442E-AEAC-A1F6392FEA0A}"/>
          </ac:spMkLst>
        </pc:spChg>
        <pc:spChg chg="add mod">
          <ac:chgData name="Marco Sanches" userId="301bf0f768bc15fc" providerId="LiveId" clId="{E371B47F-1891-49CB-8CC2-2F731423DB5E}" dt="2020-08-22T17:12:30.450" v="2651" actId="14100"/>
          <ac:spMkLst>
            <pc:docMk/>
            <pc:sldMk cId="1748941604" sldId="515"/>
            <ac:spMk id="44" creationId="{5B9EC561-C1A7-4B89-AECD-DA954421CF61}"/>
          </ac:spMkLst>
        </pc:spChg>
        <pc:spChg chg="add mod">
          <ac:chgData name="Marco Sanches" userId="301bf0f768bc15fc" providerId="LiveId" clId="{E371B47F-1891-49CB-8CC2-2F731423DB5E}" dt="2020-08-22T17:12:27.382" v="2650" actId="14100"/>
          <ac:spMkLst>
            <pc:docMk/>
            <pc:sldMk cId="1748941604" sldId="515"/>
            <ac:spMk id="46" creationId="{24CF31FF-0FF7-4D73-A62E-9D6E206469A8}"/>
          </ac:spMkLst>
        </pc:spChg>
        <pc:picChg chg="add del mod">
          <ac:chgData name="Marco Sanches" userId="301bf0f768bc15fc" providerId="LiveId" clId="{E371B47F-1891-49CB-8CC2-2F731423DB5E}" dt="2020-08-22T17:10:44.487" v="2629" actId="478"/>
          <ac:picMkLst>
            <pc:docMk/>
            <pc:sldMk cId="1748941604" sldId="515"/>
            <ac:picMk id="3" creationId="{7C6C4A5C-7F50-4FA6-BAAA-C13F0C8FBEB7}"/>
          </ac:picMkLst>
        </pc:picChg>
        <pc:picChg chg="del">
          <ac:chgData name="Marco Sanches" userId="301bf0f768bc15fc" providerId="LiveId" clId="{E371B47F-1891-49CB-8CC2-2F731423DB5E}" dt="2020-08-22T17:09:19.596" v="2610" actId="478"/>
          <ac:picMkLst>
            <pc:docMk/>
            <pc:sldMk cId="1748941604" sldId="515"/>
            <ac:picMk id="4" creationId="{692A5E1D-A5B2-4D9D-9973-C58367E5D208}"/>
          </ac:picMkLst>
        </pc:picChg>
        <pc:picChg chg="add del mod">
          <ac:chgData name="Marco Sanches" userId="301bf0f768bc15fc" providerId="LiveId" clId="{E371B47F-1891-49CB-8CC2-2F731423DB5E}" dt="2020-08-22T17:10:41.315" v="2625" actId="478"/>
          <ac:picMkLst>
            <pc:docMk/>
            <pc:sldMk cId="1748941604" sldId="515"/>
            <ac:picMk id="5" creationId="{6559C88A-7809-428B-9A12-B6ABD156EA67}"/>
          </ac:picMkLst>
        </pc:picChg>
        <pc:picChg chg="del">
          <ac:chgData name="Marco Sanches" userId="301bf0f768bc15fc" providerId="LiveId" clId="{E371B47F-1891-49CB-8CC2-2F731423DB5E}" dt="2020-08-22T17:09:09.383" v="2596" actId="478"/>
          <ac:picMkLst>
            <pc:docMk/>
            <pc:sldMk cId="1748941604" sldId="515"/>
            <ac:picMk id="13" creationId="{160848E5-FBEC-4BFB-99F5-84322AEFECEC}"/>
          </ac:picMkLst>
        </pc:picChg>
        <pc:picChg chg="add mod">
          <ac:chgData name="Marco Sanches" userId="301bf0f768bc15fc" providerId="LiveId" clId="{E371B47F-1891-49CB-8CC2-2F731423DB5E}" dt="2020-08-22T17:11:31.830" v="2640" actId="1076"/>
          <ac:picMkLst>
            <pc:docMk/>
            <pc:sldMk cId="1748941604" sldId="515"/>
            <ac:picMk id="14" creationId="{9BA0A0D2-6967-43A1-88B3-25866F7AD56A}"/>
          </ac:picMkLst>
        </pc:picChg>
        <pc:picChg chg="del">
          <ac:chgData name="Marco Sanches" userId="301bf0f768bc15fc" providerId="LiveId" clId="{E371B47F-1891-49CB-8CC2-2F731423DB5E}" dt="2020-08-22T17:09:14.695" v="2603" actId="478"/>
          <ac:picMkLst>
            <pc:docMk/>
            <pc:sldMk cId="1748941604" sldId="515"/>
            <ac:picMk id="15" creationId="{6DED89AF-1441-4ED6-8067-29AF7A79DC31}"/>
          </ac:picMkLst>
        </pc:picChg>
        <pc:picChg chg="add mod">
          <ac:chgData name="Marco Sanches" userId="301bf0f768bc15fc" providerId="LiveId" clId="{E371B47F-1891-49CB-8CC2-2F731423DB5E}" dt="2020-08-22T17:11:43.491" v="2643" actId="167"/>
          <ac:picMkLst>
            <pc:docMk/>
            <pc:sldMk cId="1748941604" sldId="515"/>
            <ac:picMk id="16" creationId="{458E7772-3936-4F7B-BB93-7C9AF6D4504B}"/>
          </ac:picMkLst>
        </pc:picChg>
        <pc:picChg chg="add mod">
          <ac:chgData name="Marco Sanches" userId="301bf0f768bc15fc" providerId="LiveId" clId="{E371B47F-1891-49CB-8CC2-2F731423DB5E}" dt="2020-08-22T17:11:22.691" v="2639" actId="1076"/>
          <ac:picMkLst>
            <pc:docMk/>
            <pc:sldMk cId="1748941604" sldId="515"/>
            <ac:picMk id="48" creationId="{90AF49CA-7E0D-4B91-8015-9E2593B45492}"/>
          </ac:picMkLst>
        </pc:picChg>
      </pc:sldChg>
      <pc:sldChg chg="addSp delSp modSp add mod">
        <pc:chgData name="Marco Sanches" userId="301bf0f768bc15fc" providerId="LiveId" clId="{E371B47F-1891-49CB-8CC2-2F731423DB5E}" dt="2020-08-22T17:27:52.404" v="2751" actId="14100"/>
        <pc:sldMkLst>
          <pc:docMk/>
          <pc:sldMk cId="1582409518" sldId="516"/>
        </pc:sldMkLst>
        <pc:spChg chg="mod">
          <ac:chgData name="Marco Sanches" userId="301bf0f768bc15fc" providerId="LiveId" clId="{E371B47F-1891-49CB-8CC2-2F731423DB5E}" dt="2020-08-22T17:15:08.681" v="2690"/>
          <ac:spMkLst>
            <pc:docMk/>
            <pc:sldMk cId="1582409518" sldId="516"/>
            <ac:spMk id="2" creationId="{414298B5-57DB-48CF-898B-E1CDF856070D}"/>
          </ac:spMkLst>
        </pc:spChg>
        <pc:spChg chg="add del mod">
          <ac:chgData name="Marco Sanches" userId="301bf0f768bc15fc" providerId="LiveId" clId="{E371B47F-1891-49CB-8CC2-2F731423DB5E}" dt="2020-08-22T17:15:19.860" v="2697" actId="478"/>
          <ac:spMkLst>
            <pc:docMk/>
            <pc:sldMk cId="1582409518" sldId="516"/>
            <ac:spMk id="6" creationId="{3C33C426-322C-41B5-9479-CD67112A7C43}"/>
          </ac:spMkLst>
        </pc:spChg>
        <pc:spChg chg="add del mod">
          <ac:chgData name="Marco Sanches" userId="301bf0f768bc15fc" providerId="LiveId" clId="{E371B47F-1891-49CB-8CC2-2F731423DB5E}" dt="2020-08-22T17:15:16.583" v="2693" actId="478"/>
          <ac:spMkLst>
            <pc:docMk/>
            <pc:sldMk cId="1582409518" sldId="516"/>
            <ac:spMk id="7" creationId="{5B8FBEB8-7BA0-461E-BE44-6F1DECB9EE5F}"/>
          </ac:spMkLst>
        </pc:spChg>
        <pc:spChg chg="add del mod">
          <ac:chgData name="Marco Sanches" userId="301bf0f768bc15fc" providerId="LiveId" clId="{E371B47F-1891-49CB-8CC2-2F731423DB5E}" dt="2020-08-22T17:15:18.140" v="2695" actId="478"/>
          <ac:spMkLst>
            <pc:docMk/>
            <pc:sldMk cId="1582409518" sldId="516"/>
            <ac:spMk id="8" creationId="{1A8FA88A-75E3-49EC-BFFC-62565EF1FDBE}"/>
          </ac:spMkLst>
        </pc:spChg>
        <pc:spChg chg="add del mod">
          <ac:chgData name="Marco Sanches" userId="301bf0f768bc15fc" providerId="LiveId" clId="{E371B47F-1891-49CB-8CC2-2F731423DB5E}" dt="2020-08-22T17:15:17.663" v="2694" actId="478"/>
          <ac:spMkLst>
            <pc:docMk/>
            <pc:sldMk cId="1582409518" sldId="516"/>
            <ac:spMk id="10" creationId="{0955FC9B-6980-4792-A383-48B337D1A96B}"/>
          </ac:spMkLst>
        </pc:spChg>
        <pc:spChg chg="del mod">
          <ac:chgData name="Marco Sanches" userId="301bf0f768bc15fc" providerId="LiveId" clId="{E371B47F-1891-49CB-8CC2-2F731423DB5E}" dt="2020-08-22T17:15:28.556" v="2702" actId="478"/>
          <ac:spMkLst>
            <pc:docMk/>
            <pc:sldMk cId="1582409518" sldId="516"/>
            <ac:spMk id="11" creationId="{E5C99CF4-D48E-48BA-9A90-47274994FE68}"/>
          </ac:spMkLst>
        </pc:spChg>
        <pc:spChg chg="add del mod">
          <ac:chgData name="Marco Sanches" userId="301bf0f768bc15fc" providerId="LiveId" clId="{E371B47F-1891-49CB-8CC2-2F731423DB5E}" dt="2020-08-22T17:15:19.077" v="2696" actId="478"/>
          <ac:spMkLst>
            <pc:docMk/>
            <pc:sldMk cId="1582409518" sldId="516"/>
            <ac:spMk id="12" creationId="{AF2994CE-E1A0-4263-B459-AD0463EA0F4C}"/>
          </ac:spMkLst>
        </pc:spChg>
        <pc:spChg chg="del">
          <ac:chgData name="Marco Sanches" userId="301bf0f768bc15fc" providerId="LiveId" clId="{E371B47F-1891-49CB-8CC2-2F731423DB5E}" dt="2020-08-22T17:12:59.803" v="2655" actId="478"/>
          <ac:spMkLst>
            <pc:docMk/>
            <pc:sldMk cId="1582409518" sldId="516"/>
            <ac:spMk id="18" creationId="{FFE6259D-47F1-4EEB-88C3-40ED938AA5A7}"/>
          </ac:spMkLst>
        </pc:spChg>
        <pc:spChg chg="add del mod">
          <ac:chgData name="Marco Sanches" userId="301bf0f768bc15fc" providerId="LiveId" clId="{E371B47F-1891-49CB-8CC2-2F731423DB5E}" dt="2020-08-22T17:15:20.987" v="2698" actId="478"/>
          <ac:spMkLst>
            <pc:docMk/>
            <pc:sldMk cId="1582409518" sldId="516"/>
            <ac:spMk id="20" creationId="{4EAA78F4-BF2A-4A4A-B94E-1D1427A6BB94}"/>
          </ac:spMkLst>
        </pc:spChg>
        <pc:spChg chg="add del mod">
          <ac:chgData name="Marco Sanches" userId="301bf0f768bc15fc" providerId="LiveId" clId="{E371B47F-1891-49CB-8CC2-2F731423DB5E}" dt="2020-08-22T17:15:22.347" v="2700" actId="478"/>
          <ac:spMkLst>
            <pc:docMk/>
            <pc:sldMk cId="1582409518" sldId="516"/>
            <ac:spMk id="22" creationId="{D512A6F2-9863-477C-BD7C-D0E6EB216AE6}"/>
          </ac:spMkLst>
        </pc:spChg>
        <pc:spChg chg="add del mod">
          <ac:chgData name="Marco Sanches" userId="301bf0f768bc15fc" providerId="LiveId" clId="{E371B47F-1891-49CB-8CC2-2F731423DB5E}" dt="2020-08-22T17:26:17.287" v="2723" actId="478"/>
          <ac:spMkLst>
            <pc:docMk/>
            <pc:sldMk cId="1582409518" sldId="516"/>
            <ac:spMk id="24" creationId="{835A7168-9F4B-4EAC-B9F3-BF6CA541B0E8}"/>
          </ac:spMkLst>
        </pc:spChg>
        <pc:spChg chg="add del mod">
          <ac:chgData name="Marco Sanches" userId="301bf0f768bc15fc" providerId="LiveId" clId="{E371B47F-1891-49CB-8CC2-2F731423DB5E}" dt="2020-08-22T17:26:18.674" v="2724" actId="478"/>
          <ac:spMkLst>
            <pc:docMk/>
            <pc:sldMk cId="1582409518" sldId="516"/>
            <ac:spMk id="26" creationId="{1E222FF8-28A6-4F78-A9CF-05CC0D351E4C}"/>
          </ac:spMkLst>
        </pc:spChg>
        <pc:spChg chg="add del mod">
          <ac:chgData name="Marco Sanches" userId="301bf0f768bc15fc" providerId="LiveId" clId="{E371B47F-1891-49CB-8CC2-2F731423DB5E}" dt="2020-08-22T17:15:31.717" v="2703" actId="478"/>
          <ac:spMkLst>
            <pc:docMk/>
            <pc:sldMk cId="1582409518" sldId="516"/>
            <ac:spMk id="32" creationId="{F85EA45A-8A0D-461B-A05A-C0F7142E5B4D}"/>
          </ac:spMkLst>
        </pc:spChg>
        <pc:spChg chg="del">
          <ac:chgData name="Marco Sanches" userId="301bf0f768bc15fc" providerId="LiveId" clId="{E371B47F-1891-49CB-8CC2-2F731423DB5E}" dt="2020-08-22T17:13:03.108" v="2660" actId="478"/>
          <ac:spMkLst>
            <pc:docMk/>
            <pc:sldMk cId="1582409518" sldId="516"/>
            <ac:spMk id="40" creationId="{EE095D57-475C-4F45-92C6-D11464C04535}"/>
          </ac:spMkLst>
        </pc:spChg>
        <pc:spChg chg="add mod">
          <ac:chgData name="Marco Sanches" userId="301bf0f768bc15fc" providerId="LiveId" clId="{E371B47F-1891-49CB-8CC2-2F731423DB5E}" dt="2020-08-22T17:27:47.294" v="2749" actId="1076"/>
          <ac:spMkLst>
            <pc:docMk/>
            <pc:sldMk cId="1582409518" sldId="516"/>
            <ac:spMk id="41" creationId="{14E313C4-18A7-4418-B76E-EA41C5F6CEB3}"/>
          </ac:spMkLst>
        </pc:spChg>
        <pc:spChg chg="del">
          <ac:chgData name="Marco Sanches" userId="301bf0f768bc15fc" providerId="LiveId" clId="{E371B47F-1891-49CB-8CC2-2F731423DB5E}" dt="2020-08-22T17:12:58.710" v="2654" actId="478"/>
          <ac:spMkLst>
            <pc:docMk/>
            <pc:sldMk cId="1582409518" sldId="516"/>
            <ac:spMk id="42" creationId="{E86DD267-F8E7-442E-AEAC-A1F6392FEA0A}"/>
          </ac:spMkLst>
        </pc:spChg>
        <pc:spChg chg="add mod">
          <ac:chgData name="Marco Sanches" userId="301bf0f768bc15fc" providerId="LiveId" clId="{E371B47F-1891-49CB-8CC2-2F731423DB5E}" dt="2020-08-22T17:27:41.315" v="2748" actId="1076"/>
          <ac:spMkLst>
            <pc:docMk/>
            <pc:sldMk cId="1582409518" sldId="516"/>
            <ac:spMk id="43" creationId="{7A6ADB6E-3C36-4AF8-8AAA-589D2997BA4A}"/>
          </ac:spMkLst>
        </pc:spChg>
        <pc:spChg chg="del">
          <ac:chgData name="Marco Sanches" userId="301bf0f768bc15fc" providerId="LiveId" clId="{E371B47F-1891-49CB-8CC2-2F731423DB5E}" dt="2020-08-22T17:13:01.257" v="2657" actId="478"/>
          <ac:spMkLst>
            <pc:docMk/>
            <pc:sldMk cId="1582409518" sldId="516"/>
            <ac:spMk id="44" creationId="{5B9EC561-C1A7-4B89-AECD-DA954421CF61}"/>
          </ac:spMkLst>
        </pc:spChg>
        <pc:spChg chg="del">
          <ac:chgData name="Marco Sanches" userId="301bf0f768bc15fc" providerId="LiveId" clId="{E371B47F-1891-49CB-8CC2-2F731423DB5E}" dt="2020-08-22T17:13:01.915" v="2658" actId="478"/>
          <ac:spMkLst>
            <pc:docMk/>
            <pc:sldMk cId="1582409518" sldId="516"/>
            <ac:spMk id="46" creationId="{24CF31FF-0FF7-4D73-A62E-9D6E206469A8}"/>
          </ac:spMkLst>
        </pc:spChg>
        <pc:picChg chg="add del mod">
          <ac:chgData name="Marco Sanches" userId="301bf0f768bc15fc" providerId="LiveId" clId="{E371B47F-1891-49CB-8CC2-2F731423DB5E}" dt="2020-08-22T17:15:21.483" v="2699" actId="478"/>
          <ac:picMkLst>
            <pc:docMk/>
            <pc:sldMk cId="1582409518" sldId="516"/>
            <ac:picMk id="3" creationId="{A4F76ABB-B035-4ECA-B111-B1A3F74A6645}"/>
          </ac:picMkLst>
        </pc:picChg>
        <pc:picChg chg="add del mod">
          <ac:chgData name="Marco Sanches" userId="301bf0f768bc15fc" providerId="LiveId" clId="{E371B47F-1891-49CB-8CC2-2F731423DB5E}" dt="2020-08-22T17:15:15.527" v="2691" actId="478"/>
          <ac:picMkLst>
            <pc:docMk/>
            <pc:sldMk cId="1582409518" sldId="516"/>
            <ac:picMk id="4" creationId="{EE266FE7-2B5E-436E-8142-597AF40FB7AD}"/>
          </ac:picMkLst>
        </pc:picChg>
        <pc:picChg chg="add del mod">
          <ac:chgData name="Marco Sanches" userId="301bf0f768bc15fc" providerId="LiveId" clId="{E371B47F-1891-49CB-8CC2-2F731423DB5E}" dt="2020-08-22T17:15:16.007" v="2692" actId="478"/>
          <ac:picMkLst>
            <pc:docMk/>
            <pc:sldMk cId="1582409518" sldId="516"/>
            <ac:picMk id="5" creationId="{5597CCD6-0284-4C75-8BD5-5DD648701083}"/>
          </ac:picMkLst>
        </pc:picChg>
        <pc:picChg chg="del">
          <ac:chgData name="Marco Sanches" userId="301bf0f768bc15fc" providerId="LiveId" clId="{E371B47F-1891-49CB-8CC2-2F731423DB5E}" dt="2020-08-22T17:13:57.761" v="2679" actId="478"/>
          <ac:picMkLst>
            <pc:docMk/>
            <pc:sldMk cId="1582409518" sldId="516"/>
            <ac:picMk id="9" creationId="{70495915-0363-4C68-9D30-7F5287BBAC82}"/>
          </ac:picMkLst>
        </pc:picChg>
        <pc:picChg chg="del">
          <ac:chgData name="Marco Sanches" userId="301bf0f768bc15fc" providerId="LiveId" clId="{E371B47F-1891-49CB-8CC2-2F731423DB5E}" dt="2020-08-22T17:13:03.587" v="2661" actId="478"/>
          <ac:picMkLst>
            <pc:docMk/>
            <pc:sldMk cId="1582409518" sldId="516"/>
            <ac:picMk id="14" creationId="{9BA0A0D2-6967-43A1-88B3-25866F7AD56A}"/>
          </ac:picMkLst>
        </pc:picChg>
        <pc:picChg chg="del">
          <ac:chgData name="Marco Sanches" userId="301bf0f768bc15fc" providerId="LiveId" clId="{E371B47F-1891-49CB-8CC2-2F731423DB5E}" dt="2020-08-22T17:13:02.364" v="2659" actId="478"/>
          <ac:picMkLst>
            <pc:docMk/>
            <pc:sldMk cId="1582409518" sldId="516"/>
            <ac:picMk id="16" creationId="{458E7772-3936-4F7B-BB93-7C9AF6D4504B}"/>
          </ac:picMkLst>
        </pc:picChg>
        <pc:picChg chg="add del mod">
          <ac:chgData name="Marco Sanches" userId="301bf0f768bc15fc" providerId="LiveId" clId="{E371B47F-1891-49CB-8CC2-2F731423DB5E}" dt="2020-08-22T17:26:14.434" v="2722" actId="478"/>
          <ac:picMkLst>
            <pc:docMk/>
            <pc:sldMk cId="1582409518" sldId="516"/>
            <ac:picMk id="28" creationId="{B65C0790-4553-4D46-9DFE-90704FE1AF9D}"/>
          </ac:picMkLst>
        </pc:picChg>
        <pc:picChg chg="add mod">
          <ac:chgData name="Marco Sanches" userId="301bf0f768bc15fc" providerId="LiveId" clId="{E371B47F-1891-49CB-8CC2-2F731423DB5E}" dt="2020-08-22T17:27:38.676" v="2747" actId="14100"/>
          <ac:picMkLst>
            <pc:docMk/>
            <pc:sldMk cId="1582409518" sldId="516"/>
            <ac:picMk id="45" creationId="{2F2724C0-9656-4FAA-920A-049C7300166A}"/>
          </ac:picMkLst>
        </pc:picChg>
        <pc:picChg chg="add mod">
          <ac:chgData name="Marco Sanches" userId="301bf0f768bc15fc" providerId="LiveId" clId="{E371B47F-1891-49CB-8CC2-2F731423DB5E}" dt="2020-08-22T17:27:52.404" v="2751" actId="14100"/>
          <ac:picMkLst>
            <pc:docMk/>
            <pc:sldMk cId="1582409518" sldId="516"/>
            <ac:picMk id="47" creationId="{BF5B3C58-1B26-4FA9-8661-A351F35D8344}"/>
          </ac:picMkLst>
        </pc:picChg>
        <pc:picChg chg="del">
          <ac:chgData name="Marco Sanches" userId="301bf0f768bc15fc" providerId="LiveId" clId="{E371B47F-1891-49CB-8CC2-2F731423DB5E}" dt="2020-08-22T17:13:00.506" v="2656" actId="478"/>
          <ac:picMkLst>
            <pc:docMk/>
            <pc:sldMk cId="1582409518" sldId="516"/>
            <ac:picMk id="48" creationId="{90AF49CA-7E0D-4B91-8015-9E2593B45492}"/>
          </ac:picMkLst>
        </pc:picChg>
        <pc:cxnChg chg="add mod">
          <ac:chgData name="Marco Sanches" userId="301bf0f768bc15fc" providerId="LiveId" clId="{E371B47F-1891-49CB-8CC2-2F731423DB5E}" dt="2020-08-22T17:27:49.696" v="2750" actId="14100"/>
          <ac:cxnSpMkLst>
            <pc:docMk/>
            <pc:sldMk cId="1582409518" sldId="516"/>
            <ac:cxnSpMk id="49" creationId="{9387F4D5-B559-4101-8AF8-9ED27462D99C}"/>
          </ac:cxnSpMkLst>
        </pc:cxnChg>
        <pc:cxnChg chg="add mod">
          <ac:chgData name="Marco Sanches" userId="301bf0f768bc15fc" providerId="LiveId" clId="{E371B47F-1891-49CB-8CC2-2F731423DB5E}" dt="2020-08-22T17:27:47.294" v="2749" actId="1076"/>
          <ac:cxnSpMkLst>
            <pc:docMk/>
            <pc:sldMk cId="1582409518" sldId="516"/>
            <ac:cxnSpMk id="50" creationId="{A2ED4D33-1708-47B4-99E1-F36C39079732}"/>
          </ac:cxnSpMkLst>
        </pc:cxnChg>
      </pc:sldChg>
      <pc:sldChg chg="add">
        <pc:chgData name="Marco Sanches" userId="301bf0f768bc15fc" providerId="LiveId" clId="{E371B47F-1891-49CB-8CC2-2F731423DB5E}" dt="2020-08-22T17:28:02.824" v="2752" actId="2890"/>
        <pc:sldMkLst>
          <pc:docMk/>
          <pc:sldMk cId="4090651205" sldId="517"/>
        </pc:sldMkLst>
      </pc:sldChg>
      <pc:sldChg chg="addSp delSp modSp mod">
        <pc:chgData name="Marco Sanches" userId="301bf0f768bc15fc" providerId="LiveId" clId="{E371B47F-1891-49CB-8CC2-2F731423DB5E}" dt="2020-08-28T10:46:04.709" v="2957" actId="1035"/>
        <pc:sldMkLst>
          <pc:docMk/>
          <pc:sldMk cId="0" sldId="518"/>
        </pc:sldMkLst>
        <pc:spChg chg="add mod">
          <ac:chgData name="Marco Sanches" userId="301bf0f768bc15fc" providerId="LiveId" clId="{E371B47F-1891-49CB-8CC2-2F731423DB5E}" dt="2020-08-22T17:40:54.026" v="2874" actId="20577"/>
          <ac:spMkLst>
            <pc:docMk/>
            <pc:sldMk cId="0" sldId="518"/>
            <ac:spMk id="2" creationId="{318926D8-DB94-4663-9BA9-4DB85CFEB7CF}"/>
          </ac:spMkLst>
        </pc:spChg>
        <pc:spChg chg="del">
          <ac:chgData name="Marco Sanches" userId="301bf0f768bc15fc" providerId="LiveId" clId="{E371B47F-1891-49CB-8CC2-2F731423DB5E}" dt="2020-08-22T17:40:57.571" v="2875" actId="478"/>
          <ac:spMkLst>
            <pc:docMk/>
            <pc:sldMk cId="0" sldId="518"/>
            <ac:spMk id="6" creationId="{790FF2E0-CE5D-44C0-BEAE-6EE2D4DADD42}"/>
          </ac:spMkLst>
        </pc:spChg>
        <pc:spChg chg="mod">
          <ac:chgData name="Marco Sanches" userId="301bf0f768bc15fc" providerId="LiveId" clId="{E371B47F-1891-49CB-8CC2-2F731423DB5E}" dt="2020-08-28T10:46:04.709" v="2957" actId="1035"/>
          <ac:spMkLst>
            <pc:docMk/>
            <pc:sldMk cId="0" sldId="518"/>
            <ac:spMk id="47106" creationId="{03C37F57-4B06-4D88-AF17-85D16875EA60}"/>
          </ac:spMkLst>
        </pc:spChg>
        <pc:graphicFrameChg chg="mod modGraphic">
          <ac:chgData name="Marco Sanches" userId="301bf0f768bc15fc" providerId="LiveId" clId="{E371B47F-1891-49CB-8CC2-2F731423DB5E}" dt="2020-08-26T15:13:57.272" v="2907" actId="1076"/>
          <ac:graphicFrameMkLst>
            <pc:docMk/>
            <pc:sldMk cId="0" sldId="518"/>
            <ac:graphicFrameMk id="5" creationId="{2C991C1E-03D0-4320-9693-B0D1574AFDB3}"/>
          </ac:graphicFrameMkLst>
        </pc:graphicFrameChg>
      </pc:sldChg>
      <pc:sldChg chg="addSp delSp modSp add mod">
        <pc:chgData name="Marco Sanches" userId="301bf0f768bc15fc" providerId="LiveId" clId="{E371B47F-1891-49CB-8CC2-2F731423DB5E}" dt="2020-08-28T14:11:49.538" v="3070" actId="14734"/>
        <pc:sldMkLst>
          <pc:docMk/>
          <pc:sldMk cId="2703010452" sldId="519"/>
        </pc:sldMkLst>
        <pc:spChg chg="mod">
          <ac:chgData name="Marco Sanches" userId="301bf0f768bc15fc" providerId="LiveId" clId="{E371B47F-1891-49CB-8CC2-2F731423DB5E}" dt="2020-08-28T13:36:30.293" v="3069" actId="1035"/>
          <ac:spMkLst>
            <pc:docMk/>
            <pc:sldMk cId="2703010452" sldId="519"/>
            <ac:spMk id="47106" creationId="{03C37F57-4B06-4D88-AF17-85D16875EA60}"/>
          </ac:spMkLst>
        </pc:spChg>
        <pc:graphicFrameChg chg="add mod modGraphic">
          <ac:chgData name="Marco Sanches" userId="301bf0f768bc15fc" providerId="LiveId" clId="{E371B47F-1891-49CB-8CC2-2F731423DB5E}" dt="2020-08-28T14:11:49.538" v="3070" actId="14734"/>
          <ac:graphicFrameMkLst>
            <pc:docMk/>
            <pc:sldMk cId="2703010452" sldId="519"/>
            <ac:graphicFrameMk id="3" creationId="{AA63C45B-B495-4B42-9187-F8EB7A5F4AB1}"/>
          </ac:graphicFrameMkLst>
        </pc:graphicFrameChg>
        <pc:graphicFrameChg chg="del">
          <ac:chgData name="Marco Sanches" userId="301bf0f768bc15fc" providerId="LiveId" clId="{E371B47F-1891-49CB-8CC2-2F731423DB5E}" dt="2020-08-22T17:42:20.374" v="2893" actId="478"/>
          <ac:graphicFrameMkLst>
            <pc:docMk/>
            <pc:sldMk cId="2703010452" sldId="519"/>
            <ac:graphicFrameMk id="5" creationId="{2C991C1E-03D0-4320-9693-B0D1574AFDB3}"/>
          </ac:graphicFrameMkLst>
        </pc:graphicFrameChg>
      </pc:sldChg>
    </pc:docChg>
  </pc:docChgLst>
  <pc:docChgLst>
    <pc:chgData name="Marco Sanches" userId="301bf0f768bc15fc" providerId="LiveId" clId="{AD1F0D63-CEEF-48F2-8198-EC5A51D66291}"/>
    <pc:docChg chg="undo custSel mod addSld delSld modSld sldOrd delSection modSection">
      <pc:chgData name="Marco Sanches" userId="301bf0f768bc15fc" providerId="LiveId" clId="{AD1F0D63-CEEF-48F2-8198-EC5A51D66291}" dt="2020-08-21T14:10:48.819" v="2848"/>
      <pc:docMkLst>
        <pc:docMk/>
      </pc:docMkLst>
      <pc:sldChg chg="modSp mod">
        <pc:chgData name="Marco Sanches" userId="301bf0f768bc15fc" providerId="LiveId" clId="{AD1F0D63-CEEF-48F2-8198-EC5A51D66291}" dt="2020-08-21T14:10:48.819" v="2848"/>
        <pc:sldMkLst>
          <pc:docMk/>
          <pc:sldMk cId="3687106035" sldId="256"/>
        </pc:sldMkLst>
        <pc:spChg chg="mod">
          <ac:chgData name="Marco Sanches" userId="301bf0f768bc15fc" providerId="LiveId" clId="{AD1F0D63-CEEF-48F2-8198-EC5A51D66291}" dt="2020-08-21T14:10:48.819" v="2848"/>
          <ac:spMkLst>
            <pc:docMk/>
            <pc:sldMk cId="3687106035" sldId="256"/>
            <ac:spMk id="6" creationId="{0C89EAFD-0EE9-46F0-A68A-44FA35B4F6FE}"/>
          </ac:spMkLst>
        </pc:spChg>
      </pc:sldChg>
      <pc:sldChg chg="addSp delSp modSp add del mod ord modClrScheme delAnim chgLayout">
        <pc:chgData name="Marco Sanches" userId="301bf0f768bc15fc" providerId="LiveId" clId="{AD1F0D63-CEEF-48F2-8198-EC5A51D66291}" dt="2020-08-20T11:17:13.519" v="2649" actId="1035"/>
        <pc:sldMkLst>
          <pc:docMk/>
          <pc:sldMk cId="1622163198" sldId="258"/>
        </pc:sldMkLst>
        <pc:spChg chg="mod ord">
          <ac:chgData name="Marco Sanches" userId="301bf0f768bc15fc" providerId="LiveId" clId="{AD1F0D63-CEEF-48F2-8198-EC5A51D66291}" dt="2020-08-19T18:51:52.122" v="100" actId="26606"/>
          <ac:spMkLst>
            <pc:docMk/>
            <pc:sldMk cId="1622163198" sldId="258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8:50:23.626" v="83" actId="478"/>
          <ac:spMkLst>
            <pc:docMk/>
            <pc:sldMk cId="1622163198" sldId="258"/>
            <ac:spMk id="6" creationId="{8231A570-49F6-4830-9CE5-C392DA574DEE}"/>
          </ac:spMkLst>
        </pc:spChg>
        <pc:spChg chg="del">
          <ac:chgData name="Marco Sanches" userId="301bf0f768bc15fc" providerId="LiveId" clId="{AD1F0D63-CEEF-48F2-8198-EC5A51D66291}" dt="2020-08-19T18:50:25.203" v="84" actId="478"/>
          <ac:spMkLst>
            <pc:docMk/>
            <pc:sldMk cId="1622163198" sldId="258"/>
            <ac:spMk id="7" creationId="{AD551E74-0A0B-4F67-AD79-78C8307B91F2}"/>
          </ac:spMkLst>
        </pc:spChg>
        <pc:spChg chg="mod">
          <ac:chgData name="Marco Sanches" userId="301bf0f768bc15fc" providerId="LiveId" clId="{AD1F0D63-CEEF-48F2-8198-EC5A51D66291}" dt="2020-08-20T11:17:07.528" v="2641" actId="14100"/>
          <ac:spMkLst>
            <pc:docMk/>
            <pc:sldMk cId="1622163198" sldId="258"/>
            <ac:spMk id="8" creationId="{9F654FF8-EA10-46D9-9A4C-61C040CBF2CB}"/>
          </ac:spMkLst>
        </pc:spChg>
        <pc:spChg chg="del">
          <ac:chgData name="Marco Sanches" userId="301bf0f768bc15fc" providerId="LiveId" clId="{AD1F0D63-CEEF-48F2-8198-EC5A51D66291}" dt="2020-08-19T18:50:43.547" v="91" actId="478"/>
          <ac:spMkLst>
            <pc:docMk/>
            <pc:sldMk cId="1622163198" sldId="258"/>
            <ac:spMk id="9" creationId="{77192A32-3F7C-4E65-854F-12A194F972D0}"/>
          </ac:spMkLst>
        </pc:spChg>
        <pc:spChg chg="del">
          <ac:chgData name="Marco Sanches" userId="301bf0f768bc15fc" providerId="LiveId" clId="{AD1F0D63-CEEF-48F2-8198-EC5A51D66291}" dt="2020-08-19T18:50:42.361" v="90" actId="478"/>
          <ac:spMkLst>
            <pc:docMk/>
            <pc:sldMk cId="1622163198" sldId="258"/>
            <ac:spMk id="10" creationId="{9CAEC1A8-B9F2-43F4-8A77-2ACDE1BB88E2}"/>
          </ac:spMkLst>
        </pc:spChg>
        <pc:spChg chg="add mod">
          <ac:chgData name="Marco Sanches" userId="301bf0f768bc15fc" providerId="LiveId" clId="{AD1F0D63-CEEF-48F2-8198-EC5A51D66291}" dt="2020-08-20T11:17:13.519" v="2649" actId="1035"/>
          <ac:spMkLst>
            <pc:docMk/>
            <pc:sldMk cId="1622163198" sldId="258"/>
            <ac:spMk id="11" creationId="{EAB3B51B-8A75-4D64-8CB6-665C96E5584B}"/>
          </ac:spMkLst>
        </pc:spChg>
        <pc:picChg chg="add mod">
          <ac:chgData name="Marco Sanches" userId="301bf0f768bc15fc" providerId="LiveId" clId="{AD1F0D63-CEEF-48F2-8198-EC5A51D66291}" dt="2020-08-19T18:53:03.995" v="119" actId="1076"/>
          <ac:picMkLst>
            <pc:docMk/>
            <pc:sldMk cId="1622163198" sldId="258"/>
            <ac:picMk id="1026" creationId="{2E085811-0DF4-4434-9315-545FBE0F370F}"/>
          </ac:picMkLst>
        </pc:picChg>
      </pc:sldChg>
      <pc:sldChg chg="del">
        <pc:chgData name="Marco Sanches" userId="301bf0f768bc15fc" providerId="LiveId" clId="{AD1F0D63-CEEF-48F2-8198-EC5A51D66291}" dt="2020-08-20T11:14:43.137" v="2557" actId="47"/>
        <pc:sldMkLst>
          <pc:docMk/>
          <pc:sldMk cId="3899204642" sldId="261"/>
        </pc:sldMkLst>
      </pc:sldChg>
      <pc:sldChg chg="del">
        <pc:chgData name="Marco Sanches" userId="301bf0f768bc15fc" providerId="LiveId" clId="{AD1F0D63-CEEF-48F2-8198-EC5A51D66291}" dt="2020-08-20T11:14:43.732" v="2559" actId="47"/>
        <pc:sldMkLst>
          <pc:docMk/>
          <pc:sldMk cId="247106237" sldId="262"/>
        </pc:sldMkLst>
      </pc:sldChg>
      <pc:sldChg chg="del">
        <pc:chgData name="Marco Sanches" userId="301bf0f768bc15fc" providerId="LiveId" clId="{AD1F0D63-CEEF-48F2-8198-EC5A51D66291}" dt="2020-08-20T11:14:42.292" v="2555" actId="47"/>
        <pc:sldMkLst>
          <pc:docMk/>
          <pc:sldMk cId="2373439500" sldId="266"/>
        </pc:sldMkLst>
      </pc:sldChg>
      <pc:sldChg chg="modSp del">
        <pc:chgData name="Marco Sanches" userId="301bf0f768bc15fc" providerId="LiveId" clId="{AD1F0D63-CEEF-48F2-8198-EC5A51D66291}" dt="2020-08-19T19:06:54.809" v="334" actId="47"/>
        <pc:sldMkLst>
          <pc:docMk/>
          <pc:sldMk cId="0" sldId="323"/>
        </pc:sldMkLst>
        <pc:spChg chg="mod">
          <ac:chgData name="Marco Sanches" userId="301bf0f768bc15fc" providerId="LiveId" clId="{AD1F0D63-CEEF-48F2-8198-EC5A51D66291}" dt="2020-08-19T19:06:49.158" v="333" actId="1076"/>
          <ac:spMkLst>
            <pc:docMk/>
            <pc:sldMk cId="0" sldId="323"/>
            <ac:spMk id="8195" creationId="{0DE85CDF-034B-4A82-B55A-AA911E3011E9}"/>
          </ac:spMkLst>
        </pc:spChg>
      </pc:sldChg>
      <pc:sldChg chg="del">
        <pc:chgData name="Marco Sanches" userId="301bf0f768bc15fc" providerId="LiveId" clId="{AD1F0D63-CEEF-48F2-8198-EC5A51D66291}" dt="2020-08-20T11:14:44.028" v="2560" actId="47"/>
        <pc:sldMkLst>
          <pc:docMk/>
          <pc:sldMk cId="63458505" sldId="377"/>
        </pc:sldMkLst>
      </pc:sldChg>
      <pc:sldChg chg="del">
        <pc:chgData name="Marco Sanches" userId="301bf0f768bc15fc" providerId="LiveId" clId="{AD1F0D63-CEEF-48F2-8198-EC5A51D66291}" dt="2020-08-20T11:14:44.308" v="2561" actId="47"/>
        <pc:sldMkLst>
          <pc:docMk/>
          <pc:sldMk cId="855472942" sldId="379"/>
        </pc:sldMkLst>
      </pc:sldChg>
      <pc:sldChg chg="del">
        <pc:chgData name="Marco Sanches" userId="301bf0f768bc15fc" providerId="LiveId" clId="{AD1F0D63-CEEF-48F2-8198-EC5A51D66291}" dt="2020-08-20T11:14:44.791" v="2562" actId="47"/>
        <pc:sldMkLst>
          <pc:docMk/>
          <pc:sldMk cId="3344589503" sldId="380"/>
        </pc:sldMkLst>
      </pc:sldChg>
      <pc:sldChg chg="del">
        <pc:chgData name="Marco Sanches" userId="301bf0f768bc15fc" providerId="LiveId" clId="{AD1F0D63-CEEF-48F2-8198-EC5A51D66291}" dt="2020-08-20T11:14:45.439" v="2563" actId="47"/>
        <pc:sldMkLst>
          <pc:docMk/>
          <pc:sldMk cId="1487600067" sldId="381"/>
        </pc:sldMkLst>
      </pc:sldChg>
      <pc:sldChg chg="del">
        <pc:chgData name="Marco Sanches" userId="301bf0f768bc15fc" providerId="LiveId" clId="{AD1F0D63-CEEF-48F2-8198-EC5A51D66291}" dt="2020-08-20T11:14:46.119" v="2565" actId="47"/>
        <pc:sldMkLst>
          <pc:docMk/>
          <pc:sldMk cId="2452270298" sldId="383"/>
        </pc:sldMkLst>
      </pc:sldChg>
      <pc:sldChg chg="del">
        <pc:chgData name="Marco Sanches" userId="301bf0f768bc15fc" providerId="LiveId" clId="{AD1F0D63-CEEF-48F2-8198-EC5A51D66291}" dt="2020-08-20T11:14:47.730" v="2568" actId="47"/>
        <pc:sldMkLst>
          <pc:docMk/>
          <pc:sldMk cId="1288407131" sldId="394"/>
        </pc:sldMkLst>
      </pc:sldChg>
      <pc:sldChg chg="del">
        <pc:chgData name="Marco Sanches" userId="301bf0f768bc15fc" providerId="LiveId" clId="{AD1F0D63-CEEF-48F2-8198-EC5A51D66291}" dt="2020-08-20T11:14:49.774" v="2571" actId="47"/>
        <pc:sldMkLst>
          <pc:docMk/>
          <pc:sldMk cId="4084166105" sldId="395"/>
        </pc:sldMkLst>
      </pc:sldChg>
      <pc:sldChg chg="modSp add del mod ord">
        <pc:chgData name="Marco Sanches" userId="301bf0f768bc15fc" providerId="LiveId" clId="{AD1F0D63-CEEF-48F2-8198-EC5A51D66291}" dt="2020-08-20T11:15:31.005" v="2628" actId="20577"/>
        <pc:sldMkLst>
          <pc:docMk/>
          <pc:sldMk cId="730759220" sldId="396"/>
        </pc:sldMkLst>
        <pc:spChg chg="mod">
          <ac:chgData name="Marco Sanches" userId="301bf0f768bc15fc" providerId="LiveId" clId="{AD1F0D63-CEEF-48F2-8198-EC5A51D66291}" dt="2020-08-20T11:15:31.005" v="2628" actId="20577"/>
          <ac:spMkLst>
            <pc:docMk/>
            <pc:sldMk cId="730759220" sldId="396"/>
            <ac:spMk id="2" creationId="{897856AD-9995-4A2C-83BB-7CDC555080CE}"/>
          </ac:spMkLst>
        </pc:spChg>
      </pc:sldChg>
      <pc:sldChg chg="addSp delSp modSp mod">
        <pc:chgData name="Marco Sanches" userId="301bf0f768bc15fc" providerId="LiveId" clId="{AD1F0D63-CEEF-48F2-8198-EC5A51D66291}" dt="2020-08-19T18:49:17.506" v="47" actId="1076"/>
        <pc:sldMkLst>
          <pc:docMk/>
          <pc:sldMk cId="407932995" sldId="397"/>
        </pc:sldMkLst>
        <pc:spChg chg="mod">
          <ac:chgData name="Marco Sanches" userId="301bf0f768bc15fc" providerId="LiveId" clId="{AD1F0D63-CEEF-48F2-8198-EC5A51D66291}" dt="2020-08-19T18:46:37.561" v="17" actId="20577"/>
          <ac:spMkLst>
            <pc:docMk/>
            <pc:sldMk cId="407932995" sldId="397"/>
            <ac:spMk id="2" creationId="{14080ADA-AE56-43F5-B807-B75FD49AC1F9}"/>
          </ac:spMkLst>
        </pc:spChg>
        <pc:spChg chg="mod">
          <ac:chgData name="Marco Sanches" userId="301bf0f768bc15fc" providerId="LiveId" clId="{AD1F0D63-CEEF-48F2-8198-EC5A51D66291}" dt="2020-08-19T18:48:48.183" v="43" actId="6549"/>
          <ac:spMkLst>
            <pc:docMk/>
            <pc:sldMk cId="407932995" sldId="397"/>
            <ac:spMk id="3" creationId="{3D61ECEE-4718-4222-81C6-2B68CC8792EC}"/>
          </ac:spMkLst>
        </pc:spChg>
        <pc:spChg chg="del">
          <ac:chgData name="Marco Sanches" userId="301bf0f768bc15fc" providerId="LiveId" clId="{AD1F0D63-CEEF-48F2-8198-EC5A51D66291}" dt="2020-08-19T18:46:41.869" v="20" actId="478"/>
          <ac:spMkLst>
            <pc:docMk/>
            <pc:sldMk cId="407932995" sldId="397"/>
            <ac:spMk id="5" creationId="{A57B1EC7-AB5E-4E43-8424-B28A1E37EFD7}"/>
          </ac:spMkLst>
        </pc:spChg>
        <pc:spChg chg="del mod">
          <ac:chgData name="Marco Sanches" userId="301bf0f768bc15fc" providerId="LiveId" clId="{AD1F0D63-CEEF-48F2-8198-EC5A51D66291}" dt="2020-08-19T18:46:45.778" v="24" actId="478"/>
          <ac:spMkLst>
            <pc:docMk/>
            <pc:sldMk cId="407932995" sldId="397"/>
            <ac:spMk id="7" creationId="{1D1BC409-8CD5-4BAA-95D7-A503E48EE3D4}"/>
          </ac:spMkLst>
        </pc:spChg>
        <pc:spChg chg="del">
          <ac:chgData name="Marco Sanches" userId="301bf0f768bc15fc" providerId="LiveId" clId="{AD1F0D63-CEEF-48F2-8198-EC5A51D66291}" dt="2020-08-19T18:46:44.253" v="23" actId="478"/>
          <ac:spMkLst>
            <pc:docMk/>
            <pc:sldMk cId="407932995" sldId="397"/>
            <ac:spMk id="11" creationId="{404D0452-EEC7-4A76-BC9E-8FF06E9863D3}"/>
          </ac:spMkLst>
        </pc:spChg>
        <pc:picChg chg="del">
          <ac:chgData name="Marco Sanches" userId="301bf0f768bc15fc" providerId="LiveId" clId="{AD1F0D63-CEEF-48F2-8198-EC5A51D66291}" dt="2020-08-19T18:46:39.394" v="18" actId="478"/>
          <ac:picMkLst>
            <pc:docMk/>
            <pc:sldMk cId="407932995" sldId="397"/>
            <ac:picMk id="4" creationId="{021AC3A5-A434-4172-9893-F86609123FF2}"/>
          </ac:picMkLst>
        </pc:picChg>
        <pc:picChg chg="add mod">
          <ac:chgData name="Marco Sanches" userId="301bf0f768bc15fc" providerId="LiveId" clId="{AD1F0D63-CEEF-48F2-8198-EC5A51D66291}" dt="2020-08-19T18:49:17.506" v="47" actId="1076"/>
          <ac:picMkLst>
            <pc:docMk/>
            <pc:sldMk cId="407932995" sldId="397"/>
            <ac:picMk id="10" creationId="{D93FB2A7-FE49-472E-B758-5C8E676C4271}"/>
          </ac:picMkLst>
        </pc:picChg>
        <pc:picChg chg="del">
          <ac:chgData name="Marco Sanches" userId="301bf0f768bc15fc" providerId="LiveId" clId="{AD1F0D63-CEEF-48F2-8198-EC5A51D66291}" dt="2020-08-19T18:46:42.369" v="21" actId="478"/>
          <ac:picMkLst>
            <pc:docMk/>
            <pc:sldMk cId="407932995" sldId="397"/>
            <ac:picMk id="12" creationId="{84320A9C-3FC2-4AF5-81DD-3D73D1DE77FC}"/>
          </ac:picMkLst>
        </pc:picChg>
        <pc:cxnChg chg="del mod">
          <ac:chgData name="Marco Sanches" userId="301bf0f768bc15fc" providerId="LiveId" clId="{AD1F0D63-CEEF-48F2-8198-EC5A51D66291}" dt="2020-08-19T18:46:40.679" v="19" actId="478"/>
          <ac:cxnSpMkLst>
            <pc:docMk/>
            <pc:sldMk cId="407932995" sldId="397"/>
            <ac:cxnSpMk id="9" creationId="{28A25956-9E75-4C0D-8926-21E44BA747DC}"/>
          </ac:cxnSpMkLst>
        </pc:cxnChg>
      </pc:sldChg>
      <pc:sldChg chg="del">
        <pc:chgData name="Marco Sanches" userId="301bf0f768bc15fc" providerId="LiveId" clId="{AD1F0D63-CEEF-48F2-8198-EC5A51D66291}" dt="2020-08-20T11:14:43.390" v="2558" actId="47"/>
        <pc:sldMkLst>
          <pc:docMk/>
          <pc:sldMk cId="3722614090" sldId="422"/>
        </pc:sldMkLst>
      </pc:sldChg>
      <pc:sldChg chg="del">
        <pc:chgData name="Marco Sanches" userId="301bf0f768bc15fc" providerId="LiveId" clId="{AD1F0D63-CEEF-48F2-8198-EC5A51D66291}" dt="2020-08-20T11:14:46.548" v="2566" actId="47"/>
        <pc:sldMkLst>
          <pc:docMk/>
          <pc:sldMk cId="2722587773" sldId="449"/>
        </pc:sldMkLst>
      </pc:sldChg>
      <pc:sldChg chg="del">
        <pc:chgData name="Marco Sanches" userId="301bf0f768bc15fc" providerId="LiveId" clId="{AD1F0D63-CEEF-48F2-8198-EC5A51D66291}" dt="2020-08-20T11:14:48.440" v="2570" actId="47"/>
        <pc:sldMkLst>
          <pc:docMk/>
          <pc:sldMk cId="4200278703" sldId="454"/>
        </pc:sldMkLst>
      </pc:sldChg>
      <pc:sldChg chg="addSp delSp modSp add del mod ord">
        <pc:chgData name="Marco Sanches" userId="301bf0f768bc15fc" providerId="LiveId" clId="{AD1F0D63-CEEF-48F2-8198-EC5A51D66291}" dt="2020-08-19T19:40:20.360" v="878" actId="1076"/>
        <pc:sldMkLst>
          <pc:docMk/>
          <pc:sldMk cId="887854594" sldId="456"/>
        </pc:sldMkLst>
        <pc:spChg chg="mod">
          <ac:chgData name="Marco Sanches" userId="301bf0f768bc15fc" providerId="LiveId" clId="{AD1F0D63-CEEF-48F2-8198-EC5A51D66291}" dt="2020-08-19T19:13:11.551" v="470" actId="20577"/>
          <ac:spMkLst>
            <pc:docMk/>
            <pc:sldMk cId="887854594" sldId="456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0:13.118" v="877" actId="14100"/>
          <ac:spMkLst>
            <pc:docMk/>
            <pc:sldMk cId="887854594" sldId="456"/>
            <ac:spMk id="3" creationId="{A59A7E8B-8CB9-4865-A293-8F7FEF86DF3F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6" creationId="{92891C1D-B839-4827-A3ED-14AD07AC6394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8" creationId="{1059E901-93FF-4656-B13C-DF50F560BC13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9" creationId="{A2FB6309-B435-4630-9839-5BD254025197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0" creationId="{AE720DF3-4833-4366-AC1F-1A0980B83F85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1" creationId="{F4E08051-8854-42CB-9406-76B9F9E66BEC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3" creationId="{BFC2DD08-674F-445A-8A68-94293F4F3E5B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4" creationId="{23E09278-494F-41D4-89FE-4F24002217BC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6" creationId="{C89D3650-0833-432F-9BEA-2659370605D5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7" creationId="{F9C03F68-5D6E-4D0F-8DAF-3693173F8DBB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8" creationId="{D350691A-15E1-4349-9695-00E59A08274B}"/>
          </ac:spMkLst>
        </pc:spChg>
        <pc:grpChg chg="add mod">
          <ac:chgData name="Marco Sanches" userId="301bf0f768bc15fc" providerId="LiveId" clId="{AD1F0D63-CEEF-48F2-8198-EC5A51D66291}" dt="2020-08-19T19:40:20.360" v="878" actId="1076"/>
          <ac:grpSpMkLst>
            <pc:docMk/>
            <pc:sldMk cId="887854594" sldId="456"/>
            <ac:grpSpMk id="5" creationId="{126310F3-2F70-4D76-947F-1CB56158D40A}"/>
          </ac:grpSpMkLst>
        </pc:grpChg>
        <pc:grpChg chg="add mod">
          <ac:chgData name="Marco Sanches" userId="301bf0f768bc15fc" providerId="LiveId" clId="{AD1F0D63-CEEF-48F2-8198-EC5A51D66291}" dt="2020-08-19T19:40:20.360" v="878" actId="1076"/>
          <ac:grpSpMkLst>
            <pc:docMk/>
            <pc:sldMk cId="887854594" sldId="456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19:40:20.360" v="878" actId="1076"/>
          <ac:picMkLst>
            <pc:docMk/>
            <pc:sldMk cId="887854594" sldId="456"/>
            <ac:picMk id="4" creationId="{C3B18B35-17F2-4570-A5BF-8EB1450A76DC}"/>
          </ac:picMkLst>
        </pc:picChg>
        <pc:picChg chg="del">
          <ac:chgData name="Marco Sanches" userId="301bf0f768bc15fc" providerId="LiveId" clId="{AD1F0D63-CEEF-48F2-8198-EC5A51D66291}" dt="2020-08-19T19:13:24.414" v="473" actId="478"/>
          <ac:picMkLst>
            <pc:docMk/>
            <pc:sldMk cId="887854594" sldId="456"/>
            <ac:picMk id="7" creationId="{E07CC71F-0B95-47E2-B6A7-D22A8825A37D}"/>
          </ac:picMkLst>
        </pc:picChg>
        <pc:picChg chg="del mod">
          <ac:chgData name="Marco Sanches" userId="301bf0f768bc15fc" providerId="LiveId" clId="{AD1F0D63-CEEF-48F2-8198-EC5A51D66291}" dt="2020-08-19T19:19:55.525" v="502" actId="478"/>
          <ac:picMkLst>
            <pc:docMk/>
            <pc:sldMk cId="887854594" sldId="456"/>
            <ac:picMk id="12" creationId="{98A7F392-F635-4372-A0CA-4E9E86746699}"/>
          </ac:picMkLst>
        </pc:picChg>
        <pc:picChg chg="del mod">
          <ac:chgData name="Marco Sanches" userId="301bf0f768bc15fc" providerId="LiveId" clId="{AD1F0D63-CEEF-48F2-8198-EC5A51D66291}" dt="2020-08-19T19:19:05.944" v="492" actId="478"/>
          <ac:picMkLst>
            <pc:docMk/>
            <pc:sldMk cId="887854594" sldId="456"/>
            <ac:picMk id="15" creationId="{0CD8C9C1-1C1C-4AF2-99EF-3365BFC2F5F2}"/>
          </ac:picMkLst>
        </pc:picChg>
        <pc:picChg chg="add mod">
          <ac:chgData name="Marco Sanches" userId="301bf0f768bc15fc" providerId="LiveId" clId="{AD1F0D63-CEEF-48F2-8198-EC5A51D66291}" dt="2020-08-19T19:40:20.360" v="878" actId="1076"/>
          <ac:picMkLst>
            <pc:docMk/>
            <pc:sldMk cId="887854594" sldId="456"/>
            <ac:picMk id="4098" creationId="{287C3E06-2C9E-460D-A3B4-4EF202CEDE8C}"/>
          </ac:picMkLst>
        </pc:picChg>
      </pc:sldChg>
      <pc:sldChg chg="del">
        <pc:chgData name="Marco Sanches" userId="301bf0f768bc15fc" providerId="LiveId" clId="{AD1F0D63-CEEF-48F2-8198-EC5A51D66291}" dt="2020-08-20T11:14:42.774" v="2556" actId="47"/>
        <pc:sldMkLst>
          <pc:docMk/>
          <pc:sldMk cId="2091037547" sldId="457"/>
        </pc:sldMkLst>
      </pc:sldChg>
      <pc:sldChg chg="del">
        <pc:chgData name="Marco Sanches" userId="301bf0f768bc15fc" providerId="LiveId" clId="{AD1F0D63-CEEF-48F2-8198-EC5A51D66291}" dt="2020-08-20T11:14:45.774" v="2564" actId="47"/>
        <pc:sldMkLst>
          <pc:docMk/>
          <pc:sldMk cId="2486734239" sldId="458"/>
        </pc:sldMkLst>
      </pc:sldChg>
      <pc:sldChg chg="del">
        <pc:chgData name="Marco Sanches" userId="301bf0f768bc15fc" providerId="LiveId" clId="{AD1F0D63-CEEF-48F2-8198-EC5A51D66291}" dt="2020-08-20T11:14:47.116" v="2567" actId="47"/>
        <pc:sldMkLst>
          <pc:docMk/>
          <pc:sldMk cId="259474574" sldId="459"/>
        </pc:sldMkLst>
      </pc:sldChg>
      <pc:sldChg chg="del">
        <pc:chgData name="Marco Sanches" userId="301bf0f768bc15fc" providerId="LiveId" clId="{AD1F0D63-CEEF-48F2-8198-EC5A51D66291}" dt="2020-08-20T11:14:48.050" v="2569" actId="47"/>
        <pc:sldMkLst>
          <pc:docMk/>
          <pc:sldMk cId="4002149063" sldId="460"/>
        </pc:sldMkLst>
      </pc:sldChg>
      <pc:sldChg chg="addSp delSp modSp add mod">
        <pc:chgData name="Marco Sanches" userId="301bf0f768bc15fc" providerId="LiveId" clId="{AD1F0D63-CEEF-48F2-8198-EC5A51D66291}" dt="2020-08-19T18:58:56.452" v="212" actId="14100"/>
        <pc:sldMkLst>
          <pc:docMk/>
          <pc:sldMk cId="1520984208" sldId="461"/>
        </pc:sldMkLst>
        <pc:spChg chg="add mod">
          <ac:chgData name="Marco Sanches" userId="301bf0f768bc15fc" providerId="LiveId" clId="{AD1F0D63-CEEF-48F2-8198-EC5A51D66291}" dt="2020-08-19T18:58:56.452" v="212" actId="14100"/>
          <ac:spMkLst>
            <pc:docMk/>
            <pc:sldMk cId="1520984208" sldId="461"/>
            <ac:spMk id="3" creationId="{EF194D70-F0C3-4DD2-9BD8-AD75D7CFCE8E}"/>
          </ac:spMkLst>
        </pc:spChg>
        <pc:spChg chg="add del mod">
          <ac:chgData name="Marco Sanches" userId="301bf0f768bc15fc" providerId="LiveId" clId="{AD1F0D63-CEEF-48F2-8198-EC5A51D66291}" dt="2020-08-19T18:54:20.450" v="127" actId="478"/>
          <ac:spMkLst>
            <pc:docMk/>
            <pc:sldMk cId="1520984208" sldId="461"/>
            <ac:spMk id="4" creationId="{46AF5538-DACD-4047-B793-DBA65BBAB8D5}"/>
          </ac:spMkLst>
        </pc:spChg>
        <pc:spChg chg="add del mod">
          <ac:chgData name="Marco Sanches" userId="301bf0f768bc15fc" providerId="LiveId" clId="{AD1F0D63-CEEF-48F2-8198-EC5A51D66291}" dt="2020-08-19T18:54:21.187" v="128" actId="478"/>
          <ac:spMkLst>
            <pc:docMk/>
            <pc:sldMk cId="1520984208" sldId="461"/>
            <ac:spMk id="5" creationId="{233A8A56-8109-45C3-9C6D-3D847D0B0B2B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7" creationId="{53E8E582-D367-4CAC-9B85-E29EA2CBA357}"/>
          </ac:spMkLst>
        </pc:spChg>
        <pc:spChg chg="del">
          <ac:chgData name="Marco Sanches" userId="301bf0f768bc15fc" providerId="LiveId" clId="{AD1F0D63-CEEF-48F2-8198-EC5A51D66291}" dt="2020-08-19T18:53:48.731" v="121" actId="478"/>
          <ac:spMkLst>
            <pc:docMk/>
            <pc:sldMk cId="1520984208" sldId="461"/>
            <ac:spMk id="8" creationId="{9F654FF8-EA10-46D9-9A4C-61C040CBF2CB}"/>
          </ac:spMkLst>
        </pc:spChg>
        <pc:spChg chg="del">
          <ac:chgData name="Marco Sanches" userId="301bf0f768bc15fc" providerId="LiveId" clId="{AD1F0D63-CEEF-48F2-8198-EC5A51D66291}" dt="2020-08-19T18:53:50.481" v="122" actId="478"/>
          <ac:spMkLst>
            <pc:docMk/>
            <pc:sldMk cId="1520984208" sldId="461"/>
            <ac:spMk id="11" creationId="{EAB3B51B-8A75-4D64-8CB6-665C96E5584B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3" creationId="{6C05F2A1-41B2-4F47-B563-7F0788970C85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5" creationId="{D6A07310-49D7-497A-9854-FB600C486592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7" creationId="{5933531A-D3A1-461D-992C-24EAF2FCF0F5}"/>
          </ac:spMkLst>
        </pc:spChg>
        <pc:spChg chg="add mod">
          <ac:chgData name="Marco Sanches" userId="301bf0f768bc15fc" providerId="LiveId" clId="{AD1F0D63-CEEF-48F2-8198-EC5A51D66291}" dt="2020-08-19T18:56:13.398" v="159" actId="207"/>
          <ac:spMkLst>
            <pc:docMk/>
            <pc:sldMk cId="1520984208" sldId="461"/>
            <ac:spMk id="19" creationId="{03E17F73-5879-462F-A060-EAC5EE57A3F0}"/>
          </ac:spMkLst>
        </pc:spChg>
        <pc:spChg chg="add mod">
          <ac:chgData name="Marco Sanches" userId="301bf0f768bc15fc" providerId="LiveId" clId="{AD1F0D63-CEEF-48F2-8198-EC5A51D66291}" dt="2020-08-19T18:57:03.428" v="170" actId="207"/>
          <ac:spMkLst>
            <pc:docMk/>
            <pc:sldMk cId="1520984208" sldId="461"/>
            <ac:spMk id="21" creationId="{34BE60F2-1AE7-4065-A5AE-C53AF8CE52FE}"/>
          </ac:spMkLst>
        </pc:spChg>
        <pc:spChg chg="add mod">
          <ac:chgData name="Marco Sanches" userId="301bf0f768bc15fc" providerId="LiveId" clId="{AD1F0D63-CEEF-48F2-8198-EC5A51D66291}" dt="2020-08-19T18:56:54.537" v="169" actId="1038"/>
          <ac:spMkLst>
            <pc:docMk/>
            <pc:sldMk cId="1520984208" sldId="461"/>
            <ac:spMk id="23" creationId="{E89CC3A4-86E2-42FE-A2F1-7493461564E1}"/>
          </ac:spMkLst>
        </pc:spChg>
        <pc:spChg chg="add mod">
          <ac:chgData name="Marco Sanches" userId="301bf0f768bc15fc" providerId="LiveId" clId="{AD1F0D63-CEEF-48F2-8198-EC5A51D66291}" dt="2020-08-19T18:56:54.537" v="169" actId="1038"/>
          <ac:spMkLst>
            <pc:docMk/>
            <pc:sldMk cId="1520984208" sldId="461"/>
            <ac:spMk id="25" creationId="{A72BD761-E286-4DDC-82FB-A673783F05BB}"/>
          </ac:spMkLst>
        </pc:spChg>
        <pc:spChg chg="add mod">
          <ac:chgData name="Marco Sanches" userId="301bf0f768bc15fc" providerId="LiveId" clId="{AD1F0D63-CEEF-48F2-8198-EC5A51D66291}" dt="2020-08-19T18:56:01.536" v="157" actId="113"/>
          <ac:spMkLst>
            <pc:docMk/>
            <pc:sldMk cId="1520984208" sldId="461"/>
            <ac:spMk id="27" creationId="{ACAE0950-3922-488A-9BAB-E520B954E3A8}"/>
          </ac:spMkLst>
        </pc:spChg>
        <pc:spChg chg="add mod">
          <ac:chgData name="Marco Sanches" userId="301bf0f768bc15fc" providerId="LiveId" clId="{AD1F0D63-CEEF-48F2-8198-EC5A51D66291}" dt="2020-08-19T18:57:11.373" v="171"/>
          <ac:spMkLst>
            <pc:docMk/>
            <pc:sldMk cId="1520984208" sldId="461"/>
            <ac:spMk id="29" creationId="{9339F79C-9D09-43A5-80A3-C957B9290A61}"/>
          </ac:spMkLst>
        </pc:spChg>
        <pc:picChg chg="del">
          <ac:chgData name="Marco Sanches" userId="301bf0f768bc15fc" providerId="LiveId" clId="{AD1F0D63-CEEF-48F2-8198-EC5A51D66291}" dt="2020-08-19T18:53:50.848" v="123" actId="478"/>
          <ac:picMkLst>
            <pc:docMk/>
            <pc:sldMk cId="1520984208" sldId="461"/>
            <ac:picMk id="1026" creationId="{2E085811-0DF4-4434-9315-545FBE0F370F}"/>
          </ac:picMkLst>
        </pc:picChg>
      </pc:sldChg>
      <pc:sldChg chg="addSp delSp modSp add mod">
        <pc:chgData name="Marco Sanches" userId="301bf0f768bc15fc" providerId="LiveId" clId="{AD1F0D63-CEEF-48F2-8198-EC5A51D66291}" dt="2020-08-20T11:17:29.187" v="2650" actId="1076"/>
        <pc:sldMkLst>
          <pc:docMk/>
          <pc:sldMk cId="2948883427" sldId="462"/>
        </pc:sldMkLst>
        <pc:spChg chg="mod">
          <ac:chgData name="Marco Sanches" userId="301bf0f768bc15fc" providerId="LiveId" clId="{AD1F0D63-CEEF-48F2-8198-EC5A51D66291}" dt="2020-08-19T18:59:34.608" v="240" actId="20577"/>
          <ac:spMkLst>
            <pc:docMk/>
            <pc:sldMk cId="2948883427" sldId="462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0T11:17:29.187" v="2650" actId="1076"/>
          <ac:spMkLst>
            <pc:docMk/>
            <pc:sldMk cId="2948883427" sldId="462"/>
            <ac:spMk id="3" creationId="{EF194D70-F0C3-4DD2-9BD8-AD75D7CFCE8E}"/>
          </ac:spMkLst>
        </pc:spChg>
        <pc:spChg chg="add mod">
          <ac:chgData name="Marco Sanches" userId="301bf0f768bc15fc" providerId="LiveId" clId="{AD1F0D63-CEEF-48F2-8198-EC5A51D66291}" dt="2020-08-19T19:01:44.540" v="303" actId="20577"/>
          <ac:spMkLst>
            <pc:docMk/>
            <pc:sldMk cId="2948883427" sldId="462"/>
            <ac:spMk id="5" creationId="{72A716D1-35A0-4609-A683-5B141CB7E370}"/>
          </ac:spMkLst>
        </pc:spChg>
        <pc:spChg chg="del">
          <ac:chgData name="Marco Sanches" userId="301bf0f768bc15fc" providerId="LiveId" clId="{AD1F0D63-CEEF-48F2-8198-EC5A51D66291}" dt="2020-08-19T18:59:13.870" v="215" actId="478"/>
          <ac:spMkLst>
            <pc:docMk/>
            <pc:sldMk cId="2948883427" sldId="462"/>
            <ac:spMk id="7" creationId="{53E8E582-D367-4CAC-9B85-E29EA2CBA357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3" creationId="{6C05F2A1-41B2-4F47-B563-7F0788970C85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5" creationId="{D6A07310-49D7-497A-9854-FB600C486592}"/>
          </ac:spMkLst>
        </pc:spChg>
        <pc:spChg chg="add del mod">
          <ac:chgData name="Marco Sanches" userId="301bf0f768bc15fc" providerId="LiveId" clId="{AD1F0D63-CEEF-48F2-8198-EC5A51D66291}" dt="2020-08-19T19:00:47.428" v="262" actId="478"/>
          <ac:spMkLst>
            <pc:docMk/>
            <pc:sldMk cId="2948883427" sldId="462"/>
            <ac:spMk id="16" creationId="{CCD43A69-E343-4074-9E6E-DDBA2A55F2F3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7" creationId="{5933531A-D3A1-461D-992C-24EAF2FCF0F5}"/>
          </ac:spMkLst>
        </pc:spChg>
        <pc:spChg chg="del">
          <ac:chgData name="Marco Sanches" userId="301bf0f768bc15fc" providerId="LiveId" clId="{AD1F0D63-CEEF-48F2-8198-EC5A51D66291}" dt="2020-08-19T18:59:12.287" v="214" actId="478"/>
          <ac:spMkLst>
            <pc:docMk/>
            <pc:sldMk cId="2948883427" sldId="462"/>
            <ac:spMk id="19" creationId="{03E17F73-5879-462F-A060-EAC5EE57A3F0}"/>
          </ac:spMkLst>
        </pc:spChg>
        <pc:spChg chg="mod">
          <ac:chgData name="Marco Sanches" userId="301bf0f768bc15fc" providerId="LiveId" clId="{AD1F0D63-CEEF-48F2-8198-EC5A51D66291}" dt="2020-08-19T19:03:35.057" v="323" actId="948"/>
          <ac:spMkLst>
            <pc:docMk/>
            <pc:sldMk cId="2948883427" sldId="462"/>
            <ac:spMk id="20" creationId="{7A10F812-55CC-4138-A10F-7E4E4EDE2DF2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1" creationId="{34BE60F2-1AE7-4065-A5AE-C53AF8CE52FE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2" creationId="{4335A6E2-6122-4583-8A6D-2878A4932CC7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3" creationId="{E89CC3A4-86E2-42FE-A2F1-7493461564E1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4" creationId="{1B4044C1-7496-4083-A387-9050960CA0CD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5" creationId="{A72BD761-E286-4DDC-82FB-A673783F05BB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6" creationId="{6EC88789-CB30-4941-8F98-E216E7ADDDD1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7" creationId="{ACAE0950-3922-488A-9BAB-E520B954E3A8}"/>
          </ac:spMkLst>
        </pc:spChg>
        <pc:spChg chg="mod">
          <ac:chgData name="Marco Sanches" userId="301bf0f768bc15fc" providerId="LiveId" clId="{AD1F0D63-CEEF-48F2-8198-EC5A51D66291}" dt="2020-08-19T19:03:42.897" v="324" actId="14100"/>
          <ac:spMkLst>
            <pc:docMk/>
            <pc:sldMk cId="2948883427" sldId="462"/>
            <ac:spMk id="28" creationId="{2EADA6EA-7C42-4C8C-A166-CCCB43B000A2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9" creationId="{9339F79C-9D09-43A5-80A3-C957B9290A61}"/>
          </ac:spMkLst>
        </pc:spChg>
        <pc:spChg chg="mod">
          <ac:chgData name="Marco Sanches" userId="301bf0f768bc15fc" providerId="LiveId" clId="{AD1F0D63-CEEF-48F2-8198-EC5A51D66291}" dt="2020-08-19T19:03:49.345" v="325" actId="14100"/>
          <ac:spMkLst>
            <pc:docMk/>
            <pc:sldMk cId="2948883427" sldId="462"/>
            <ac:spMk id="30" creationId="{48E3D7FF-7D66-4672-BB2E-5BD56C2F8A53}"/>
          </ac:spMkLst>
        </pc:spChg>
        <pc:spChg chg="mod">
          <ac:chgData name="Marco Sanches" userId="301bf0f768bc15fc" providerId="LiveId" clId="{AD1F0D63-CEEF-48F2-8198-EC5A51D66291}" dt="2020-08-19T19:03:55.089" v="326" actId="14100"/>
          <ac:spMkLst>
            <pc:docMk/>
            <pc:sldMk cId="2948883427" sldId="462"/>
            <ac:spMk id="31" creationId="{08BFAE55-5D3F-417D-B9CE-58DF19AA8CE0}"/>
          </ac:spMkLst>
        </pc:spChg>
        <pc:grpChg chg="add mod">
          <ac:chgData name="Marco Sanches" userId="301bf0f768bc15fc" providerId="LiveId" clId="{AD1F0D63-CEEF-48F2-8198-EC5A51D66291}" dt="2020-08-19T19:03:09.878" v="319" actId="1076"/>
          <ac:grpSpMkLst>
            <pc:docMk/>
            <pc:sldMk cId="2948883427" sldId="462"/>
            <ac:grpSpMk id="18" creationId="{D058CC3B-45DA-4FF5-B730-6117484485AA}"/>
          </ac:grpSpMkLst>
        </pc:grpChg>
        <pc:picChg chg="add del mod">
          <ac:chgData name="Marco Sanches" userId="301bf0f768bc15fc" providerId="LiveId" clId="{AD1F0D63-CEEF-48F2-8198-EC5A51D66291}" dt="2020-08-19T19:06:15.316" v="329" actId="478"/>
          <ac:picMkLst>
            <pc:docMk/>
            <pc:sldMk cId="2948883427" sldId="462"/>
            <ac:picMk id="6" creationId="{C3D16FE6-3C40-415C-8E3A-4C0174EB1305}"/>
          </ac:picMkLst>
        </pc:picChg>
        <pc:picChg chg="add del mod">
          <ac:chgData name="Marco Sanches" userId="301bf0f768bc15fc" providerId="LiveId" clId="{AD1F0D63-CEEF-48F2-8198-EC5A51D66291}" dt="2020-08-19T19:06:26.982" v="332" actId="478"/>
          <ac:picMkLst>
            <pc:docMk/>
            <pc:sldMk cId="2948883427" sldId="462"/>
            <ac:picMk id="2050" creationId="{C85786EE-3E1D-4CDA-B084-F7C79916A350}"/>
          </ac:picMkLst>
        </pc:picChg>
      </pc:sldChg>
      <pc:sldChg chg="addSp delSp modSp add mod">
        <pc:chgData name="Marco Sanches" userId="301bf0f768bc15fc" providerId="LiveId" clId="{AD1F0D63-CEEF-48F2-8198-EC5A51D66291}" dt="2020-08-20T11:17:42.819" v="2652" actId="1076"/>
        <pc:sldMkLst>
          <pc:docMk/>
          <pc:sldMk cId="2460081098" sldId="463"/>
        </pc:sldMkLst>
        <pc:spChg chg="mod">
          <ac:chgData name="Marco Sanches" userId="301bf0f768bc15fc" providerId="LiveId" clId="{AD1F0D63-CEEF-48F2-8198-EC5A51D66291}" dt="2020-08-19T19:07:09.123" v="356" actId="20577"/>
          <ac:spMkLst>
            <pc:docMk/>
            <pc:sldMk cId="2460081098" sldId="463"/>
            <ac:spMk id="2" creationId="{414298B5-57DB-48CF-898B-E1CDF856070D}"/>
          </ac:spMkLst>
        </pc:spChg>
        <pc:spChg chg="add del mod">
          <ac:chgData name="Marco Sanches" userId="301bf0f768bc15fc" providerId="LiveId" clId="{AD1F0D63-CEEF-48F2-8198-EC5A51D66291}" dt="2020-08-20T11:17:38.520" v="2651" actId="1076"/>
          <ac:spMkLst>
            <pc:docMk/>
            <pc:sldMk cId="2460081098" sldId="463"/>
            <ac:spMk id="3" creationId="{EF194D70-F0C3-4DD2-9BD8-AD75D7CFCE8E}"/>
          </ac:spMkLst>
        </pc:spChg>
        <pc:spChg chg="mod">
          <ac:chgData name="Marco Sanches" userId="301bf0f768bc15fc" providerId="LiveId" clId="{AD1F0D63-CEEF-48F2-8198-EC5A51D66291}" dt="2020-08-19T19:09:26.169" v="395" actId="1076"/>
          <ac:spMkLst>
            <pc:docMk/>
            <pc:sldMk cId="2460081098" sldId="463"/>
            <ac:spMk id="5" creationId="{72A716D1-35A0-4609-A683-5B141CB7E370}"/>
          </ac:spMkLst>
        </pc:spChg>
        <pc:spChg chg="add mod">
          <ac:chgData name="Marco Sanches" userId="301bf0f768bc15fc" providerId="LiveId" clId="{AD1F0D63-CEEF-48F2-8198-EC5A51D66291}" dt="2020-08-19T19:08:53.433" v="387" actId="255"/>
          <ac:spMkLst>
            <pc:docMk/>
            <pc:sldMk cId="2460081098" sldId="463"/>
            <ac:spMk id="14" creationId="{94D40685-4B25-4357-B761-399D152A3FFF}"/>
          </ac:spMkLst>
        </pc:spChg>
        <pc:spChg chg="add mod">
          <ac:chgData name="Marco Sanches" userId="301bf0f768bc15fc" providerId="LiveId" clId="{AD1F0D63-CEEF-48F2-8198-EC5A51D66291}" dt="2020-08-20T11:17:42.819" v="2652" actId="1076"/>
          <ac:spMkLst>
            <pc:docMk/>
            <pc:sldMk cId="2460081098" sldId="463"/>
            <ac:spMk id="16" creationId="{B7D9F47B-3F47-4476-99BB-54DE00A5DBD9}"/>
          </ac:spMkLst>
        </pc:spChg>
        <pc:grpChg chg="del">
          <ac:chgData name="Marco Sanches" userId="301bf0f768bc15fc" providerId="LiveId" clId="{AD1F0D63-CEEF-48F2-8198-EC5A51D66291}" dt="2020-08-19T19:07:16.352" v="357" actId="478"/>
          <ac:grpSpMkLst>
            <pc:docMk/>
            <pc:sldMk cId="2460081098" sldId="463"/>
            <ac:grpSpMk id="18" creationId="{D058CC3B-45DA-4FF5-B730-6117484485AA}"/>
          </ac:grpSpMkLst>
        </pc:grpChg>
      </pc:sldChg>
      <pc:sldChg chg="addSp delSp modSp add mod">
        <pc:chgData name="Marco Sanches" userId="301bf0f768bc15fc" providerId="LiveId" clId="{AD1F0D63-CEEF-48F2-8198-EC5A51D66291}" dt="2020-08-19T19:11:01.164" v="437" actId="1076"/>
        <pc:sldMkLst>
          <pc:docMk/>
          <pc:sldMk cId="4234405321" sldId="464"/>
        </pc:sldMkLst>
        <pc:spChg chg="mod">
          <ac:chgData name="Marco Sanches" userId="301bf0f768bc15fc" providerId="LiveId" clId="{AD1F0D63-CEEF-48F2-8198-EC5A51D66291}" dt="2020-08-19T19:09:47.738" v="417" actId="20577"/>
          <ac:spMkLst>
            <pc:docMk/>
            <pc:sldMk cId="4234405321" sldId="464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9:09:56.721" v="420" actId="478"/>
          <ac:spMkLst>
            <pc:docMk/>
            <pc:sldMk cId="4234405321" sldId="464"/>
            <ac:spMk id="3" creationId="{EF194D70-F0C3-4DD2-9BD8-AD75D7CFCE8E}"/>
          </ac:spMkLst>
        </pc:spChg>
        <pc:spChg chg="add mod">
          <ac:chgData name="Marco Sanches" userId="301bf0f768bc15fc" providerId="LiveId" clId="{AD1F0D63-CEEF-48F2-8198-EC5A51D66291}" dt="2020-08-19T19:11:01.164" v="437" actId="1076"/>
          <ac:spMkLst>
            <pc:docMk/>
            <pc:sldMk cId="4234405321" sldId="464"/>
            <ac:spMk id="4" creationId="{82556AB7-8141-459E-85F1-4688F5017C28}"/>
          </ac:spMkLst>
        </pc:spChg>
        <pc:spChg chg="del">
          <ac:chgData name="Marco Sanches" userId="301bf0f768bc15fc" providerId="LiveId" clId="{AD1F0D63-CEEF-48F2-8198-EC5A51D66291}" dt="2020-08-19T19:09:58.236" v="421" actId="478"/>
          <ac:spMkLst>
            <pc:docMk/>
            <pc:sldMk cId="4234405321" sldId="464"/>
            <ac:spMk id="5" creationId="{72A716D1-35A0-4609-A683-5B141CB7E370}"/>
          </ac:spMkLst>
        </pc:spChg>
        <pc:spChg chg="del">
          <ac:chgData name="Marco Sanches" userId="301bf0f768bc15fc" providerId="LiveId" clId="{AD1F0D63-CEEF-48F2-8198-EC5A51D66291}" dt="2020-08-19T19:09:54.467" v="418" actId="478"/>
          <ac:spMkLst>
            <pc:docMk/>
            <pc:sldMk cId="4234405321" sldId="464"/>
            <ac:spMk id="14" creationId="{94D40685-4B25-4357-B761-399D152A3FFF}"/>
          </ac:spMkLst>
        </pc:spChg>
        <pc:spChg chg="del">
          <ac:chgData name="Marco Sanches" userId="301bf0f768bc15fc" providerId="LiveId" clId="{AD1F0D63-CEEF-48F2-8198-EC5A51D66291}" dt="2020-08-19T19:09:55.633" v="419" actId="478"/>
          <ac:spMkLst>
            <pc:docMk/>
            <pc:sldMk cId="4234405321" sldId="464"/>
            <ac:spMk id="16" creationId="{B7D9F47B-3F47-4476-99BB-54DE00A5DBD9}"/>
          </ac:spMkLst>
        </pc:spChg>
        <pc:picChg chg="add mod">
          <ac:chgData name="Marco Sanches" userId="301bf0f768bc15fc" providerId="LiveId" clId="{AD1F0D63-CEEF-48F2-8198-EC5A51D66291}" dt="2020-08-19T19:10:59.376" v="436" actId="1076"/>
          <ac:picMkLst>
            <pc:docMk/>
            <pc:sldMk cId="4234405321" sldId="464"/>
            <ac:picMk id="3074" creationId="{E7C38B69-C75F-42DB-88C5-BDC28957018B}"/>
          </ac:picMkLst>
        </pc:picChg>
      </pc:sldChg>
      <pc:sldChg chg="modSp add mod">
        <pc:chgData name="Marco Sanches" userId="301bf0f768bc15fc" providerId="LiveId" clId="{AD1F0D63-CEEF-48F2-8198-EC5A51D66291}" dt="2020-08-19T19:12:45.957" v="450" actId="1076"/>
        <pc:sldMkLst>
          <pc:docMk/>
          <pc:sldMk cId="859420527" sldId="465"/>
        </pc:sldMkLst>
        <pc:spChg chg="mod">
          <ac:chgData name="Marco Sanches" userId="301bf0f768bc15fc" providerId="LiveId" clId="{AD1F0D63-CEEF-48F2-8198-EC5A51D66291}" dt="2020-08-19T19:12:45.957" v="450" actId="1076"/>
          <ac:spMkLst>
            <pc:docMk/>
            <pc:sldMk cId="859420527" sldId="465"/>
            <ac:spMk id="4" creationId="{82556AB7-8141-459E-85F1-4688F5017C28}"/>
          </ac:spMkLst>
        </pc:spChg>
      </pc:sldChg>
      <pc:sldChg chg="addSp delSp modSp add mod">
        <pc:chgData name="Marco Sanches" userId="301bf0f768bc15fc" providerId="LiveId" clId="{AD1F0D63-CEEF-48F2-8198-EC5A51D66291}" dt="2020-08-20T21:11:18.510" v="2768" actId="948"/>
        <pc:sldMkLst>
          <pc:docMk/>
          <pc:sldMk cId="1858832267" sldId="466"/>
        </pc:sldMkLst>
        <pc:spChg chg="mod">
          <ac:chgData name="Marco Sanches" userId="301bf0f768bc15fc" providerId="LiveId" clId="{AD1F0D63-CEEF-48F2-8198-EC5A51D66291}" dt="2020-08-19T19:24:59.915" v="607" actId="20577"/>
          <ac:spMkLst>
            <pc:docMk/>
            <pc:sldMk cId="1858832267" sldId="466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0T21:11:18.510" v="2768" actId="948"/>
          <ac:spMkLst>
            <pc:docMk/>
            <pc:sldMk cId="1858832267" sldId="466"/>
            <ac:spMk id="3" creationId="{A59A7E8B-8CB9-4865-A293-8F7FEF86DF3F}"/>
          </ac:spMkLst>
        </pc:spChg>
        <pc:spChg chg="add mod">
          <ac:chgData name="Marco Sanches" userId="301bf0f768bc15fc" providerId="LiveId" clId="{AD1F0D63-CEEF-48F2-8198-EC5A51D66291}" dt="2020-08-19T19:31:20.059" v="709" actId="207"/>
          <ac:spMkLst>
            <pc:docMk/>
            <pc:sldMk cId="1858832267" sldId="466"/>
            <ac:spMk id="20" creationId="{CB14087D-4544-4883-B603-3086E3F2C6B0}"/>
          </ac:spMkLst>
        </pc:spChg>
        <pc:spChg chg="add mod">
          <ac:chgData name="Marco Sanches" userId="301bf0f768bc15fc" providerId="LiveId" clId="{AD1F0D63-CEEF-48F2-8198-EC5A51D66291}" dt="2020-08-19T19:32:32.453" v="741" actId="1076"/>
          <ac:spMkLst>
            <pc:docMk/>
            <pc:sldMk cId="1858832267" sldId="466"/>
            <ac:spMk id="31" creationId="{4E9920C9-56B3-41E3-B7A6-B41175A0F341}"/>
          </ac:spMkLst>
        </pc:spChg>
        <pc:spChg chg="add mod">
          <ac:chgData name="Marco Sanches" userId="301bf0f768bc15fc" providerId="LiveId" clId="{AD1F0D63-CEEF-48F2-8198-EC5A51D66291}" dt="2020-08-19T19:32:34.542" v="742" actId="1076"/>
          <ac:spMkLst>
            <pc:docMk/>
            <pc:sldMk cId="1858832267" sldId="466"/>
            <ac:spMk id="32" creationId="{06275B7F-BCAD-4A1A-9DC1-8957C8CC0C4B}"/>
          </ac:spMkLst>
        </pc:spChg>
        <pc:spChg chg="add mod">
          <ac:chgData name="Marco Sanches" userId="301bf0f768bc15fc" providerId="LiveId" clId="{AD1F0D63-CEEF-48F2-8198-EC5A51D66291}" dt="2020-08-19T19:32:26.695" v="740" actId="113"/>
          <ac:spMkLst>
            <pc:docMk/>
            <pc:sldMk cId="1858832267" sldId="466"/>
            <ac:spMk id="33" creationId="{15FE658D-B259-419E-983B-F915EB09892F}"/>
          </ac:spMkLst>
        </pc:spChg>
        <pc:spChg chg="add mod">
          <ac:chgData name="Marco Sanches" userId="301bf0f768bc15fc" providerId="LiveId" clId="{AD1F0D63-CEEF-48F2-8198-EC5A51D66291}" dt="2020-08-19T19:32:26.695" v="740" actId="113"/>
          <ac:spMkLst>
            <pc:docMk/>
            <pc:sldMk cId="1858832267" sldId="466"/>
            <ac:spMk id="34" creationId="{D6F63742-3C0A-452C-B5A9-A4F7C07B3F71}"/>
          </ac:spMkLst>
        </pc:spChg>
        <pc:grpChg chg="del">
          <ac:chgData name="Marco Sanches" userId="301bf0f768bc15fc" providerId="LiveId" clId="{AD1F0D63-CEEF-48F2-8198-EC5A51D66291}" dt="2020-08-19T19:25:30.213" v="631" actId="478"/>
          <ac:grpSpMkLst>
            <pc:docMk/>
            <pc:sldMk cId="1858832267" sldId="466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19:31:26.792" v="710" actId="1076"/>
          <ac:picMkLst>
            <pc:docMk/>
            <pc:sldMk cId="1858832267" sldId="466"/>
            <ac:picMk id="15" creationId="{5F603EBC-B07E-47E8-994A-9F15E35C85D2}"/>
          </ac:picMkLst>
        </pc:picChg>
        <pc:picChg chg="add mod">
          <ac:chgData name="Marco Sanches" userId="301bf0f768bc15fc" providerId="LiveId" clId="{AD1F0D63-CEEF-48F2-8198-EC5A51D66291}" dt="2020-08-19T19:30:39.008" v="702" actId="1076"/>
          <ac:picMkLst>
            <pc:docMk/>
            <pc:sldMk cId="1858832267" sldId="466"/>
            <ac:picMk id="26" creationId="{28597680-B589-4457-BEC3-3503F37A273A}"/>
          </ac:picMkLst>
        </pc:picChg>
        <pc:picChg chg="add mod">
          <ac:chgData name="Marco Sanches" userId="301bf0f768bc15fc" providerId="LiveId" clId="{AD1F0D63-CEEF-48F2-8198-EC5A51D66291}" dt="2020-08-19T19:31:30.912" v="711" actId="1076"/>
          <ac:picMkLst>
            <pc:docMk/>
            <pc:sldMk cId="1858832267" sldId="466"/>
            <ac:picMk id="27" creationId="{40FDE47B-8033-404C-954C-9DDBAE366AA5}"/>
          </ac:picMkLst>
        </pc:picChg>
        <pc:picChg chg="add del mod">
          <ac:chgData name="Marco Sanches" userId="301bf0f768bc15fc" providerId="LiveId" clId="{AD1F0D63-CEEF-48F2-8198-EC5A51D66291}" dt="2020-08-19T19:31:01.114" v="705" actId="478"/>
          <ac:picMkLst>
            <pc:docMk/>
            <pc:sldMk cId="1858832267" sldId="466"/>
            <ac:picMk id="28" creationId="{39EB5A3A-0D76-4D71-9A94-BC99085B0F46}"/>
          </ac:picMkLst>
        </pc:picChg>
        <pc:picChg chg="add mod">
          <ac:chgData name="Marco Sanches" userId="301bf0f768bc15fc" providerId="LiveId" clId="{AD1F0D63-CEEF-48F2-8198-EC5A51D66291}" dt="2020-08-19T19:31:13.194" v="707" actId="197"/>
          <ac:picMkLst>
            <pc:docMk/>
            <pc:sldMk cId="1858832267" sldId="466"/>
            <ac:picMk id="29" creationId="{218CA9B1-3129-4F94-BEB9-F930F42A4ADC}"/>
          </ac:picMkLst>
        </pc:picChg>
        <pc:picChg chg="add mod">
          <ac:chgData name="Marco Sanches" userId="301bf0f768bc15fc" providerId="LiveId" clId="{AD1F0D63-CEEF-48F2-8198-EC5A51D66291}" dt="2020-08-19T19:29:34.944" v="684" actId="1076"/>
          <ac:picMkLst>
            <pc:docMk/>
            <pc:sldMk cId="1858832267" sldId="466"/>
            <ac:picMk id="5122" creationId="{1A5F7CD3-33DB-4F1B-88D9-948385F14E09}"/>
          </ac:picMkLst>
        </pc:picChg>
        <pc:picChg chg="add mod">
          <ac:chgData name="Marco Sanches" userId="301bf0f768bc15fc" providerId="LiveId" clId="{AD1F0D63-CEEF-48F2-8198-EC5A51D66291}" dt="2020-08-19T19:30:42.398" v="703" actId="1076"/>
          <ac:picMkLst>
            <pc:docMk/>
            <pc:sldMk cId="1858832267" sldId="466"/>
            <ac:picMk id="5124" creationId="{828E6262-01E1-42C1-9CC5-08C119A2FCD8}"/>
          </ac:picMkLst>
        </pc:picChg>
        <pc:picChg chg="add mod">
          <ac:chgData name="Marco Sanches" userId="301bf0f768bc15fc" providerId="LiveId" clId="{AD1F0D63-CEEF-48F2-8198-EC5A51D66291}" dt="2020-08-19T19:29:32.376" v="683" actId="1076"/>
          <ac:picMkLst>
            <pc:docMk/>
            <pc:sldMk cId="1858832267" sldId="466"/>
            <ac:picMk id="5126" creationId="{34163A75-E592-4EE6-9275-F1C23CB1A58B}"/>
          </ac:picMkLst>
        </pc:picChg>
        <pc:picChg chg="add mod">
          <ac:chgData name="Marco Sanches" userId="301bf0f768bc15fc" providerId="LiveId" clId="{AD1F0D63-CEEF-48F2-8198-EC5A51D66291}" dt="2020-08-19T19:31:15.432" v="708" actId="1076"/>
          <ac:picMkLst>
            <pc:docMk/>
            <pc:sldMk cId="1858832267" sldId="466"/>
            <ac:picMk id="5128" creationId="{422E4E25-2199-4F5D-AC34-0951A29CB479}"/>
          </ac:picMkLst>
        </pc:picChg>
      </pc:sldChg>
      <pc:sldChg chg="addSp delSp modSp add mod">
        <pc:chgData name="Marco Sanches" userId="301bf0f768bc15fc" providerId="LiveId" clId="{AD1F0D63-CEEF-48F2-8198-EC5A51D66291}" dt="2020-08-20T13:08:19.876" v="2661" actId="208"/>
        <pc:sldMkLst>
          <pc:docMk/>
          <pc:sldMk cId="126828081" sldId="467"/>
        </pc:sldMkLst>
        <pc:spChg chg="mod">
          <ac:chgData name="Marco Sanches" userId="301bf0f768bc15fc" providerId="LiveId" clId="{AD1F0D63-CEEF-48F2-8198-EC5A51D66291}" dt="2020-08-19T19:33:05.327" v="765" actId="20577"/>
          <ac:spMkLst>
            <pc:docMk/>
            <pc:sldMk cId="126828081" sldId="467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0:38.708" v="879" actId="14100"/>
          <ac:spMkLst>
            <pc:docMk/>
            <pc:sldMk cId="126828081" sldId="467"/>
            <ac:spMk id="3" creationId="{A59A7E8B-8CB9-4865-A293-8F7FEF86DF3F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4" creationId="{4009B10F-3FBD-4867-92C9-361D1C0919FB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5" creationId="{70D4BB5A-C71A-4880-A66D-AAA86B1CE2CA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6" creationId="{4DD1DE3D-9C61-417F-B498-837071EB159A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7" creationId="{88A3CD3A-31F1-4A1B-AF8D-8EF6D4430466}"/>
          </ac:spMkLst>
        </pc:spChg>
        <pc:spChg chg="add mod">
          <ac:chgData name="Marco Sanches" userId="301bf0f768bc15fc" providerId="LiveId" clId="{AD1F0D63-CEEF-48F2-8198-EC5A51D66291}" dt="2020-08-19T19:39:33.565" v="876" actId="255"/>
          <ac:spMkLst>
            <pc:docMk/>
            <pc:sldMk cId="126828081" sldId="467"/>
            <ac:spMk id="17" creationId="{909472BB-C9A6-4BD0-91C0-6842F621C678}"/>
          </ac:spMkLst>
        </pc:spChg>
        <pc:spChg chg="del mod">
          <ac:chgData name="Marco Sanches" userId="301bf0f768bc15fc" providerId="LiveId" clId="{AD1F0D63-CEEF-48F2-8198-EC5A51D66291}" dt="2020-08-19T19:35:01.500" v="827" actId="478"/>
          <ac:spMkLst>
            <pc:docMk/>
            <pc:sldMk cId="126828081" sldId="467"/>
            <ac:spMk id="20" creationId="{CB14087D-4544-4883-B603-3086E3F2C6B0}"/>
          </ac:spMkLst>
        </pc:spChg>
        <pc:spChg chg="del">
          <ac:chgData name="Marco Sanches" userId="301bf0f768bc15fc" providerId="LiveId" clId="{AD1F0D63-CEEF-48F2-8198-EC5A51D66291}" dt="2020-08-19T19:33:32.091" v="772" actId="478"/>
          <ac:spMkLst>
            <pc:docMk/>
            <pc:sldMk cId="126828081" sldId="467"/>
            <ac:spMk id="31" creationId="{4E9920C9-56B3-41E3-B7A6-B41175A0F341}"/>
          </ac:spMkLst>
        </pc:spChg>
        <pc:spChg chg="del">
          <ac:chgData name="Marco Sanches" userId="301bf0f768bc15fc" providerId="LiveId" clId="{AD1F0D63-CEEF-48F2-8198-EC5A51D66291}" dt="2020-08-19T19:33:33.856" v="774" actId="478"/>
          <ac:spMkLst>
            <pc:docMk/>
            <pc:sldMk cId="126828081" sldId="467"/>
            <ac:spMk id="32" creationId="{06275B7F-BCAD-4A1A-9DC1-8957C8CC0C4B}"/>
          </ac:spMkLst>
        </pc:spChg>
        <pc:spChg chg="del">
          <ac:chgData name="Marco Sanches" userId="301bf0f768bc15fc" providerId="LiveId" clId="{AD1F0D63-CEEF-48F2-8198-EC5A51D66291}" dt="2020-08-19T19:33:36.964" v="776" actId="478"/>
          <ac:spMkLst>
            <pc:docMk/>
            <pc:sldMk cId="126828081" sldId="467"/>
            <ac:spMk id="33" creationId="{15FE658D-B259-419E-983B-F915EB09892F}"/>
          </ac:spMkLst>
        </pc:spChg>
        <pc:spChg chg="mod">
          <ac:chgData name="Marco Sanches" userId="301bf0f768bc15fc" providerId="LiveId" clId="{AD1F0D63-CEEF-48F2-8198-EC5A51D66291}" dt="2020-08-19T19:39:33.565" v="876" actId="255"/>
          <ac:spMkLst>
            <pc:docMk/>
            <pc:sldMk cId="126828081" sldId="467"/>
            <ac:spMk id="34" creationId="{D6F63742-3C0A-452C-B5A9-A4F7C07B3F71}"/>
          </ac:spMkLst>
        </pc:spChg>
        <pc:picChg chg="mod">
          <ac:chgData name="Marco Sanches" userId="301bf0f768bc15fc" providerId="LiveId" clId="{AD1F0D63-CEEF-48F2-8198-EC5A51D66291}" dt="2020-08-19T19:35:27.652" v="843" actId="1076"/>
          <ac:picMkLst>
            <pc:docMk/>
            <pc:sldMk cId="126828081" sldId="467"/>
            <ac:picMk id="15" creationId="{5F603EBC-B07E-47E8-994A-9F15E35C85D2}"/>
          </ac:picMkLst>
        </pc:picChg>
        <pc:picChg chg="add mod">
          <ac:chgData name="Marco Sanches" userId="301bf0f768bc15fc" providerId="LiveId" clId="{AD1F0D63-CEEF-48F2-8198-EC5A51D66291}" dt="2020-08-19T21:27:56.071" v="1783" actId="1076"/>
          <ac:picMkLst>
            <pc:docMk/>
            <pc:sldMk cId="126828081" sldId="467"/>
            <ac:picMk id="18" creationId="{A34B120D-B7FB-45A3-9809-3EB01CB123E6}"/>
          </ac:picMkLst>
        </pc:picChg>
        <pc:picChg chg="del">
          <ac:chgData name="Marco Sanches" userId="301bf0f768bc15fc" providerId="LiveId" clId="{AD1F0D63-CEEF-48F2-8198-EC5A51D66291}" dt="2020-08-19T19:34:59.523" v="826" actId="478"/>
          <ac:picMkLst>
            <pc:docMk/>
            <pc:sldMk cId="126828081" sldId="467"/>
            <ac:picMk id="26" creationId="{28597680-B589-4457-BEC3-3503F37A273A}"/>
          </ac:picMkLst>
        </pc:picChg>
        <pc:picChg chg="del">
          <ac:chgData name="Marco Sanches" userId="301bf0f768bc15fc" providerId="LiveId" clId="{AD1F0D63-CEEF-48F2-8198-EC5A51D66291}" dt="2020-08-19T19:35:03.208" v="829" actId="478"/>
          <ac:picMkLst>
            <pc:docMk/>
            <pc:sldMk cId="126828081" sldId="467"/>
            <ac:picMk id="27" creationId="{40FDE47B-8033-404C-954C-9DDBAE366AA5}"/>
          </ac:picMkLst>
        </pc:picChg>
        <pc:picChg chg="del">
          <ac:chgData name="Marco Sanches" userId="301bf0f768bc15fc" providerId="LiveId" clId="{AD1F0D63-CEEF-48F2-8198-EC5A51D66291}" dt="2020-08-19T19:35:02.774" v="828" actId="478"/>
          <ac:picMkLst>
            <pc:docMk/>
            <pc:sldMk cId="126828081" sldId="467"/>
            <ac:picMk id="29" creationId="{218CA9B1-3129-4F94-BEB9-F930F42A4ADC}"/>
          </ac:picMkLst>
        </pc:picChg>
        <pc:picChg chg="del">
          <ac:chgData name="Marco Sanches" userId="301bf0f768bc15fc" providerId="LiveId" clId="{AD1F0D63-CEEF-48F2-8198-EC5A51D66291}" dt="2020-08-19T19:33:35.334" v="775" actId="478"/>
          <ac:picMkLst>
            <pc:docMk/>
            <pc:sldMk cId="126828081" sldId="467"/>
            <ac:picMk id="5122" creationId="{1A5F7CD3-33DB-4F1B-88D9-948385F14E09}"/>
          </ac:picMkLst>
        </pc:picChg>
        <pc:picChg chg="del">
          <ac:chgData name="Marco Sanches" userId="301bf0f768bc15fc" providerId="LiveId" clId="{AD1F0D63-CEEF-48F2-8198-EC5A51D66291}" dt="2020-08-19T19:33:30.234" v="771" actId="478"/>
          <ac:picMkLst>
            <pc:docMk/>
            <pc:sldMk cId="126828081" sldId="467"/>
            <ac:picMk id="5124" creationId="{828E6262-01E1-42C1-9CC5-08C119A2FCD8}"/>
          </ac:picMkLst>
        </pc:picChg>
        <pc:picChg chg="del">
          <ac:chgData name="Marco Sanches" userId="301bf0f768bc15fc" providerId="LiveId" clId="{AD1F0D63-CEEF-48F2-8198-EC5A51D66291}" dt="2020-08-19T19:33:32.625" v="773" actId="478"/>
          <ac:picMkLst>
            <pc:docMk/>
            <pc:sldMk cId="126828081" sldId="467"/>
            <ac:picMk id="5126" creationId="{34163A75-E592-4EE6-9275-F1C23CB1A58B}"/>
          </ac:picMkLst>
        </pc:picChg>
        <pc:picChg chg="del">
          <ac:chgData name="Marco Sanches" userId="301bf0f768bc15fc" providerId="LiveId" clId="{AD1F0D63-CEEF-48F2-8198-EC5A51D66291}" dt="2020-08-19T19:33:37.500" v="777" actId="478"/>
          <ac:picMkLst>
            <pc:docMk/>
            <pc:sldMk cId="126828081" sldId="467"/>
            <ac:picMk id="5128" creationId="{422E4E25-2199-4F5D-AC34-0951A29CB479}"/>
          </ac:picMkLst>
        </pc:picChg>
        <pc:picChg chg="add mod">
          <ac:chgData name="Marco Sanches" userId="301bf0f768bc15fc" providerId="LiveId" clId="{AD1F0D63-CEEF-48F2-8198-EC5A51D66291}" dt="2020-08-19T19:40:50.468" v="881" actId="1076"/>
          <ac:picMkLst>
            <pc:docMk/>
            <pc:sldMk cId="126828081" sldId="467"/>
            <ac:picMk id="6146" creationId="{9A7890E6-460E-4756-8DAA-E1E6CCECAA5E}"/>
          </ac:picMkLst>
        </pc:picChg>
        <pc:picChg chg="add mod">
          <ac:chgData name="Marco Sanches" userId="301bf0f768bc15fc" providerId="LiveId" clId="{AD1F0D63-CEEF-48F2-8198-EC5A51D66291}" dt="2020-08-19T19:40:42.975" v="880" actId="1076"/>
          <ac:picMkLst>
            <pc:docMk/>
            <pc:sldMk cId="126828081" sldId="467"/>
            <ac:picMk id="6148" creationId="{50A77569-DB54-476D-9DCA-28A714EF41A5}"/>
          </ac:picMkLst>
        </pc:picChg>
      </pc:sldChg>
      <pc:sldChg chg="addSp delSp modSp add mod">
        <pc:chgData name="Marco Sanches" userId="301bf0f768bc15fc" providerId="LiveId" clId="{AD1F0D63-CEEF-48F2-8198-EC5A51D66291}" dt="2020-08-19T19:45:47.429" v="948" actId="14100"/>
        <pc:sldMkLst>
          <pc:docMk/>
          <pc:sldMk cId="3355683838" sldId="468"/>
        </pc:sldMkLst>
        <pc:spChg chg="mod">
          <ac:chgData name="Marco Sanches" userId="301bf0f768bc15fc" providerId="LiveId" clId="{AD1F0D63-CEEF-48F2-8198-EC5A51D66291}" dt="2020-08-19T19:41:35.570" v="892" actId="20577"/>
          <ac:spMkLst>
            <pc:docMk/>
            <pc:sldMk cId="3355683838" sldId="468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3:17.148" v="919" actId="6549"/>
          <ac:spMkLst>
            <pc:docMk/>
            <pc:sldMk cId="3355683838" sldId="468"/>
            <ac:spMk id="3" creationId="{A59A7E8B-8CB9-4865-A293-8F7FEF86DF3F}"/>
          </ac:spMkLst>
        </pc:spChg>
        <pc:spChg chg="del">
          <ac:chgData name="Marco Sanches" userId="301bf0f768bc15fc" providerId="LiveId" clId="{AD1F0D63-CEEF-48F2-8198-EC5A51D66291}" dt="2020-08-19T19:42:02.165" v="899" actId="478"/>
          <ac:spMkLst>
            <pc:docMk/>
            <pc:sldMk cId="3355683838" sldId="468"/>
            <ac:spMk id="4" creationId="{4009B10F-3FBD-4867-92C9-361D1C0919FB}"/>
          </ac:spMkLst>
        </pc:spChg>
        <pc:spChg chg="mod">
          <ac:chgData name="Marco Sanches" userId="301bf0f768bc15fc" providerId="LiveId" clId="{AD1F0D63-CEEF-48F2-8198-EC5A51D66291}" dt="2020-08-19T19:44:03.041" v="928" actId="164"/>
          <ac:spMkLst>
            <pc:docMk/>
            <pc:sldMk cId="3355683838" sldId="468"/>
            <ac:spMk id="5" creationId="{70D4BB5A-C71A-4880-A66D-AAA86B1CE2CA}"/>
          </ac:spMkLst>
        </pc:spChg>
        <pc:spChg chg="del">
          <ac:chgData name="Marco Sanches" userId="301bf0f768bc15fc" providerId="LiveId" clId="{AD1F0D63-CEEF-48F2-8198-EC5A51D66291}" dt="2020-08-19T19:42:11.676" v="900" actId="478"/>
          <ac:spMkLst>
            <pc:docMk/>
            <pc:sldMk cId="3355683838" sldId="468"/>
            <ac:spMk id="6" creationId="{4DD1DE3D-9C61-417F-B498-837071EB159A}"/>
          </ac:spMkLst>
        </pc:spChg>
        <pc:spChg chg="mod">
          <ac:chgData name="Marco Sanches" userId="301bf0f768bc15fc" providerId="LiveId" clId="{AD1F0D63-CEEF-48F2-8198-EC5A51D66291}" dt="2020-08-19T19:44:03.041" v="928" actId="164"/>
          <ac:spMkLst>
            <pc:docMk/>
            <pc:sldMk cId="3355683838" sldId="468"/>
            <ac:spMk id="7" creationId="{88A3CD3A-31F1-4A1B-AF8D-8EF6D4430466}"/>
          </ac:spMkLst>
        </pc:spChg>
        <pc:spChg chg="add mod">
          <ac:chgData name="Marco Sanches" userId="301bf0f768bc15fc" providerId="LiveId" clId="{AD1F0D63-CEEF-48F2-8198-EC5A51D66291}" dt="2020-08-19T19:45:14.119" v="943" actId="1076"/>
          <ac:spMkLst>
            <pc:docMk/>
            <pc:sldMk cId="3355683838" sldId="468"/>
            <ac:spMk id="10" creationId="{C2D2A9FB-A92F-4D5A-B279-BAD3649C9F9D}"/>
          </ac:spMkLst>
        </pc:spChg>
        <pc:spChg chg="add mod">
          <ac:chgData name="Marco Sanches" userId="301bf0f768bc15fc" providerId="LiveId" clId="{AD1F0D63-CEEF-48F2-8198-EC5A51D66291}" dt="2020-08-19T19:45:19.614" v="944" actId="208"/>
          <ac:spMkLst>
            <pc:docMk/>
            <pc:sldMk cId="3355683838" sldId="468"/>
            <ac:spMk id="12" creationId="{289FE3F0-9CE3-4060-9462-F54E1B5BE48F}"/>
          </ac:spMkLst>
        </pc:spChg>
        <pc:spChg chg="add mod">
          <ac:chgData name="Marco Sanches" userId="301bf0f768bc15fc" providerId="LiveId" clId="{AD1F0D63-CEEF-48F2-8198-EC5A51D66291}" dt="2020-08-19T19:45:47.429" v="948" actId="14100"/>
          <ac:spMkLst>
            <pc:docMk/>
            <pc:sldMk cId="3355683838" sldId="468"/>
            <ac:spMk id="16" creationId="{D71C449A-0F73-4AC2-A98B-28AE021F7899}"/>
          </ac:spMkLst>
        </pc:spChg>
        <pc:spChg chg="del">
          <ac:chgData name="Marco Sanches" userId="301bf0f768bc15fc" providerId="LiveId" clId="{AD1F0D63-CEEF-48F2-8198-EC5A51D66291}" dt="2020-08-19T19:41:59.405" v="897" actId="478"/>
          <ac:spMkLst>
            <pc:docMk/>
            <pc:sldMk cId="3355683838" sldId="468"/>
            <ac:spMk id="17" creationId="{909472BB-C9A6-4BD0-91C0-6842F621C678}"/>
          </ac:spMkLst>
        </pc:spChg>
        <pc:spChg chg="del mod">
          <ac:chgData name="Marco Sanches" userId="301bf0f768bc15fc" providerId="LiveId" clId="{AD1F0D63-CEEF-48F2-8198-EC5A51D66291}" dt="2020-08-19T19:41:57.918" v="895" actId="478"/>
          <ac:spMkLst>
            <pc:docMk/>
            <pc:sldMk cId="3355683838" sldId="468"/>
            <ac:spMk id="34" creationId="{D6F63742-3C0A-452C-B5A9-A4F7C07B3F71}"/>
          </ac:spMkLst>
        </pc:spChg>
        <pc:grpChg chg="add mod">
          <ac:chgData name="Marco Sanches" userId="301bf0f768bc15fc" providerId="LiveId" clId="{AD1F0D63-CEEF-48F2-8198-EC5A51D66291}" dt="2020-08-19T19:44:07.510" v="929" actId="1076"/>
          <ac:grpSpMkLst>
            <pc:docMk/>
            <pc:sldMk cId="3355683838" sldId="468"/>
            <ac:grpSpMk id="11" creationId="{8725509B-F541-4444-88B9-2F3C78183EBE}"/>
          </ac:grpSpMkLst>
        </pc:grpChg>
        <pc:picChg chg="add del mod">
          <ac:chgData name="Marco Sanches" userId="301bf0f768bc15fc" providerId="LiveId" clId="{AD1F0D63-CEEF-48F2-8198-EC5A51D66291}" dt="2020-08-19T19:44:25.404" v="933" actId="478"/>
          <ac:picMkLst>
            <pc:docMk/>
            <pc:sldMk cId="3355683838" sldId="468"/>
            <ac:picMk id="9" creationId="{AC98D948-64BB-4748-8FB7-7CA819194106}"/>
          </ac:picMkLst>
        </pc:picChg>
        <pc:picChg chg="del">
          <ac:chgData name="Marco Sanches" userId="301bf0f768bc15fc" providerId="LiveId" clId="{AD1F0D63-CEEF-48F2-8198-EC5A51D66291}" dt="2020-08-19T19:41:57.331" v="894" actId="478"/>
          <ac:picMkLst>
            <pc:docMk/>
            <pc:sldMk cId="3355683838" sldId="468"/>
            <ac:picMk id="15" creationId="{5F603EBC-B07E-47E8-994A-9F15E35C85D2}"/>
          </ac:picMkLst>
        </pc:picChg>
        <pc:picChg chg="del">
          <ac:chgData name="Marco Sanches" userId="301bf0f768bc15fc" providerId="LiveId" clId="{AD1F0D63-CEEF-48F2-8198-EC5A51D66291}" dt="2020-08-19T19:41:58.849" v="896" actId="478"/>
          <ac:picMkLst>
            <pc:docMk/>
            <pc:sldMk cId="3355683838" sldId="468"/>
            <ac:picMk id="18" creationId="{A34B120D-B7FB-45A3-9809-3EB01CB123E6}"/>
          </ac:picMkLst>
        </pc:picChg>
        <pc:picChg chg="del">
          <ac:chgData name="Marco Sanches" userId="301bf0f768bc15fc" providerId="LiveId" clId="{AD1F0D63-CEEF-48F2-8198-EC5A51D66291}" dt="2020-08-19T19:42:00.866" v="898" actId="478"/>
          <ac:picMkLst>
            <pc:docMk/>
            <pc:sldMk cId="3355683838" sldId="468"/>
            <ac:picMk id="6146" creationId="{9A7890E6-460E-4756-8DAA-E1E6CCECAA5E}"/>
          </ac:picMkLst>
        </pc:picChg>
        <pc:picChg chg="mod">
          <ac:chgData name="Marco Sanches" userId="301bf0f768bc15fc" providerId="LiveId" clId="{AD1F0D63-CEEF-48F2-8198-EC5A51D66291}" dt="2020-08-19T19:43:59.052" v="927" actId="1076"/>
          <ac:picMkLst>
            <pc:docMk/>
            <pc:sldMk cId="3355683838" sldId="468"/>
            <ac:picMk id="6148" creationId="{50A77569-DB54-476D-9DCA-28A714EF41A5}"/>
          </ac:picMkLst>
        </pc:picChg>
      </pc:sldChg>
      <pc:sldChg chg="addSp delSp modSp add mod">
        <pc:chgData name="Marco Sanches" userId="301bf0f768bc15fc" providerId="LiveId" clId="{AD1F0D63-CEEF-48F2-8198-EC5A51D66291}" dt="2020-08-20T13:07:40.568" v="2655" actId="14861"/>
        <pc:sldMkLst>
          <pc:docMk/>
          <pc:sldMk cId="401545026" sldId="469"/>
        </pc:sldMkLst>
        <pc:spChg chg="mod">
          <ac:chgData name="Marco Sanches" userId="301bf0f768bc15fc" providerId="LiveId" clId="{AD1F0D63-CEEF-48F2-8198-EC5A51D66291}" dt="2020-08-19T19:56:17.766" v="1147" actId="20577"/>
          <ac:spMkLst>
            <pc:docMk/>
            <pc:sldMk cId="401545026" sldId="469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9:46:24.517" v="950" actId="478"/>
          <ac:spMkLst>
            <pc:docMk/>
            <pc:sldMk cId="401545026" sldId="469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19:46:27.852" v="951" actId="478"/>
          <ac:spMkLst>
            <pc:docMk/>
            <pc:sldMk cId="401545026" sldId="469"/>
            <ac:spMk id="6" creationId="{5F5D66DA-D7A8-42F1-9FCE-84EF4659654F}"/>
          </ac:spMkLst>
        </pc:spChg>
        <pc:spChg chg="add mod">
          <ac:chgData name="Marco Sanches" userId="301bf0f768bc15fc" providerId="LiveId" clId="{AD1F0D63-CEEF-48F2-8198-EC5A51D66291}" dt="2020-08-19T19:53:16.213" v="1127" actId="14100"/>
          <ac:spMkLst>
            <pc:docMk/>
            <pc:sldMk cId="401545026" sldId="469"/>
            <ac:spMk id="8" creationId="{1A6A2161-A2A8-4128-B916-F11A69A333A3}"/>
          </ac:spMkLst>
        </pc:spChg>
        <pc:spChg chg="add mod">
          <ac:chgData name="Marco Sanches" userId="301bf0f768bc15fc" providerId="LiveId" clId="{AD1F0D63-CEEF-48F2-8198-EC5A51D66291}" dt="2020-08-19T19:51:28.815" v="1085" actId="1076"/>
          <ac:spMkLst>
            <pc:docMk/>
            <pc:sldMk cId="401545026" sldId="469"/>
            <ac:spMk id="9" creationId="{1784570B-725C-4CB4-800A-35AFE2DF54AE}"/>
          </ac:spMkLst>
        </pc:spChg>
        <pc:spChg chg="del">
          <ac:chgData name="Marco Sanches" userId="301bf0f768bc15fc" providerId="LiveId" clId="{AD1F0D63-CEEF-48F2-8198-EC5A51D66291}" dt="2020-08-19T19:46:31.399" v="952" actId="478"/>
          <ac:spMkLst>
            <pc:docMk/>
            <pc:sldMk cId="401545026" sldId="469"/>
            <ac:spMk id="10" creationId="{C2D2A9FB-A92F-4D5A-B279-BAD3649C9F9D}"/>
          </ac:spMkLst>
        </pc:spChg>
        <pc:spChg chg="del">
          <ac:chgData name="Marco Sanches" userId="301bf0f768bc15fc" providerId="LiveId" clId="{AD1F0D63-CEEF-48F2-8198-EC5A51D66291}" dt="2020-08-19T19:46:31.979" v="953" actId="478"/>
          <ac:spMkLst>
            <pc:docMk/>
            <pc:sldMk cId="401545026" sldId="469"/>
            <ac:spMk id="12" creationId="{289FE3F0-9CE3-4060-9462-F54E1B5BE48F}"/>
          </ac:spMkLst>
        </pc:spChg>
        <pc:spChg chg="add mod">
          <ac:chgData name="Marco Sanches" userId="301bf0f768bc15fc" providerId="LiveId" clId="{AD1F0D63-CEEF-48F2-8198-EC5A51D66291}" dt="2020-08-20T13:07:40.568" v="2655" actId="14861"/>
          <ac:spMkLst>
            <pc:docMk/>
            <pc:sldMk cId="401545026" sldId="469"/>
            <ac:spMk id="13" creationId="{0EF1735F-6AA3-44DE-A85B-76B71DEBEEA0}"/>
          </ac:spMkLst>
        </pc:spChg>
        <pc:spChg chg="add mod">
          <ac:chgData name="Marco Sanches" userId="301bf0f768bc15fc" providerId="LiveId" clId="{AD1F0D63-CEEF-48F2-8198-EC5A51D66291}" dt="2020-08-19T19:51:35.034" v="1087" actId="14100"/>
          <ac:spMkLst>
            <pc:docMk/>
            <pc:sldMk cId="401545026" sldId="469"/>
            <ac:spMk id="14" creationId="{4D6FA2B6-9E35-4E05-A2A3-0F9D04262C37}"/>
          </ac:spMkLst>
        </pc:spChg>
        <pc:spChg chg="del mod">
          <ac:chgData name="Marco Sanches" userId="301bf0f768bc15fc" providerId="LiveId" clId="{AD1F0D63-CEEF-48F2-8198-EC5A51D66291}" dt="2020-08-19T19:51:20.513" v="1083" actId="478"/>
          <ac:spMkLst>
            <pc:docMk/>
            <pc:sldMk cId="401545026" sldId="469"/>
            <ac:spMk id="16" creationId="{D71C449A-0F73-4AC2-A98B-28AE021F7899}"/>
          </ac:spMkLst>
        </pc:spChg>
        <pc:spChg chg="add mod">
          <ac:chgData name="Marco Sanches" userId="301bf0f768bc15fc" providerId="LiveId" clId="{AD1F0D63-CEEF-48F2-8198-EC5A51D66291}" dt="2020-08-19T19:51:38.846" v="1088" actId="1076"/>
          <ac:spMkLst>
            <pc:docMk/>
            <pc:sldMk cId="401545026" sldId="469"/>
            <ac:spMk id="17" creationId="{C9FC67D6-6A77-4B73-BEA9-260AB9E0B17C}"/>
          </ac:spMkLst>
        </pc:spChg>
        <pc:spChg chg="add">
          <ac:chgData name="Marco Sanches" userId="301bf0f768bc15fc" providerId="LiveId" clId="{AD1F0D63-CEEF-48F2-8198-EC5A51D66291}" dt="2020-08-19T19:51:17.664" v="1082" actId="22"/>
          <ac:spMkLst>
            <pc:docMk/>
            <pc:sldMk cId="401545026" sldId="469"/>
            <ac:spMk id="18" creationId="{88402FE6-9B4D-49F8-91EF-9840C7902894}"/>
          </ac:spMkLst>
        </pc:spChg>
        <pc:spChg chg="add mod">
          <ac:chgData name="Marco Sanches" userId="301bf0f768bc15fc" providerId="LiveId" clId="{AD1F0D63-CEEF-48F2-8198-EC5A51D66291}" dt="2020-08-19T19:53:06.732" v="1126" actId="1076"/>
          <ac:spMkLst>
            <pc:docMk/>
            <pc:sldMk cId="401545026" sldId="469"/>
            <ac:spMk id="20" creationId="{F8875CE2-BCC7-41AA-A65F-A1EC7F1CF1E7}"/>
          </ac:spMkLst>
        </pc:spChg>
        <pc:spChg chg="add mod">
          <ac:chgData name="Marco Sanches" userId="301bf0f768bc15fc" providerId="LiveId" clId="{AD1F0D63-CEEF-48F2-8198-EC5A51D66291}" dt="2020-08-19T19:53:03.158" v="1125" actId="1076"/>
          <ac:spMkLst>
            <pc:docMk/>
            <pc:sldMk cId="401545026" sldId="469"/>
            <ac:spMk id="21" creationId="{80522367-EF3B-4EDE-8A09-E16983755FC1}"/>
          </ac:spMkLst>
        </pc:spChg>
        <pc:spChg chg="add mod">
          <ac:chgData name="Marco Sanches" userId="301bf0f768bc15fc" providerId="LiveId" clId="{AD1F0D63-CEEF-48F2-8198-EC5A51D66291}" dt="2020-08-20T13:07:40.568" v="2655" actId="14861"/>
          <ac:spMkLst>
            <pc:docMk/>
            <pc:sldMk cId="401545026" sldId="469"/>
            <ac:spMk id="24" creationId="{345320EF-B4A4-41CE-8F5C-1EAFD06F0E7C}"/>
          </ac:spMkLst>
        </pc:spChg>
        <pc:grpChg chg="del">
          <ac:chgData name="Marco Sanches" userId="301bf0f768bc15fc" providerId="LiveId" clId="{AD1F0D63-CEEF-48F2-8198-EC5A51D66291}" dt="2020-08-19T19:46:32.806" v="954" actId="478"/>
          <ac:grpSpMkLst>
            <pc:docMk/>
            <pc:sldMk cId="401545026" sldId="469"/>
            <ac:grpSpMk id="11" creationId="{8725509B-F541-4444-88B9-2F3C78183EBE}"/>
          </ac:grpSpMkLst>
        </pc:grpChg>
        <pc:picChg chg="del">
          <ac:chgData name="Marco Sanches" userId="301bf0f768bc15fc" providerId="LiveId" clId="{AD1F0D63-CEEF-48F2-8198-EC5A51D66291}" dt="2020-08-19T19:46:33.880" v="955" actId="478"/>
          <ac:picMkLst>
            <pc:docMk/>
            <pc:sldMk cId="401545026" sldId="469"/>
            <ac:picMk id="6148" creationId="{50A77569-DB54-476D-9DCA-28A714EF41A5}"/>
          </ac:picMkLst>
        </pc:picChg>
        <pc:picChg chg="add mod">
          <ac:chgData name="Marco Sanches" userId="301bf0f768bc15fc" providerId="LiveId" clId="{AD1F0D63-CEEF-48F2-8198-EC5A51D66291}" dt="2020-08-19T19:52:39.495" v="1119" actId="1076"/>
          <ac:picMkLst>
            <pc:docMk/>
            <pc:sldMk cId="401545026" sldId="469"/>
            <ac:picMk id="7170" creationId="{93FF28D8-93D7-443D-A34A-59B3128E33E0}"/>
          </ac:picMkLst>
        </pc:picChg>
        <pc:picChg chg="add mod">
          <ac:chgData name="Marco Sanches" userId="301bf0f768bc15fc" providerId="LiveId" clId="{AD1F0D63-CEEF-48F2-8198-EC5A51D66291}" dt="2020-08-19T19:52:59.885" v="1124" actId="1076"/>
          <ac:picMkLst>
            <pc:docMk/>
            <pc:sldMk cId="401545026" sldId="469"/>
            <ac:picMk id="7172" creationId="{B981E442-7FD6-457C-9E6B-D2AF6A961BB2}"/>
          </ac:picMkLst>
        </pc:picChg>
      </pc:sldChg>
      <pc:sldChg chg="addSp delSp modSp add mod ord">
        <pc:chgData name="Marco Sanches" userId="301bf0f768bc15fc" providerId="LiveId" clId="{AD1F0D63-CEEF-48F2-8198-EC5A51D66291}" dt="2020-08-19T20:58:16.916" v="1216" actId="1076"/>
        <pc:sldMkLst>
          <pc:docMk/>
          <pc:sldMk cId="1748727675" sldId="470"/>
        </pc:sldMkLst>
        <pc:spChg chg="mod">
          <ac:chgData name="Marco Sanches" userId="301bf0f768bc15fc" providerId="LiveId" clId="{AD1F0D63-CEEF-48F2-8198-EC5A51D66291}" dt="2020-08-19T19:56:28.993" v="1161" actId="20577"/>
          <ac:spMkLst>
            <pc:docMk/>
            <pc:sldMk cId="1748727675" sldId="470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57:20.383" v="1176" actId="179"/>
          <ac:spMkLst>
            <pc:docMk/>
            <pc:sldMk cId="1748727675" sldId="470"/>
            <ac:spMk id="3" creationId="{A59A7E8B-8CB9-4865-A293-8F7FEF86DF3F}"/>
          </ac:spMkLst>
        </pc:spChg>
        <pc:grpChg chg="del">
          <ac:chgData name="Marco Sanches" userId="301bf0f768bc15fc" providerId="LiveId" clId="{AD1F0D63-CEEF-48F2-8198-EC5A51D66291}" dt="2020-08-19T19:56:36.468" v="1162" actId="478"/>
          <ac:grpSpMkLst>
            <pc:docMk/>
            <pc:sldMk cId="1748727675" sldId="470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20:58:16.916" v="1216" actId="1076"/>
          <ac:picMkLst>
            <pc:docMk/>
            <pc:sldMk cId="1748727675" sldId="470"/>
            <ac:picMk id="7" creationId="{26FCF0D3-77EC-43AF-B62D-1B66001DD93B}"/>
          </ac:picMkLst>
        </pc:picChg>
      </pc:sldChg>
      <pc:sldChg chg="addSp modSp add mod">
        <pc:chgData name="Marco Sanches" userId="301bf0f768bc15fc" providerId="LiveId" clId="{AD1F0D63-CEEF-48F2-8198-EC5A51D66291}" dt="2020-08-20T21:11:30.840" v="2769" actId="1076"/>
        <pc:sldMkLst>
          <pc:docMk/>
          <pc:sldMk cId="3891695666" sldId="471"/>
        </pc:sldMkLst>
        <pc:spChg chg="mod">
          <ac:chgData name="Marco Sanches" userId="301bf0f768bc15fc" providerId="LiveId" clId="{AD1F0D63-CEEF-48F2-8198-EC5A51D66291}" dt="2020-08-19T20:49:38.734" v="1195" actId="20577"/>
          <ac:spMkLst>
            <pc:docMk/>
            <pc:sldMk cId="3891695666" sldId="471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20:50:16.552" v="1204" actId="14100"/>
          <ac:spMkLst>
            <pc:docMk/>
            <pc:sldMk cId="3891695666" sldId="471"/>
            <ac:spMk id="3" creationId="{A59A7E8B-8CB9-4865-A293-8F7FEF86DF3F}"/>
          </ac:spMkLst>
        </pc:spChg>
        <pc:picChg chg="add mod">
          <ac:chgData name="Marco Sanches" userId="301bf0f768bc15fc" providerId="LiveId" clId="{AD1F0D63-CEEF-48F2-8198-EC5A51D66291}" dt="2020-08-20T21:11:30.840" v="2769" actId="1076"/>
          <ac:picMkLst>
            <pc:docMk/>
            <pc:sldMk cId="3891695666" sldId="471"/>
            <ac:picMk id="4" creationId="{501B8195-FE5D-47EA-8FB9-490C4D74ECF5}"/>
          </ac:picMkLst>
        </pc:picChg>
      </pc:sldChg>
      <pc:sldChg chg="delSp modSp add del mod">
        <pc:chgData name="Marco Sanches" userId="301bf0f768bc15fc" providerId="LiveId" clId="{AD1F0D63-CEEF-48F2-8198-EC5A51D66291}" dt="2020-08-19T20:48:40.396" v="1187" actId="2696"/>
        <pc:sldMkLst>
          <pc:docMk/>
          <pc:sldMk cId="4009921100" sldId="471"/>
        </pc:sldMkLst>
        <pc:spChg chg="mod">
          <ac:chgData name="Marco Sanches" userId="301bf0f768bc15fc" providerId="LiveId" clId="{AD1F0D63-CEEF-48F2-8198-EC5A51D66291}" dt="2020-08-19T20:47:53.950" v="1186" actId="20577"/>
          <ac:spMkLst>
            <pc:docMk/>
            <pc:sldMk cId="4009921100" sldId="471"/>
            <ac:spMk id="3" creationId="{A59A7E8B-8CB9-4865-A293-8F7FEF86DF3F}"/>
          </ac:spMkLst>
        </pc:spChg>
        <pc:spChg chg="del mod">
          <ac:chgData name="Marco Sanches" userId="301bf0f768bc15fc" providerId="LiveId" clId="{AD1F0D63-CEEF-48F2-8198-EC5A51D66291}" dt="2020-08-19T20:47:39.460" v="1180" actId="478"/>
          <ac:spMkLst>
            <pc:docMk/>
            <pc:sldMk cId="4009921100" sldId="471"/>
            <ac:spMk id="31" creationId="{4E9920C9-56B3-41E3-B7A6-B41175A0F341}"/>
          </ac:spMkLst>
        </pc:spChg>
        <pc:spChg chg="del mod">
          <ac:chgData name="Marco Sanches" userId="301bf0f768bc15fc" providerId="LiveId" clId="{AD1F0D63-CEEF-48F2-8198-EC5A51D66291}" dt="2020-08-19T20:47:41.167" v="1183" actId="478"/>
          <ac:spMkLst>
            <pc:docMk/>
            <pc:sldMk cId="4009921100" sldId="471"/>
            <ac:spMk id="32" creationId="{06275B7F-BCAD-4A1A-9DC1-8957C8CC0C4B}"/>
          </ac:spMkLst>
        </pc:spChg>
        <pc:picChg chg="del">
          <ac:chgData name="Marco Sanches" userId="301bf0f768bc15fc" providerId="LiveId" clId="{AD1F0D63-CEEF-48F2-8198-EC5A51D66291}" dt="2020-08-19T20:47:44.802" v="1184" actId="478"/>
          <ac:picMkLst>
            <pc:docMk/>
            <pc:sldMk cId="4009921100" sldId="471"/>
            <ac:picMk id="15" creationId="{5F603EBC-B07E-47E8-994A-9F15E35C85D2}"/>
          </ac:picMkLst>
        </pc:picChg>
        <pc:picChg chg="del">
          <ac:chgData name="Marco Sanches" userId="301bf0f768bc15fc" providerId="LiveId" clId="{AD1F0D63-CEEF-48F2-8198-EC5A51D66291}" dt="2020-08-19T20:47:45.455" v="1185" actId="478"/>
          <ac:picMkLst>
            <pc:docMk/>
            <pc:sldMk cId="4009921100" sldId="471"/>
            <ac:picMk id="27" creationId="{40FDE47B-8033-404C-954C-9DDBAE366AA5}"/>
          </ac:picMkLst>
        </pc:picChg>
        <pc:picChg chg="del">
          <ac:chgData name="Marco Sanches" userId="301bf0f768bc15fc" providerId="LiveId" clId="{AD1F0D63-CEEF-48F2-8198-EC5A51D66291}" dt="2020-08-19T20:47:37.509" v="1178" actId="478"/>
          <ac:picMkLst>
            <pc:docMk/>
            <pc:sldMk cId="4009921100" sldId="471"/>
            <ac:picMk id="5124" creationId="{828E6262-01E1-42C1-9CC5-08C119A2FCD8}"/>
          </ac:picMkLst>
        </pc:picChg>
        <pc:picChg chg="del">
          <ac:chgData name="Marco Sanches" userId="301bf0f768bc15fc" providerId="LiveId" clId="{AD1F0D63-CEEF-48F2-8198-EC5A51D66291}" dt="2020-08-19T20:47:39.927" v="1181" actId="478"/>
          <ac:picMkLst>
            <pc:docMk/>
            <pc:sldMk cId="4009921100" sldId="471"/>
            <ac:picMk id="5126" creationId="{34163A75-E592-4EE6-9275-F1C23CB1A58B}"/>
          </ac:picMkLst>
        </pc:picChg>
      </pc:sldChg>
      <pc:sldChg chg="addSp delSp modSp add mod">
        <pc:chgData name="Marco Sanches" userId="301bf0f768bc15fc" providerId="LiveId" clId="{AD1F0D63-CEEF-48F2-8198-EC5A51D66291}" dt="2020-08-19T21:03:03.108" v="1261" actId="1076"/>
        <pc:sldMkLst>
          <pc:docMk/>
          <pc:sldMk cId="922861715" sldId="472"/>
        </pc:sldMkLst>
        <pc:spChg chg="mod">
          <ac:chgData name="Marco Sanches" userId="301bf0f768bc15fc" providerId="LiveId" clId="{AD1F0D63-CEEF-48F2-8198-EC5A51D66291}" dt="2020-08-19T21:03:03.108" v="1261" actId="1076"/>
          <ac:spMkLst>
            <pc:docMk/>
            <pc:sldMk cId="922861715" sldId="472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21:00:52.086" v="1234" actId="478"/>
          <ac:spMkLst>
            <pc:docMk/>
            <pc:sldMk cId="922861715" sldId="472"/>
            <ac:spMk id="6" creationId="{A4BEBCE2-0B1C-413B-B48F-D7F683C472C6}"/>
          </ac:spMkLst>
        </pc:spChg>
        <pc:spChg chg="mod">
          <ac:chgData name="Marco Sanches" userId="301bf0f768bc15fc" providerId="LiveId" clId="{AD1F0D63-CEEF-48F2-8198-EC5A51D66291}" dt="2020-08-19T21:00:36.457" v="1230"/>
          <ac:spMkLst>
            <pc:docMk/>
            <pc:sldMk cId="922861715" sldId="472"/>
            <ac:spMk id="10" creationId="{46669818-CB76-4D44-B9E1-DB51E58287E1}"/>
          </ac:spMkLst>
        </pc:spChg>
        <pc:spChg chg="mod">
          <ac:chgData name="Marco Sanches" userId="301bf0f768bc15fc" providerId="LiveId" clId="{AD1F0D63-CEEF-48F2-8198-EC5A51D66291}" dt="2020-08-19T21:01:15.584" v="1240" actId="20577"/>
          <ac:spMkLst>
            <pc:docMk/>
            <pc:sldMk cId="922861715" sldId="472"/>
            <ac:spMk id="11" creationId="{2BFAFC9B-6E5E-4810-9EFA-95109D6003B1}"/>
          </ac:spMkLst>
        </pc:spChg>
        <pc:grpChg chg="add mod">
          <ac:chgData name="Marco Sanches" userId="301bf0f768bc15fc" providerId="LiveId" clId="{AD1F0D63-CEEF-48F2-8198-EC5A51D66291}" dt="2020-08-19T21:01:26.712" v="1243" actId="1076"/>
          <ac:grpSpMkLst>
            <pc:docMk/>
            <pc:sldMk cId="922861715" sldId="472"/>
            <ac:grpSpMk id="7" creationId="{883BD64C-81A2-4C30-91C6-2DE8D442D2E6}"/>
          </ac:grpSpMkLst>
        </pc:grpChg>
        <pc:grpChg chg="mod">
          <ac:chgData name="Marco Sanches" userId="301bf0f768bc15fc" providerId="LiveId" clId="{AD1F0D63-CEEF-48F2-8198-EC5A51D66291}" dt="2020-08-19T21:00:36.457" v="1230"/>
          <ac:grpSpMkLst>
            <pc:docMk/>
            <pc:sldMk cId="922861715" sldId="472"/>
            <ac:grpSpMk id="8" creationId="{6487FD20-736F-4555-A336-EB7C536CB536}"/>
          </ac:grpSpMkLst>
        </pc:grpChg>
        <pc:picChg chg="del">
          <ac:chgData name="Marco Sanches" userId="301bf0f768bc15fc" providerId="LiveId" clId="{AD1F0D63-CEEF-48F2-8198-EC5A51D66291}" dt="2020-08-19T20:59:06.956" v="1218" actId="478"/>
          <ac:picMkLst>
            <pc:docMk/>
            <pc:sldMk cId="922861715" sldId="472"/>
            <ac:picMk id="4" creationId="{501B8195-FE5D-47EA-8FB9-490C4D74ECF5}"/>
          </ac:picMkLst>
        </pc:picChg>
        <pc:picChg chg="mod">
          <ac:chgData name="Marco Sanches" userId="301bf0f768bc15fc" providerId="LiveId" clId="{AD1F0D63-CEEF-48F2-8198-EC5A51D66291}" dt="2020-08-19T21:01:51.974" v="1248" actId="1076"/>
          <ac:picMkLst>
            <pc:docMk/>
            <pc:sldMk cId="922861715" sldId="472"/>
            <ac:picMk id="9" creationId="{B531E7CD-5945-4607-B833-001F650ED984}"/>
          </ac:picMkLst>
        </pc:picChg>
      </pc:sldChg>
      <pc:sldChg chg="addSp delSp modSp add mod">
        <pc:chgData name="Marco Sanches" userId="301bf0f768bc15fc" providerId="LiveId" clId="{AD1F0D63-CEEF-48F2-8198-EC5A51D66291}" dt="2020-08-19T21:04:40.439" v="1290" actId="20577"/>
        <pc:sldMkLst>
          <pc:docMk/>
          <pc:sldMk cId="1725870178" sldId="473"/>
        </pc:sldMkLst>
        <pc:spChg chg="del">
          <ac:chgData name="Marco Sanches" userId="301bf0f768bc15fc" providerId="LiveId" clId="{AD1F0D63-CEEF-48F2-8198-EC5A51D66291}" dt="2020-08-19T21:03:09.541" v="1263" actId="478"/>
          <ac:spMkLst>
            <pc:docMk/>
            <pc:sldMk cId="1725870178" sldId="473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21:03:18.198" v="1264" actId="478"/>
          <ac:spMkLst>
            <pc:docMk/>
            <pc:sldMk cId="1725870178" sldId="473"/>
            <ac:spMk id="5" creationId="{5D6419AD-B3E4-4D55-A8C5-A52B67C92C5A}"/>
          </ac:spMkLst>
        </pc:spChg>
        <pc:spChg chg="add mod">
          <ac:chgData name="Marco Sanches" userId="301bf0f768bc15fc" providerId="LiveId" clId="{AD1F0D63-CEEF-48F2-8198-EC5A51D66291}" dt="2020-08-19T21:04:34.672" v="1287" actId="14100"/>
          <ac:spMkLst>
            <pc:docMk/>
            <pc:sldMk cId="1725870178" sldId="473"/>
            <ac:spMk id="6" creationId="{4EB5284D-EE1B-47EA-8020-DEA3CBB2370F}"/>
          </ac:spMkLst>
        </pc:spChg>
        <pc:spChg chg="add mod">
          <ac:chgData name="Marco Sanches" userId="301bf0f768bc15fc" providerId="LiveId" clId="{AD1F0D63-CEEF-48F2-8198-EC5A51D66291}" dt="2020-08-19T21:04:28.772" v="1286" actId="1076"/>
          <ac:spMkLst>
            <pc:docMk/>
            <pc:sldMk cId="1725870178" sldId="473"/>
            <ac:spMk id="14" creationId="{CCA2F204-F4C2-4BD3-AAE5-E9854ABC63CB}"/>
          </ac:spMkLst>
        </pc:spChg>
        <pc:graphicFrameChg chg="add mod modGraphic">
          <ac:chgData name="Marco Sanches" userId="301bf0f768bc15fc" providerId="LiveId" clId="{AD1F0D63-CEEF-48F2-8198-EC5A51D66291}" dt="2020-08-19T21:04:40.439" v="1290" actId="20577"/>
          <ac:graphicFrameMkLst>
            <pc:docMk/>
            <pc:sldMk cId="1725870178" sldId="473"/>
            <ac:graphicFrameMk id="16" creationId="{D4CBF19F-8AAB-4510-A978-23EBB1DB81E8}"/>
          </ac:graphicFrameMkLst>
        </pc:graphicFrameChg>
      </pc:sldChg>
      <pc:sldChg chg="addSp delSp modSp add mod">
        <pc:chgData name="Marco Sanches" userId="301bf0f768bc15fc" providerId="LiveId" clId="{AD1F0D63-CEEF-48F2-8198-EC5A51D66291}" dt="2020-08-19T21:10:33.179" v="1462" actId="1076"/>
        <pc:sldMkLst>
          <pc:docMk/>
          <pc:sldMk cId="2312632231" sldId="474"/>
        </pc:sldMkLst>
        <pc:spChg chg="add mod">
          <ac:chgData name="Marco Sanches" userId="301bf0f768bc15fc" providerId="LiveId" clId="{AD1F0D63-CEEF-48F2-8198-EC5A51D66291}" dt="2020-08-19T21:05:39.730" v="1305" actId="1076"/>
          <ac:spMkLst>
            <pc:docMk/>
            <pc:sldMk cId="2312632231" sldId="474"/>
            <ac:spMk id="3" creationId="{B0C175D6-D093-4F54-A8E5-EFE871D99F55}"/>
          </ac:spMkLst>
        </pc:spChg>
        <pc:spChg chg="mod">
          <ac:chgData name="Marco Sanches" userId="301bf0f768bc15fc" providerId="LiveId" clId="{AD1F0D63-CEEF-48F2-8198-EC5A51D66291}" dt="2020-08-19T21:10:33.179" v="1462" actId="1076"/>
          <ac:spMkLst>
            <pc:docMk/>
            <pc:sldMk cId="2312632231" sldId="474"/>
            <ac:spMk id="6" creationId="{4EB5284D-EE1B-47EA-8020-DEA3CBB2370F}"/>
          </ac:spMkLst>
        </pc:spChg>
        <pc:spChg chg="del">
          <ac:chgData name="Marco Sanches" userId="301bf0f768bc15fc" providerId="LiveId" clId="{AD1F0D63-CEEF-48F2-8198-EC5A51D66291}" dt="2020-08-19T21:05:07.239" v="1292" actId="478"/>
          <ac:spMkLst>
            <pc:docMk/>
            <pc:sldMk cId="2312632231" sldId="474"/>
            <ac:spMk id="11" creationId="{2BFAFC9B-6E5E-4810-9EFA-95109D6003B1}"/>
          </ac:spMkLst>
        </pc:spChg>
        <pc:spChg chg="mod">
          <ac:chgData name="Marco Sanches" userId="301bf0f768bc15fc" providerId="LiveId" clId="{AD1F0D63-CEEF-48F2-8198-EC5A51D66291}" dt="2020-08-19T21:10:27.384" v="1461" actId="1076"/>
          <ac:spMkLst>
            <pc:docMk/>
            <pc:sldMk cId="2312632231" sldId="474"/>
            <ac:spMk id="14" creationId="{CCA2F204-F4C2-4BD3-AAE5-E9854ABC63CB}"/>
          </ac:spMkLst>
        </pc:spChg>
        <pc:spChg chg="add mod">
          <ac:chgData name="Marco Sanches" userId="301bf0f768bc15fc" providerId="LiveId" clId="{AD1F0D63-CEEF-48F2-8198-EC5A51D66291}" dt="2020-08-19T21:10:19.777" v="1460" actId="1076"/>
          <ac:spMkLst>
            <pc:docMk/>
            <pc:sldMk cId="2312632231" sldId="474"/>
            <ac:spMk id="23" creationId="{55E8464C-E0F7-4B04-81F1-BCF1FE454302}"/>
          </ac:spMkLst>
        </pc:spChg>
        <pc:spChg chg="add mod">
          <ac:chgData name="Marco Sanches" userId="301bf0f768bc15fc" providerId="LiveId" clId="{AD1F0D63-CEEF-48F2-8198-EC5A51D66291}" dt="2020-08-19T21:08:57.869" v="1426" actId="571"/>
          <ac:spMkLst>
            <pc:docMk/>
            <pc:sldMk cId="2312632231" sldId="474"/>
            <ac:spMk id="24" creationId="{82869A48-087A-46CA-97E7-315A0AFF89B4}"/>
          </ac:spMkLst>
        </pc:spChg>
        <pc:spChg chg="add mod">
          <ac:chgData name="Marco Sanches" userId="301bf0f768bc15fc" providerId="LiveId" clId="{AD1F0D63-CEEF-48F2-8198-EC5A51D66291}" dt="2020-08-19T21:10:16.584" v="1459" actId="1076"/>
          <ac:spMkLst>
            <pc:docMk/>
            <pc:sldMk cId="2312632231" sldId="474"/>
            <ac:spMk id="25" creationId="{64F86918-CB1A-41ED-8755-85E51CD44122}"/>
          </ac:spMkLst>
        </pc:spChg>
        <pc:spChg chg="add mod">
          <ac:chgData name="Marco Sanches" userId="301bf0f768bc15fc" providerId="LiveId" clId="{AD1F0D63-CEEF-48F2-8198-EC5A51D66291}" dt="2020-08-19T21:09:35.755" v="1450" actId="1076"/>
          <ac:spMkLst>
            <pc:docMk/>
            <pc:sldMk cId="2312632231" sldId="474"/>
            <ac:spMk id="26" creationId="{7A635D59-489D-40F0-B8ED-F6EA160F0996}"/>
          </ac:spMkLst>
        </pc:spChg>
        <pc:grpChg chg="del">
          <ac:chgData name="Marco Sanches" userId="301bf0f768bc15fc" providerId="LiveId" clId="{AD1F0D63-CEEF-48F2-8198-EC5A51D66291}" dt="2020-08-19T21:05:09.068" v="1293" actId="478"/>
          <ac:grpSpMkLst>
            <pc:docMk/>
            <pc:sldMk cId="2312632231" sldId="474"/>
            <ac:grpSpMk id="7" creationId="{883BD64C-81A2-4C30-91C6-2DE8D442D2E6}"/>
          </ac:grpSpMkLst>
        </pc:grpChg>
        <pc:grpChg chg="del">
          <ac:chgData name="Marco Sanches" userId="301bf0f768bc15fc" providerId="LiveId" clId="{AD1F0D63-CEEF-48F2-8198-EC5A51D66291}" dt="2020-08-19T21:05:07.239" v="1292" actId="478"/>
          <ac:grpSpMkLst>
            <pc:docMk/>
            <pc:sldMk cId="2312632231" sldId="474"/>
            <ac:grpSpMk id="8" creationId="{6487FD20-736F-4555-A336-EB7C536CB536}"/>
          </ac:grpSpMkLst>
        </pc:grpChg>
        <pc:graphicFrameChg chg="mod ord modGraphic">
          <ac:chgData name="Marco Sanches" userId="301bf0f768bc15fc" providerId="LiveId" clId="{AD1F0D63-CEEF-48F2-8198-EC5A51D66291}" dt="2020-08-19T21:10:06.021" v="1455" actId="207"/>
          <ac:graphicFrameMkLst>
            <pc:docMk/>
            <pc:sldMk cId="2312632231" sldId="474"/>
            <ac:graphicFrameMk id="16" creationId="{D4CBF19F-8AAB-4510-A978-23EBB1DB81E8}"/>
          </ac:graphicFrameMkLst>
        </pc:graphicFrameChg>
        <pc:picChg chg="add del mod">
          <ac:chgData name="Marco Sanches" userId="301bf0f768bc15fc" providerId="LiveId" clId="{AD1F0D63-CEEF-48F2-8198-EC5A51D66291}" dt="2020-08-19T21:08:25.910" v="1398" actId="478"/>
          <ac:picMkLst>
            <pc:docMk/>
            <pc:sldMk cId="2312632231" sldId="474"/>
            <ac:picMk id="5" creationId="{64CC066D-3B7A-4589-A0D5-3A1FAD6C40EC}"/>
          </ac:picMkLst>
        </pc:picChg>
        <pc:picChg chg="add mod">
          <ac:chgData name="Marco Sanches" userId="301bf0f768bc15fc" providerId="LiveId" clId="{AD1F0D63-CEEF-48F2-8198-EC5A51D66291}" dt="2020-08-19T21:10:08.776" v="1456" actId="1076"/>
          <ac:picMkLst>
            <pc:docMk/>
            <pc:sldMk cId="2312632231" sldId="474"/>
            <ac:picMk id="15" creationId="{E26BC0EF-3877-4D46-A8CF-9AE7A8E1CC48}"/>
          </ac:picMkLst>
        </pc:picChg>
        <pc:picChg chg="add mod">
          <ac:chgData name="Marco Sanches" userId="301bf0f768bc15fc" providerId="LiveId" clId="{AD1F0D63-CEEF-48F2-8198-EC5A51D66291}" dt="2020-08-19T21:10:13.927" v="1458" actId="1076"/>
          <ac:picMkLst>
            <pc:docMk/>
            <pc:sldMk cId="2312632231" sldId="474"/>
            <ac:picMk id="18" creationId="{3C57F058-922B-4EDE-9C52-552B8839BDA8}"/>
          </ac:picMkLst>
        </pc:picChg>
        <pc:picChg chg="add del mod">
          <ac:chgData name="Marco Sanches" userId="301bf0f768bc15fc" providerId="LiveId" clId="{AD1F0D63-CEEF-48F2-8198-EC5A51D66291}" dt="2020-08-19T21:08:26.837" v="1399" actId="478"/>
          <ac:picMkLst>
            <pc:docMk/>
            <pc:sldMk cId="2312632231" sldId="474"/>
            <ac:picMk id="20" creationId="{43FC8DA0-4C39-42DE-90F4-15A5B71EB95F}"/>
          </ac:picMkLst>
        </pc:picChg>
        <pc:picChg chg="add mod ord">
          <ac:chgData name="Marco Sanches" userId="301bf0f768bc15fc" providerId="LiveId" clId="{AD1F0D63-CEEF-48F2-8198-EC5A51D66291}" dt="2020-08-19T21:09:51.848" v="1453" actId="167"/>
          <ac:picMkLst>
            <pc:docMk/>
            <pc:sldMk cId="2312632231" sldId="474"/>
            <ac:picMk id="21" creationId="{045D1F31-7BCC-46A6-AE87-7BE8E15E7CA9}"/>
          </ac:picMkLst>
        </pc:picChg>
      </pc:sldChg>
      <pc:sldChg chg="addSp delSp modSp add mod ord">
        <pc:chgData name="Marco Sanches" userId="301bf0f768bc15fc" providerId="LiveId" clId="{AD1F0D63-CEEF-48F2-8198-EC5A51D66291}" dt="2020-08-20T10:39:57.228" v="2005" actId="167"/>
        <pc:sldMkLst>
          <pc:docMk/>
          <pc:sldMk cId="118439225" sldId="475"/>
        </pc:sldMkLst>
        <pc:spChg chg="mod">
          <ac:chgData name="Marco Sanches" userId="301bf0f768bc15fc" providerId="LiveId" clId="{AD1F0D63-CEEF-48F2-8198-EC5A51D66291}" dt="2020-08-19T21:11:02.551" v="1485" actId="20577"/>
          <ac:spMkLst>
            <pc:docMk/>
            <pc:sldMk cId="118439225" sldId="475"/>
            <ac:spMk id="2" creationId="{414298B5-57DB-48CF-898B-E1CDF856070D}"/>
          </ac:spMkLst>
        </pc:spChg>
        <pc:spChg chg="add mod ord">
          <ac:chgData name="Marco Sanches" userId="301bf0f768bc15fc" providerId="LiveId" clId="{AD1F0D63-CEEF-48F2-8198-EC5A51D66291}" dt="2020-08-20T10:39:52.017" v="2004" actId="164"/>
          <ac:spMkLst>
            <pc:docMk/>
            <pc:sldMk cId="118439225" sldId="475"/>
            <ac:spMk id="4" creationId="{74144492-AE74-45C6-807B-176342249782}"/>
          </ac:spMkLst>
        </pc:spChg>
        <pc:spChg chg="add mod">
          <ac:chgData name="Marco Sanches" userId="301bf0f768bc15fc" providerId="LiveId" clId="{AD1F0D63-CEEF-48F2-8198-EC5A51D66291}" dt="2020-08-19T21:14:40.275" v="1514" actId="1076"/>
          <ac:spMkLst>
            <pc:docMk/>
            <pc:sldMk cId="118439225" sldId="475"/>
            <ac:spMk id="5" creationId="{747E0923-2807-4F61-96D5-D80F94476B64}"/>
          </ac:spMkLst>
        </pc:spChg>
        <pc:spChg chg="del">
          <ac:chgData name="Marco Sanches" userId="301bf0f768bc15fc" providerId="LiveId" clId="{AD1F0D63-CEEF-48F2-8198-EC5A51D66291}" dt="2020-08-19T21:12:33.930" v="1489" actId="478"/>
          <ac:spMkLst>
            <pc:docMk/>
            <pc:sldMk cId="118439225" sldId="475"/>
            <ac:spMk id="6" creationId="{4EB5284D-EE1B-47EA-8020-DEA3CBB2370F}"/>
          </ac:spMkLst>
        </pc:spChg>
        <pc:spChg chg="add mod">
          <ac:chgData name="Marco Sanches" userId="301bf0f768bc15fc" providerId="LiveId" clId="{AD1F0D63-CEEF-48F2-8198-EC5A51D66291}" dt="2020-08-19T21:13:16.078" v="1498" actId="948"/>
          <ac:spMkLst>
            <pc:docMk/>
            <pc:sldMk cId="118439225" sldId="475"/>
            <ac:spMk id="12" creationId="{338C36C4-8587-41E7-83A2-115599AA6388}"/>
          </ac:spMkLst>
        </pc:spChg>
        <pc:spChg chg="mod">
          <ac:chgData name="Marco Sanches" userId="301bf0f768bc15fc" providerId="LiveId" clId="{AD1F0D63-CEEF-48F2-8198-EC5A51D66291}" dt="2020-08-19T21:11:13.785" v="1488" actId="1076"/>
          <ac:spMkLst>
            <pc:docMk/>
            <pc:sldMk cId="118439225" sldId="475"/>
            <ac:spMk id="14" creationId="{CCA2F204-F4C2-4BD3-AAE5-E9854ABC63CB}"/>
          </ac:spMkLst>
        </pc:spChg>
        <pc:spChg chg="add mod">
          <ac:chgData name="Marco Sanches" userId="301bf0f768bc15fc" providerId="LiveId" clId="{AD1F0D63-CEEF-48F2-8198-EC5A51D66291}" dt="2020-08-19T21:14:29.490" v="1511" actId="688"/>
          <ac:spMkLst>
            <pc:docMk/>
            <pc:sldMk cId="118439225" sldId="475"/>
            <ac:spMk id="17" creationId="{1971C053-507C-4072-959C-7DF05D5EE9CF}"/>
          </ac:spMkLst>
        </pc:spChg>
        <pc:spChg chg="add mod">
          <ac:chgData name="Marco Sanches" userId="301bf0f768bc15fc" providerId="LiveId" clId="{AD1F0D63-CEEF-48F2-8198-EC5A51D66291}" dt="2020-08-19T21:15:35.065" v="1527" actId="1076"/>
          <ac:spMkLst>
            <pc:docMk/>
            <pc:sldMk cId="118439225" sldId="475"/>
            <ac:spMk id="18" creationId="{46D641AF-EC6F-45AA-9803-1B4F82566532}"/>
          </ac:spMkLst>
        </pc:spChg>
        <pc:spChg chg="add mod">
          <ac:chgData name="Marco Sanches" userId="301bf0f768bc15fc" providerId="LiveId" clId="{AD1F0D63-CEEF-48F2-8198-EC5A51D66291}" dt="2020-08-20T10:39:52.017" v="2004" actId="164"/>
          <ac:spMkLst>
            <pc:docMk/>
            <pc:sldMk cId="118439225" sldId="475"/>
            <ac:spMk id="24" creationId="{58F82F81-DBAD-4D3E-9ECE-8D6E357BC4E3}"/>
          </ac:spMkLst>
        </pc:spChg>
        <pc:grpChg chg="del">
          <ac:chgData name="Marco Sanches" userId="301bf0f768bc15fc" providerId="LiveId" clId="{AD1F0D63-CEEF-48F2-8198-EC5A51D66291}" dt="2020-08-19T21:11:06.627" v="1486" actId="478"/>
          <ac:grpSpMkLst>
            <pc:docMk/>
            <pc:sldMk cId="118439225" sldId="475"/>
            <ac:grpSpMk id="7" creationId="{883BD64C-81A2-4C30-91C6-2DE8D442D2E6}"/>
          </ac:grpSpMkLst>
        </pc:grpChg>
        <pc:grpChg chg="add mod ord">
          <ac:chgData name="Marco Sanches" userId="301bf0f768bc15fc" providerId="LiveId" clId="{AD1F0D63-CEEF-48F2-8198-EC5A51D66291}" dt="2020-08-20T10:39:57.228" v="2005" actId="167"/>
          <ac:grpSpMkLst>
            <pc:docMk/>
            <pc:sldMk cId="118439225" sldId="475"/>
            <ac:grpSpMk id="25" creationId="{1873ED65-6D8C-4740-B680-20BF245C86E9}"/>
          </ac:grpSpMkLst>
        </pc:grpChg>
        <pc:graphicFrameChg chg="mod">
          <ac:chgData name="Marco Sanches" userId="301bf0f768bc15fc" providerId="LiveId" clId="{AD1F0D63-CEEF-48F2-8198-EC5A51D66291}" dt="2020-08-19T21:11:10.942" v="1487" actId="1076"/>
          <ac:graphicFrameMkLst>
            <pc:docMk/>
            <pc:sldMk cId="118439225" sldId="475"/>
            <ac:graphicFrameMk id="16" creationId="{D4CBF19F-8AAB-4510-A978-23EBB1DB81E8}"/>
          </ac:graphicFrameMkLst>
        </pc:graphicFrameChg>
        <pc:picChg chg="add del mod">
          <ac:chgData name="Marco Sanches" userId="301bf0f768bc15fc" providerId="LiveId" clId="{AD1F0D63-CEEF-48F2-8198-EC5A51D66291}" dt="2020-08-19T21:15:40.793" v="1529" actId="478"/>
          <ac:picMkLst>
            <pc:docMk/>
            <pc:sldMk cId="118439225" sldId="475"/>
            <ac:picMk id="20" creationId="{0B5AA9DD-555D-4D78-8F90-3147E5B1471F}"/>
          </ac:picMkLst>
        </pc:picChg>
        <pc:picChg chg="add mod">
          <ac:chgData name="Marco Sanches" userId="301bf0f768bc15fc" providerId="LiveId" clId="{AD1F0D63-CEEF-48F2-8198-EC5A51D66291}" dt="2020-08-19T21:15:51.966" v="1531" actId="1076"/>
          <ac:picMkLst>
            <pc:docMk/>
            <pc:sldMk cId="118439225" sldId="475"/>
            <ac:picMk id="22" creationId="{61A2399E-B574-4970-A563-3F0E915FA271}"/>
          </ac:picMkLst>
        </pc:picChg>
      </pc:sldChg>
      <pc:sldChg chg="addSp delSp modSp add mod ord">
        <pc:chgData name="Marco Sanches" userId="301bf0f768bc15fc" providerId="LiveId" clId="{AD1F0D63-CEEF-48F2-8198-EC5A51D66291}" dt="2020-08-20T10:40:43.533" v="2015" actId="1037"/>
        <pc:sldMkLst>
          <pc:docMk/>
          <pc:sldMk cId="812971124" sldId="476"/>
        </pc:sldMkLst>
        <pc:spChg chg="mod">
          <ac:chgData name="Marco Sanches" userId="301bf0f768bc15fc" providerId="LiveId" clId="{AD1F0D63-CEEF-48F2-8198-EC5A51D66291}" dt="2020-08-19T21:16:52.578" v="1536" actId="6549"/>
          <ac:spMkLst>
            <pc:docMk/>
            <pc:sldMk cId="812971124" sldId="476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21:16:48.986" v="1535" actId="478"/>
          <ac:spMkLst>
            <pc:docMk/>
            <pc:sldMk cId="812971124" sldId="476"/>
            <ac:spMk id="3" creationId="{B0C175D6-D093-4F54-A8E5-EFE871D99F55}"/>
          </ac:spMkLst>
        </pc:spChg>
        <pc:spChg chg="del">
          <ac:chgData name="Marco Sanches" userId="301bf0f768bc15fc" providerId="LiveId" clId="{AD1F0D63-CEEF-48F2-8198-EC5A51D66291}" dt="2020-08-19T21:17:06.701" v="1541" actId="478"/>
          <ac:spMkLst>
            <pc:docMk/>
            <pc:sldMk cId="812971124" sldId="476"/>
            <ac:spMk id="6" creationId="{4EB5284D-EE1B-47EA-8020-DEA3CBB2370F}"/>
          </ac:spMkLst>
        </pc:spChg>
        <pc:spChg chg="add del">
          <ac:chgData name="Marco Sanches" userId="301bf0f768bc15fc" providerId="LiveId" clId="{AD1F0D63-CEEF-48F2-8198-EC5A51D66291}" dt="2020-08-19T21:22:13.993" v="1589" actId="22"/>
          <ac:spMkLst>
            <pc:docMk/>
            <pc:sldMk cId="812971124" sldId="476"/>
            <ac:spMk id="8" creationId="{02451B9C-288D-43E3-AA7C-E824CACFEF38}"/>
          </ac:spMkLst>
        </pc:spChg>
        <pc:spChg chg="add mod">
          <ac:chgData name="Marco Sanches" userId="301bf0f768bc15fc" providerId="LiveId" clId="{AD1F0D63-CEEF-48F2-8198-EC5A51D66291}" dt="2020-08-19T21:25:40.243" v="1759" actId="164"/>
          <ac:spMkLst>
            <pc:docMk/>
            <pc:sldMk cId="812971124" sldId="476"/>
            <ac:spMk id="9" creationId="{9EC6D976-AEE8-4CCC-9A4C-E8E79E83D65B}"/>
          </ac:spMkLst>
        </pc:spChg>
        <pc:spChg chg="add mod">
          <ac:chgData name="Marco Sanches" userId="301bf0f768bc15fc" providerId="LiveId" clId="{AD1F0D63-CEEF-48F2-8198-EC5A51D66291}" dt="2020-08-19T21:25:40.243" v="1759" actId="164"/>
          <ac:spMkLst>
            <pc:docMk/>
            <pc:sldMk cId="812971124" sldId="476"/>
            <ac:spMk id="10" creationId="{5B58AFB0-F041-4F93-8408-2BFF6266AF5A}"/>
          </ac:spMkLst>
        </pc:spChg>
        <pc:spChg chg="add mod">
          <ac:chgData name="Marco Sanches" userId="301bf0f768bc15fc" providerId="LiveId" clId="{AD1F0D63-CEEF-48F2-8198-EC5A51D66291}" dt="2020-08-19T21:26:55.182" v="1777" actId="1076"/>
          <ac:spMkLst>
            <pc:docMk/>
            <pc:sldMk cId="812971124" sldId="476"/>
            <ac:spMk id="12" creationId="{F79FA3F3-D8BB-4DAD-9A53-707A7671076C}"/>
          </ac:spMkLst>
        </pc:spChg>
        <pc:spChg chg="add mod">
          <ac:chgData name="Marco Sanches" userId="301bf0f768bc15fc" providerId="LiveId" clId="{AD1F0D63-CEEF-48F2-8198-EC5A51D66291}" dt="2020-08-20T10:40:43.533" v="2015" actId="1037"/>
          <ac:spMkLst>
            <pc:docMk/>
            <pc:sldMk cId="812971124" sldId="476"/>
            <ac:spMk id="13" creationId="{D9FB9AEB-F466-4E1E-A9DF-E2361C75A130}"/>
          </ac:spMkLst>
        </pc:spChg>
        <pc:spChg chg="del">
          <ac:chgData name="Marco Sanches" userId="301bf0f768bc15fc" providerId="LiveId" clId="{AD1F0D63-CEEF-48F2-8198-EC5A51D66291}" dt="2020-08-19T21:17:05.051" v="1540" actId="478"/>
          <ac:spMkLst>
            <pc:docMk/>
            <pc:sldMk cId="812971124" sldId="476"/>
            <ac:spMk id="14" creationId="{CCA2F204-F4C2-4BD3-AAE5-E9854ABC63CB}"/>
          </ac:spMkLst>
        </pc:spChg>
        <pc:spChg chg="add del mod">
          <ac:chgData name="Marco Sanches" userId="301bf0f768bc15fc" providerId="LiveId" clId="{AD1F0D63-CEEF-48F2-8198-EC5A51D66291}" dt="2020-08-19T21:26:52.575" v="1776" actId="1076"/>
          <ac:spMkLst>
            <pc:docMk/>
            <pc:sldMk cId="812971124" sldId="476"/>
            <ac:spMk id="23" creationId="{55E8464C-E0F7-4B04-81F1-BCF1FE454302}"/>
          </ac:spMkLst>
        </pc:spChg>
        <pc:spChg chg="del">
          <ac:chgData name="Marco Sanches" userId="301bf0f768bc15fc" providerId="LiveId" clId="{AD1F0D63-CEEF-48F2-8198-EC5A51D66291}" dt="2020-08-19T21:17:08.599" v="1542" actId="478"/>
          <ac:spMkLst>
            <pc:docMk/>
            <pc:sldMk cId="812971124" sldId="476"/>
            <ac:spMk id="25" creationId="{64F86918-CB1A-41ED-8755-85E51CD44122}"/>
          </ac:spMkLst>
        </pc:spChg>
        <pc:spChg chg="del">
          <ac:chgData name="Marco Sanches" userId="301bf0f768bc15fc" providerId="LiveId" clId="{AD1F0D63-CEEF-48F2-8198-EC5A51D66291}" dt="2020-08-19T21:17:12.452" v="1544" actId="478"/>
          <ac:spMkLst>
            <pc:docMk/>
            <pc:sldMk cId="812971124" sldId="476"/>
            <ac:spMk id="26" creationId="{7A635D59-489D-40F0-B8ED-F6EA160F0996}"/>
          </ac:spMkLst>
        </pc:spChg>
        <pc:spChg chg="add mod">
          <ac:chgData name="Marco Sanches" userId="301bf0f768bc15fc" providerId="LiveId" clId="{AD1F0D63-CEEF-48F2-8198-EC5A51D66291}" dt="2020-08-19T21:27:02.120" v="1779" actId="20577"/>
          <ac:spMkLst>
            <pc:docMk/>
            <pc:sldMk cId="812971124" sldId="476"/>
            <ac:spMk id="27" creationId="{186BF09D-41A9-45DE-85A0-A0FEFBA78FAE}"/>
          </ac:spMkLst>
        </pc:spChg>
        <pc:spChg chg="add mod">
          <ac:chgData name="Marco Sanches" userId="301bf0f768bc15fc" providerId="LiveId" clId="{AD1F0D63-CEEF-48F2-8198-EC5A51D66291}" dt="2020-08-19T21:27:09.864" v="1781" actId="20577"/>
          <ac:spMkLst>
            <pc:docMk/>
            <pc:sldMk cId="812971124" sldId="476"/>
            <ac:spMk id="28" creationId="{9FE3BD50-6164-43A4-8A4B-FA928A223A58}"/>
          </ac:spMkLst>
        </pc:spChg>
        <pc:grpChg chg="add mod">
          <ac:chgData name="Marco Sanches" userId="301bf0f768bc15fc" providerId="LiveId" clId="{AD1F0D63-CEEF-48F2-8198-EC5A51D66291}" dt="2020-08-20T10:40:18.378" v="2010" actId="164"/>
          <ac:grpSpMkLst>
            <pc:docMk/>
            <pc:sldMk cId="812971124" sldId="476"/>
            <ac:grpSpMk id="11" creationId="{F6C79497-7FD4-4244-A95C-FBE1A749573A}"/>
          </ac:grpSpMkLst>
        </pc:grpChg>
        <pc:grpChg chg="add mod">
          <ac:chgData name="Marco Sanches" userId="301bf0f768bc15fc" providerId="LiveId" clId="{AD1F0D63-CEEF-48F2-8198-EC5A51D66291}" dt="2020-08-20T10:40:18.378" v="2010" actId="164"/>
          <ac:grpSpMkLst>
            <pc:docMk/>
            <pc:sldMk cId="812971124" sldId="476"/>
            <ac:grpSpMk id="30" creationId="{DBF93649-EDB3-4C99-B7D7-24DBB58E2A6F}"/>
          </ac:grpSpMkLst>
        </pc:grpChg>
        <pc:graphicFrameChg chg="mod modGraphic">
          <ac:chgData name="Marco Sanches" userId="301bf0f768bc15fc" providerId="LiveId" clId="{AD1F0D63-CEEF-48F2-8198-EC5A51D66291}" dt="2020-08-19T21:26:06.912" v="1765" actId="1076"/>
          <ac:graphicFrameMkLst>
            <pc:docMk/>
            <pc:sldMk cId="812971124" sldId="476"/>
            <ac:graphicFrameMk id="16" creationId="{D4CBF19F-8AAB-4510-A978-23EBB1DB81E8}"/>
          </ac:graphicFrameMkLst>
        </pc:graphicFrameChg>
        <pc:picChg chg="add mod">
          <ac:chgData name="Marco Sanches" userId="301bf0f768bc15fc" providerId="LiveId" clId="{AD1F0D63-CEEF-48F2-8198-EC5A51D66291}" dt="2020-08-19T21:25:00.007" v="1730" actId="14100"/>
          <ac:picMkLst>
            <pc:docMk/>
            <pc:sldMk cId="812971124" sldId="476"/>
            <ac:picMk id="4" creationId="{43DF987C-1E30-4860-AD16-7D0C41DC8125}"/>
          </ac:picMkLst>
        </pc:picChg>
        <pc:picChg chg="add mod">
          <ac:chgData name="Marco Sanches" userId="301bf0f768bc15fc" providerId="LiveId" clId="{AD1F0D63-CEEF-48F2-8198-EC5A51D66291}" dt="2020-08-19T21:25:56.471" v="1764" actId="14100"/>
          <ac:picMkLst>
            <pc:docMk/>
            <pc:sldMk cId="812971124" sldId="476"/>
            <ac:picMk id="5" creationId="{11C8069A-432C-46C0-AEE6-8301206CBB27}"/>
          </ac:picMkLst>
        </pc:picChg>
        <pc:picChg chg="add mod">
          <ac:chgData name="Marco Sanches" userId="301bf0f768bc15fc" providerId="LiveId" clId="{AD1F0D63-CEEF-48F2-8198-EC5A51D66291}" dt="2020-08-19T21:26:09.225" v="1766" actId="1076"/>
          <ac:picMkLst>
            <pc:docMk/>
            <pc:sldMk cId="812971124" sldId="476"/>
            <ac:picMk id="7" creationId="{0A1F6A6C-5F9F-4C5D-A67D-E4E9DC8B9050}"/>
          </ac:picMkLst>
        </pc:picChg>
        <pc:picChg chg="del mod">
          <ac:chgData name="Marco Sanches" userId="301bf0f768bc15fc" providerId="LiveId" clId="{AD1F0D63-CEEF-48F2-8198-EC5A51D66291}" dt="2020-08-19T21:21:16.993" v="1575" actId="478"/>
          <ac:picMkLst>
            <pc:docMk/>
            <pc:sldMk cId="812971124" sldId="476"/>
            <ac:picMk id="15" creationId="{E26BC0EF-3877-4D46-A8CF-9AE7A8E1CC48}"/>
          </ac:picMkLst>
        </pc:picChg>
        <pc:picChg chg="del">
          <ac:chgData name="Marco Sanches" userId="301bf0f768bc15fc" providerId="LiveId" clId="{AD1F0D63-CEEF-48F2-8198-EC5A51D66291}" dt="2020-08-19T21:17:09.515" v="1543" actId="478"/>
          <ac:picMkLst>
            <pc:docMk/>
            <pc:sldMk cId="812971124" sldId="476"/>
            <ac:picMk id="18" creationId="{3C57F058-922B-4EDE-9C52-552B8839BDA8}"/>
          </ac:picMkLst>
        </pc:picChg>
        <pc:picChg chg="del mod">
          <ac:chgData name="Marco Sanches" userId="301bf0f768bc15fc" providerId="LiveId" clId="{AD1F0D63-CEEF-48F2-8198-EC5A51D66291}" dt="2020-08-19T21:21:16.147" v="1574" actId="478"/>
          <ac:picMkLst>
            <pc:docMk/>
            <pc:sldMk cId="812971124" sldId="476"/>
            <ac:picMk id="21" creationId="{045D1F31-7BCC-46A6-AE87-7BE8E15E7CA9}"/>
          </ac:picMkLst>
        </pc:picChg>
        <pc:picChg chg="add del">
          <ac:chgData name="Marco Sanches" userId="301bf0f768bc15fc" providerId="LiveId" clId="{AD1F0D63-CEEF-48F2-8198-EC5A51D66291}" dt="2020-08-19T21:20:04.038" v="1556" actId="478"/>
          <ac:picMkLst>
            <pc:docMk/>
            <pc:sldMk cId="812971124" sldId="476"/>
            <ac:picMk id="8194" creationId="{C32EE22F-C92D-4C0C-9B34-437EC28CFB98}"/>
          </ac:picMkLst>
        </pc:picChg>
      </pc:sldChg>
      <pc:sldChg chg="addSp delSp modSp add mod">
        <pc:chgData name="Marco Sanches" userId="301bf0f768bc15fc" providerId="LiveId" clId="{AD1F0D63-CEEF-48F2-8198-EC5A51D66291}" dt="2020-08-20T10:39:10.847" v="1980" actId="164"/>
        <pc:sldMkLst>
          <pc:docMk/>
          <pc:sldMk cId="621818439" sldId="477"/>
        </pc:sldMkLst>
        <pc:spChg chg="mod">
          <ac:chgData name="Marco Sanches" userId="301bf0f768bc15fc" providerId="LiveId" clId="{AD1F0D63-CEEF-48F2-8198-EC5A51D66291}" dt="2020-08-20T10:34:32.145" v="1797" actId="20577"/>
          <ac:spMkLst>
            <pc:docMk/>
            <pc:sldMk cId="621818439" sldId="477"/>
            <ac:spMk id="2" creationId="{414298B5-57DB-48CF-898B-E1CDF856070D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3" creationId="{950769E3-D593-49A9-B22E-110550AD2D19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6" creationId="{981ADB85-E5C9-456F-8106-ABBCC5E4291A}"/>
          </ac:spMkLst>
        </pc:spChg>
        <pc:spChg chg="add mod">
          <ac:chgData name="Marco Sanches" userId="301bf0f768bc15fc" providerId="LiveId" clId="{AD1F0D63-CEEF-48F2-8198-EC5A51D66291}" dt="2020-08-20T10:39:10.847" v="1980" actId="164"/>
          <ac:spMkLst>
            <pc:docMk/>
            <pc:sldMk cId="621818439" sldId="477"/>
            <ac:spMk id="8" creationId="{AA8E65DB-C1D6-4A81-BF39-39E38D8F74C3}"/>
          </ac:spMkLst>
        </pc:spChg>
        <pc:spChg chg="mod">
          <ac:chgData name="Marco Sanches" userId="301bf0f768bc15fc" providerId="LiveId" clId="{AD1F0D63-CEEF-48F2-8198-EC5A51D66291}" dt="2020-08-20T10:37:21.037" v="1939" actId="14100"/>
          <ac:spMkLst>
            <pc:docMk/>
            <pc:sldMk cId="621818439" sldId="477"/>
            <ac:spMk id="9" creationId="{9EC6D976-AEE8-4CCC-9A4C-E8E79E83D65B}"/>
          </ac:spMkLst>
        </pc:spChg>
        <pc:spChg chg="mod">
          <ac:chgData name="Marco Sanches" userId="301bf0f768bc15fc" providerId="LiveId" clId="{AD1F0D63-CEEF-48F2-8198-EC5A51D66291}" dt="2020-08-20T10:37:08.014" v="1938" actId="20577"/>
          <ac:spMkLst>
            <pc:docMk/>
            <pc:sldMk cId="621818439" sldId="477"/>
            <ac:spMk id="10" creationId="{5B58AFB0-F041-4F93-8408-2BFF6266AF5A}"/>
          </ac:spMkLst>
        </pc:spChg>
        <pc:spChg chg="del">
          <ac:chgData name="Marco Sanches" userId="301bf0f768bc15fc" providerId="LiveId" clId="{AD1F0D63-CEEF-48F2-8198-EC5A51D66291}" dt="2020-08-20T10:34:37.804" v="1800" actId="478"/>
          <ac:spMkLst>
            <pc:docMk/>
            <pc:sldMk cId="621818439" sldId="477"/>
            <ac:spMk id="12" creationId="{F79FA3F3-D8BB-4DAD-9A53-707A7671076C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18" creationId="{8AA6E2F3-9BC8-4BCB-89E2-4A9FEE310388}"/>
          </ac:spMkLst>
        </pc:spChg>
        <pc:spChg chg="del">
          <ac:chgData name="Marco Sanches" userId="301bf0f768bc15fc" providerId="LiveId" clId="{AD1F0D63-CEEF-48F2-8198-EC5A51D66291}" dt="2020-08-20T10:34:37.222" v="1799" actId="478"/>
          <ac:spMkLst>
            <pc:docMk/>
            <pc:sldMk cId="621818439" sldId="477"/>
            <ac:spMk id="23" creationId="{55E8464C-E0F7-4B04-81F1-BCF1FE454302}"/>
          </ac:spMkLst>
        </pc:spChg>
        <pc:spChg chg="del">
          <ac:chgData name="Marco Sanches" userId="301bf0f768bc15fc" providerId="LiveId" clId="{AD1F0D63-CEEF-48F2-8198-EC5A51D66291}" dt="2020-08-20T10:34:39.442" v="1802" actId="478"/>
          <ac:spMkLst>
            <pc:docMk/>
            <pc:sldMk cId="621818439" sldId="477"/>
            <ac:spMk id="27" creationId="{186BF09D-41A9-45DE-85A0-A0FEFBA78FAE}"/>
          </ac:spMkLst>
        </pc:spChg>
        <pc:spChg chg="del">
          <ac:chgData name="Marco Sanches" userId="301bf0f768bc15fc" providerId="LiveId" clId="{AD1F0D63-CEEF-48F2-8198-EC5A51D66291}" dt="2020-08-20T10:34:48.259" v="1805" actId="478"/>
          <ac:spMkLst>
            <pc:docMk/>
            <pc:sldMk cId="621818439" sldId="477"/>
            <ac:spMk id="28" creationId="{9FE3BD50-6164-43A4-8A4B-FA928A223A58}"/>
          </ac:spMkLst>
        </pc:spChg>
        <pc:grpChg chg="mod">
          <ac:chgData name="Marco Sanches" userId="301bf0f768bc15fc" providerId="LiveId" clId="{AD1F0D63-CEEF-48F2-8198-EC5A51D66291}" dt="2020-08-20T10:39:10.847" v="1980" actId="164"/>
          <ac:grpSpMkLst>
            <pc:docMk/>
            <pc:sldMk cId="621818439" sldId="477"/>
            <ac:grpSpMk id="11" creationId="{F6C79497-7FD4-4244-A95C-FBE1A749573A}"/>
          </ac:grpSpMkLst>
        </pc:grpChg>
        <pc:grpChg chg="add mod">
          <ac:chgData name="Marco Sanches" userId="301bf0f768bc15fc" providerId="LiveId" clId="{AD1F0D63-CEEF-48F2-8198-EC5A51D66291}" dt="2020-08-20T10:39:10.847" v="1980" actId="164"/>
          <ac:grpSpMkLst>
            <pc:docMk/>
            <pc:sldMk cId="621818439" sldId="477"/>
            <ac:grpSpMk id="13" creationId="{A7C9C7F6-E93D-45A1-B33E-77A735BFA973}"/>
          </ac:grpSpMkLst>
        </pc:grpChg>
        <pc:graphicFrameChg chg="mod modGraphic">
          <ac:chgData name="Marco Sanches" userId="301bf0f768bc15fc" providerId="LiveId" clId="{AD1F0D63-CEEF-48F2-8198-EC5A51D66291}" dt="2020-08-20T10:37:47.554" v="1958" actId="1035"/>
          <ac:graphicFrameMkLst>
            <pc:docMk/>
            <pc:sldMk cId="621818439" sldId="477"/>
            <ac:graphicFrameMk id="16" creationId="{D4CBF19F-8AAB-4510-A978-23EBB1DB81E8}"/>
          </ac:graphicFrameMkLst>
        </pc:graphicFrameChg>
        <pc:picChg chg="del">
          <ac:chgData name="Marco Sanches" userId="301bf0f768bc15fc" providerId="LiveId" clId="{AD1F0D63-CEEF-48F2-8198-EC5A51D66291}" dt="2020-08-20T10:34:35.767" v="1798" actId="478"/>
          <ac:picMkLst>
            <pc:docMk/>
            <pc:sldMk cId="621818439" sldId="477"/>
            <ac:picMk id="4" creationId="{43DF987C-1E30-4860-AD16-7D0C41DC8125}"/>
          </ac:picMkLst>
        </pc:picChg>
        <pc:picChg chg="del">
          <ac:chgData name="Marco Sanches" userId="301bf0f768bc15fc" providerId="LiveId" clId="{AD1F0D63-CEEF-48F2-8198-EC5A51D66291}" dt="2020-08-20T10:34:38.671" v="1801" actId="478"/>
          <ac:picMkLst>
            <pc:docMk/>
            <pc:sldMk cId="621818439" sldId="477"/>
            <ac:picMk id="5" creationId="{11C8069A-432C-46C0-AEE6-8301206CBB27}"/>
          </ac:picMkLst>
        </pc:picChg>
        <pc:picChg chg="del">
          <ac:chgData name="Marco Sanches" userId="301bf0f768bc15fc" providerId="LiveId" clId="{AD1F0D63-CEEF-48F2-8198-EC5A51D66291}" dt="2020-08-20T10:34:47.010" v="1804" actId="478"/>
          <ac:picMkLst>
            <pc:docMk/>
            <pc:sldMk cId="621818439" sldId="477"/>
            <ac:picMk id="7" creationId="{0A1F6A6C-5F9F-4C5D-A67D-E4E9DC8B9050}"/>
          </ac:picMkLst>
        </pc:picChg>
      </pc:sldChg>
      <pc:sldChg chg="addSp delSp modSp add mod">
        <pc:chgData name="Marco Sanches" userId="301bf0f768bc15fc" providerId="LiveId" clId="{AD1F0D63-CEEF-48F2-8198-EC5A51D66291}" dt="2020-08-20T10:45:42.352" v="2092" actId="196"/>
        <pc:sldMkLst>
          <pc:docMk/>
          <pc:sldMk cId="1478214926" sldId="478"/>
        </pc:sldMkLst>
        <pc:spChg chg="mod">
          <ac:chgData name="Marco Sanches" userId="301bf0f768bc15fc" providerId="LiveId" clId="{AD1F0D63-CEEF-48F2-8198-EC5A51D66291}" dt="2020-08-20T10:41:06.121" v="2038" actId="20577"/>
          <ac:spMkLst>
            <pc:docMk/>
            <pc:sldMk cId="1478214926" sldId="478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0:41:13.361" v="2042" actId="478"/>
          <ac:spMkLst>
            <pc:docMk/>
            <pc:sldMk cId="1478214926" sldId="478"/>
            <ac:spMk id="3" creationId="{950769E3-D593-49A9-B22E-110550AD2D19}"/>
          </ac:spMkLst>
        </pc:spChg>
        <pc:spChg chg="del">
          <ac:chgData name="Marco Sanches" userId="301bf0f768bc15fc" providerId="LiveId" clId="{AD1F0D63-CEEF-48F2-8198-EC5A51D66291}" dt="2020-08-20T10:41:15.297" v="2043" actId="478"/>
          <ac:spMkLst>
            <pc:docMk/>
            <pc:sldMk cId="1478214926" sldId="478"/>
            <ac:spMk id="6" creationId="{981ADB85-E5C9-456F-8106-ABBCC5E4291A}"/>
          </ac:spMkLst>
        </pc:spChg>
        <pc:spChg chg="add mod">
          <ac:chgData name="Marco Sanches" userId="301bf0f768bc15fc" providerId="LiveId" clId="{AD1F0D63-CEEF-48F2-8198-EC5A51D66291}" dt="2020-08-20T10:42:00.136" v="2059" actId="123"/>
          <ac:spMkLst>
            <pc:docMk/>
            <pc:sldMk cId="1478214926" sldId="478"/>
            <ac:spMk id="12" creationId="{A935A9B7-A184-4CB7-BC32-C6668E19F1E6}"/>
          </ac:spMkLst>
        </pc:spChg>
        <pc:spChg chg="add mod">
          <ac:chgData name="Marco Sanches" userId="301bf0f768bc15fc" providerId="LiveId" clId="{AD1F0D63-CEEF-48F2-8198-EC5A51D66291}" dt="2020-08-20T10:43:21.722" v="2077" actId="1076"/>
          <ac:spMkLst>
            <pc:docMk/>
            <pc:sldMk cId="1478214926" sldId="478"/>
            <ac:spMk id="17" creationId="{1E65340B-07C1-42E1-919F-CD068BF0D110}"/>
          </ac:spMkLst>
        </pc:spChg>
        <pc:spChg chg="del">
          <ac:chgData name="Marco Sanches" userId="301bf0f768bc15fc" providerId="LiveId" clId="{AD1F0D63-CEEF-48F2-8198-EC5A51D66291}" dt="2020-08-20T10:41:12.200" v="2041" actId="478"/>
          <ac:spMkLst>
            <pc:docMk/>
            <pc:sldMk cId="1478214926" sldId="478"/>
            <ac:spMk id="18" creationId="{8AA6E2F3-9BC8-4BCB-89E2-4A9FEE310388}"/>
          </ac:spMkLst>
        </pc:spChg>
        <pc:spChg chg="add mod">
          <ac:chgData name="Marco Sanches" userId="301bf0f768bc15fc" providerId="LiveId" clId="{AD1F0D63-CEEF-48F2-8198-EC5A51D66291}" dt="2020-08-20T10:44:33.522" v="2081" actId="1076"/>
          <ac:spMkLst>
            <pc:docMk/>
            <pc:sldMk cId="1478214926" sldId="478"/>
            <ac:spMk id="19" creationId="{C91D6DD9-D395-4336-A6CD-9F8EF9DB6488}"/>
          </ac:spMkLst>
        </pc:spChg>
        <pc:grpChg chg="del">
          <ac:chgData name="Marco Sanches" userId="301bf0f768bc15fc" providerId="LiveId" clId="{AD1F0D63-CEEF-48F2-8198-EC5A51D66291}" dt="2020-08-20T10:41:10.964" v="2040" actId="478"/>
          <ac:grpSpMkLst>
            <pc:docMk/>
            <pc:sldMk cId="1478214926" sldId="478"/>
            <ac:grpSpMk id="13" creationId="{A7C9C7F6-E93D-45A1-B33E-77A735BFA973}"/>
          </ac:grpSpMkLst>
        </pc:grpChg>
        <pc:graphicFrameChg chg="del">
          <ac:chgData name="Marco Sanches" userId="301bf0f768bc15fc" providerId="LiveId" clId="{AD1F0D63-CEEF-48F2-8198-EC5A51D66291}" dt="2020-08-20T10:41:09.908" v="2039" actId="478"/>
          <ac:graphicFrameMkLst>
            <pc:docMk/>
            <pc:sldMk cId="1478214926" sldId="478"/>
            <ac:graphicFrameMk id="16" creationId="{D4CBF19F-8AAB-4510-A978-23EBB1DB81E8}"/>
          </ac:graphicFrameMkLst>
        </pc:graphicFrameChg>
        <pc:graphicFrameChg chg="add mod modGraphic">
          <ac:chgData name="Marco Sanches" userId="301bf0f768bc15fc" providerId="LiveId" clId="{AD1F0D63-CEEF-48F2-8198-EC5A51D66291}" dt="2020-08-20T10:42:29.092" v="2069" actId="1076"/>
          <ac:graphicFrameMkLst>
            <pc:docMk/>
            <pc:sldMk cId="1478214926" sldId="478"/>
            <ac:graphicFrameMk id="20" creationId="{8A0CE455-84E4-49D3-8385-F8C5ADBDB5C5}"/>
          </ac:graphicFrameMkLst>
        </pc:graphicFrameChg>
        <pc:picChg chg="add mod">
          <ac:chgData name="Marco Sanches" userId="301bf0f768bc15fc" providerId="LiveId" clId="{AD1F0D63-CEEF-48F2-8198-EC5A51D66291}" dt="2020-08-20T10:45:35.276" v="2090" actId="1076"/>
          <ac:picMkLst>
            <pc:docMk/>
            <pc:sldMk cId="1478214926" sldId="478"/>
            <ac:picMk id="4" creationId="{639713EC-A8F5-40E9-90D9-6967BDAF102F}"/>
          </ac:picMkLst>
        </pc:picChg>
        <pc:picChg chg="add del mod">
          <ac:chgData name="Marco Sanches" userId="301bf0f768bc15fc" providerId="LiveId" clId="{AD1F0D63-CEEF-48F2-8198-EC5A51D66291}" dt="2020-08-20T10:42:13.011" v="2063" actId="478"/>
          <ac:picMkLst>
            <pc:docMk/>
            <pc:sldMk cId="1478214926" sldId="478"/>
            <ac:picMk id="14" creationId="{E04A2158-644E-44EC-A436-725A9AA2EBEF}"/>
          </ac:picMkLst>
        </pc:picChg>
        <pc:picChg chg="add del mod">
          <ac:chgData name="Marco Sanches" userId="301bf0f768bc15fc" providerId="LiveId" clId="{AD1F0D63-CEEF-48F2-8198-EC5A51D66291}" dt="2020-08-20T10:42:12.015" v="2062" actId="478"/>
          <ac:picMkLst>
            <pc:docMk/>
            <pc:sldMk cId="1478214926" sldId="478"/>
            <ac:picMk id="15" creationId="{7D2B0923-6B74-44F3-ACDF-3C3FF9AADAB4}"/>
          </ac:picMkLst>
        </pc:picChg>
        <pc:picChg chg="add mod">
          <ac:chgData name="Marco Sanches" userId="301bf0f768bc15fc" providerId="LiveId" clId="{AD1F0D63-CEEF-48F2-8198-EC5A51D66291}" dt="2020-08-20T10:45:42.352" v="2092" actId="196"/>
          <ac:picMkLst>
            <pc:docMk/>
            <pc:sldMk cId="1478214926" sldId="478"/>
            <ac:picMk id="24" creationId="{7358B0A1-110D-438F-8EC3-58069596A323}"/>
          </ac:picMkLst>
        </pc:picChg>
        <pc:picChg chg="add mod">
          <ac:chgData name="Marco Sanches" userId="301bf0f768bc15fc" providerId="LiveId" clId="{AD1F0D63-CEEF-48F2-8198-EC5A51D66291}" dt="2020-08-20T10:45:10.566" v="2085" actId="1076"/>
          <ac:picMkLst>
            <pc:docMk/>
            <pc:sldMk cId="1478214926" sldId="478"/>
            <ac:picMk id="9218" creationId="{3991C1FA-F538-4115-B182-F6EA4257838E}"/>
          </ac:picMkLst>
        </pc:picChg>
        <pc:picChg chg="add mod">
          <ac:chgData name="Marco Sanches" userId="301bf0f768bc15fc" providerId="LiveId" clId="{AD1F0D63-CEEF-48F2-8198-EC5A51D66291}" dt="2020-08-20T10:45:18.194" v="2088" actId="1076"/>
          <ac:picMkLst>
            <pc:docMk/>
            <pc:sldMk cId="1478214926" sldId="478"/>
            <ac:picMk id="9220" creationId="{B814500A-44C9-4D03-A688-03E2F8E71DB6}"/>
          </ac:picMkLst>
        </pc:picChg>
        <pc:cxnChg chg="add del mod">
          <ac:chgData name="Marco Sanches" userId="301bf0f768bc15fc" providerId="LiveId" clId="{AD1F0D63-CEEF-48F2-8198-EC5A51D66291}" dt="2020-08-20T10:42:16.259" v="2066" actId="478"/>
          <ac:cxnSpMkLst>
            <pc:docMk/>
            <pc:sldMk cId="1478214926" sldId="478"/>
            <ac:cxnSpMk id="21" creationId="{1120B9ED-E4D1-4878-A06E-B129B2F1ADE8}"/>
          </ac:cxnSpMkLst>
        </pc:cxnChg>
        <pc:cxnChg chg="add del mod">
          <ac:chgData name="Marco Sanches" userId="301bf0f768bc15fc" providerId="LiveId" clId="{AD1F0D63-CEEF-48F2-8198-EC5A51D66291}" dt="2020-08-20T10:42:14.794" v="2065" actId="478"/>
          <ac:cxnSpMkLst>
            <pc:docMk/>
            <pc:sldMk cId="1478214926" sldId="478"/>
            <ac:cxnSpMk id="22" creationId="{4CF1BE32-B957-4F5B-A369-C9749A2A334E}"/>
          </ac:cxnSpMkLst>
        </pc:cxnChg>
      </pc:sldChg>
      <pc:sldChg chg="addSp delSp modSp add mod">
        <pc:chgData name="Marco Sanches" userId="301bf0f768bc15fc" providerId="LiveId" clId="{AD1F0D63-CEEF-48F2-8198-EC5A51D66291}" dt="2020-08-20T11:00:42.115" v="2284" actId="14100"/>
        <pc:sldMkLst>
          <pc:docMk/>
          <pc:sldMk cId="5044342" sldId="479"/>
        </pc:sldMkLst>
        <pc:spChg chg="add del mod">
          <ac:chgData name="Marco Sanches" userId="301bf0f768bc15fc" providerId="LiveId" clId="{AD1F0D63-CEEF-48F2-8198-EC5A51D66291}" dt="2020-08-20T10:55:10.894" v="2215" actId="478"/>
          <ac:spMkLst>
            <pc:docMk/>
            <pc:sldMk cId="5044342" sldId="479"/>
            <ac:spMk id="10" creationId="{2914439A-547A-4FE2-AF5B-7BEC4958B2AD}"/>
          </ac:spMkLst>
        </pc:spChg>
        <pc:spChg chg="del">
          <ac:chgData name="Marco Sanches" userId="301bf0f768bc15fc" providerId="LiveId" clId="{AD1F0D63-CEEF-48F2-8198-EC5A51D66291}" dt="2020-08-20T10:46:27.186" v="2101" actId="478"/>
          <ac:spMkLst>
            <pc:docMk/>
            <pc:sldMk cId="5044342" sldId="479"/>
            <ac:spMk id="12" creationId="{A935A9B7-A184-4CB7-BC32-C6668E19F1E6}"/>
          </ac:spMkLst>
        </pc:spChg>
        <pc:spChg chg="add mod ord">
          <ac:chgData name="Marco Sanches" userId="301bf0f768bc15fc" providerId="LiveId" clId="{AD1F0D63-CEEF-48F2-8198-EC5A51D66291}" dt="2020-08-20T11:00:16.612" v="2278" actId="115"/>
          <ac:spMkLst>
            <pc:docMk/>
            <pc:sldMk cId="5044342" sldId="479"/>
            <ac:spMk id="13" creationId="{72722C74-EDAF-497B-A720-49942A8EB651}"/>
          </ac:spMkLst>
        </pc:spChg>
        <pc:spChg chg="add mod ord">
          <ac:chgData name="Marco Sanches" userId="301bf0f768bc15fc" providerId="LiveId" clId="{AD1F0D63-CEEF-48F2-8198-EC5A51D66291}" dt="2020-08-20T11:00:04.332" v="2274"/>
          <ac:spMkLst>
            <pc:docMk/>
            <pc:sldMk cId="5044342" sldId="479"/>
            <ac:spMk id="14" creationId="{278BCA7F-F285-476E-9E9E-F41A048824AA}"/>
          </ac:spMkLst>
        </pc:spChg>
        <pc:spChg chg="add del mod">
          <ac:chgData name="Marco Sanches" userId="301bf0f768bc15fc" providerId="LiveId" clId="{AD1F0D63-CEEF-48F2-8198-EC5A51D66291}" dt="2020-08-20T10:48:02.879" v="2128" actId="478"/>
          <ac:spMkLst>
            <pc:docMk/>
            <pc:sldMk cId="5044342" sldId="479"/>
            <ac:spMk id="16" creationId="{F46E9A49-C80B-46E1-9CA3-72C47959F644}"/>
          </ac:spMkLst>
        </pc:spChg>
        <pc:spChg chg="del">
          <ac:chgData name="Marco Sanches" userId="301bf0f768bc15fc" providerId="LiveId" clId="{AD1F0D63-CEEF-48F2-8198-EC5A51D66291}" dt="2020-08-20T10:46:25.545" v="2100" actId="478"/>
          <ac:spMkLst>
            <pc:docMk/>
            <pc:sldMk cId="5044342" sldId="479"/>
            <ac:spMk id="17" creationId="{1E65340B-07C1-42E1-919F-CD068BF0D110}"/>
          </ac:spMkLst>
        </pc:spChg>
        <pc:spChg chg="add del mod">
          <ac:chgData name="Marco Sanches" userId="301bf0f768bc15fc" providerId="LiveId" clId="{AD1F0D63-CEEF-48F2-8198-EC5A51D66291}" dt="2020-08-20T10:48:03.974" v="2129" actId="478"/>
          <ac:spMkLst>
            <pc:docMk/>
            <pc:sldMk cId="5044342" sldId="479"/>
            <ac:spMk id="18" creationId="{56547BA4-06B6-4AC7-8AA0-85FD369E436D}"/>
          </ac:spMkLst>
        </pc:spChg>
        <pc:spChg chg="del">
          <ac:chgData name="Marco Sanches" userId="301bf0f768bc15fc" providerId="LiveId" clId="{AD1F0D63-CEEF-48F2-8198-EC5A51D66291}" dt="2020-08-20T10:46:21.068" v="2095" actId="478"/>
          <ac:spMkLst>
            <pc:docMk/>
            <pc:sldMk cId="5044342" sldId="479"/>
            <ac:spMk id="19" creationId="{C91D6DD9-D395-4336-A6CD-9F8EF9DB6488}"/>
          </ac:spMkLst>
        </pc:spChg>
        <pc:spChg chg="add del mod">
          <ac:chgData name="Marco Sanches" userId="301bf0f768bc15fc" providerId="LiveId" clId="{AD1F0D63-CEEF-48F2-8198-EC5A51D66291}" dt="2020-08-20T10:47:45.409" v="2120" actId="478"/>
          <ac:spMkLst>
            <pc:docMk/>
            <pc:sldMk cId="5044342" sldId="479"/>
            <ac:spMk id="21" creationId="{E0B8FAB4-F058-4EE2-BEDA-B86530B4C504}"/>
          </ac:spMkLst>
        </pc:spChg>
        <pc:spChg chg="add mod ord">
          <ac:chgData name="Marco Sanches" userId="301bf0f768bc15fc" providerId="LiveId" clId="{AD1F0D63-CEEF-48F2-8198-EC5A51D66291}" dt="2020-08-20T11:00:11.649" v="2276" actId="115"/>
          <ac:spMkLst>
            <pc:docMk/>
            <pc:sldMk cId="5044342" sldId="479"/>
            <ac:spMk id="22" creationId="{E80E51CE-F464-4C40-9A50-7FED3F2CF7A1}"/>
          </ac:spMkLst>
        </pc:spChg>
        <pc:grpChg chg="add mod">
          <ac:chgData name="Marco Sanches" userId="301bf0f768bc15fc" providerId="LiveId" clId="{AD1F0D63-CEEF-48F2-8198-EC5A51D66291}" dt="2020-08-20T10:59:23.982" v="2257" actId="1076"/>
          <ac:grpSpMkLst>
            <pc:docMk/>
            <pc:sldMk cId="5044342" sldId="479"/>
            <ac:grpSpMk id="9217" creationId="{8AFF2F68-451D-45A1-B9AF-141D0FD20CE9}"/>
          </ac:grpSpMkLst>
        </pc:grpChg>
        <pc:graphicFrameChg chg="del">
          <ac:chgData name="Marco Sanches" userId="301bf0f768bc15fc" providerId="LiveId" clId="{AD1F0D63-CEEF-48F2-8198-EC5A51D66291}" dt="2020-08-20T10:46:22.890" v="2097" actId="478"/>
          <ac:graphicFrameMkLst>
            <pc:docMk/>
            <pc:sldMk cId="5044342" sldId="479"/>
            <ac:graphicFrameMk id="20" creationId="{8A0CE455-84E4-49D3-8385-F8C5ADBDB5C5}"/>
          </ac:graphicFrameMkLst>
        </pc:graphicFrameChg>
        <pc:picChg chg="add mod">
          <ac:chgData name="Marco Sanches" userId="301bf0f768bc15fc" providerId="LiveId" clId="{AD1F0D63-CEEF-48F2-8198-EC5A51D66291}" dt="2020-08-20T11:00:37.568" v="2282" actId="1076"/>
          <ac:picMkLst>
            <pc:docMk/>
            <pc:sldMk cId="5044342" sldId="479"/>
            <ac:picMk id="3" creationId="{B23A3240-354B-49CB-891D-608B152E8941}"/>
          </ac:picMkLst>
        </pc:picChg>
        <pc:picChg chg="del">
          <ac:chgData name="Marco Sanches" userId="301bf0f768bc15fc" providerId="LiveId" clId="{AD1F0D63-CEEF-48F2-8198-EC5A51D66291}" dt="2020-08-20T10:46:23.812" v="2098" actId="478"/>
          <ac:picMkLst>
            <pc:docMk/>
            <pc:sldMk cId="5044342" sldId="479"/>
            <ac:picMk id="4" creationId="{639713EC-A8F5-40E9-90D9-6967BDAF102F}"/>
          </ac:picMkLst>
        </pc:picChg>
        <pc:picChg chg="add mod ord">
          <ac:chgData name="Marco Sanches" userId="301bf0f768bc15fc" providerId="LiveId" clId="{AD1F0D63-CEEF-48F2-8198-EC5A51D66291}" dt="2020-08-20T10:58:36.797" v="2246" actId="14100"/>
          <ac:picMkLst>
            <pc:docMk/>
            <pc:sldMk cId="5044342" sldId="479"/>
            <ac:picMk id="8" creationId="{A016ACB9-10CC-488C-B65A-568356191576}"/>
          </ac:picMkLst>
        </pc:picChg>
        <pc:picChg chg="add mod">
          <ac:chgData name="Marco Sanches" userId="301bf0f768bc15fc" providerId="LiveId" clId="{AD1F0D63-CEEF-48F2-8198-EC5A51D66291}" dt="2020-08-20T10:58:40.973" v="2248" actId="14100"/>
          <ac:picMkLst>
            <pc:docMk/>
            <pc:sldMk cId="5044342" sldId="479"/>
            <ac:picMk id="9" creationId="{9C401574-6C3A-48B3-B0E3-3A56A8408F21}"/>
          </ac:picMkLst>
        </pc:picChg>
        <pc:picChg chg="add mod">
          <ac:chgData name="Marco Sanches" userId="301bf0f768bc15fc" providerId="LiveId" clId="{AD1F0D63-CEEF-48F2-8198-EC5A51D66291}" dt="2020-08-20T10:49:36.308" v="2149" actId="1076"/>
          <ac:picMkLst>
            <pc:docMk/>
            <pc:sldMk cId="5044342" sldId="479"/>
            <ac:picMk id="11" creationId="{2796B8F9-75B8-4F51-A9B5-5C659FBCC2AB}"/>
          </ac:picMkLst>
        </pc:picChg>
        <pc:picChg chg="del">
          <ac:chgData name="Marco Sanches" userId="301bf0f768bc15fc" providerId="LiveId" clId="{AD1F0D63-CEEF-48F2-8198-EC5A51D66291}" dt="2020-08-20T10:46:21.688" v="2096" actId="478"/>
          <ac:picMkLst>
            <pc:docMk/>
            <pc:sldMk cId="5044342" sldId="479"/>
            <ac:picMk id="24" creationId="{7358B0A1-110D-438F-8EC3-58069596A323}"/>
          </ac:picMkLst>
        </pc:picChg>
        <pc:picChg chg="add del mod ord">
          <ac:chgData name="Marco Sanches" userId="301bf0f768bc15fc" providerId="LiveId" clId="{AD1F0D63-CEEF-48F2-8198-EC5A51D66291}" dt="2020-08-20T10:57:18.200" v="2225" actId="478"/>
          <ac:picMkLst>
            <pc:docMk/>
            <pc:sldMk cId="5044342" sldId="479"/>
            <ac:picMk id="27" creationId="{55482FE7-8B16-4EAA-A0C3-2C3BBEB08390}"/>
          </ac:picMkLst>
        </pc:picChg>
        <pc:picChg chg="add del mod">
          <ac:chgData name="Marco Sanches" userId="301bf0f768bc15fc" providerId="LiveId" clId="{AD1F0D63-CEEF-48F2-8198-EC5A51D66291}" dt="2020-08-20T10:50:47.405" v="2165" actId="478"/>
          <ac:picMkLst>
            <pc:docMk/>
            <pc:sldMk cId="5044342" sldId="479"/>
            <ac:picMk id="28" creationId="{14662CCB-F05A-4402-8582-B28BA088C17A}"/>
          </ac:picMkLst>
        </pc:picChg>
        <pc:picChg chg="add del mod">
          <ac:chgData name="Marco Sanches" userId="301bf0f768bc15fc" providerId="LiveId" clId="{AD1F0D63-CEEF-48F2-8198-EC5A51D66291}" dt="2020-08-20T10:52:22.270" v="2188" actId="478"/>
          <ac:picMkLst>
            <pc:docMk/>
            <pc:sldMk cId="5044342" sldId="479"/>
            <ac:picMk id="29" creationId="{EBEA1A31-966C-4EE3-9ACF-910D08E18C67}"/>
          </ac:picMkLst>
        </pc:picChg>
        <pc:picChg chg="add mod">
          <ac:chgData name="Marco Sanches" userId="301bf0f768bc15fc" providerId="LiveId" clId="{AD1F0D63-CEEF-48F2-8198-EC5A51D66291}" dt="2020-08-20T11:00:42.115" v="2284" actId="14100"/>
          <ac:picMkLst>
            <pc:docMk/>
            <pc:sldMk cId="5044342" sldId="479"/>
            <ac:picMk id="30" creationId="{84947FED-3FDA-48EB-8624-DF8DDC713573}"/>
          </ac:picMkLst>
        </pc:picChg>
        <pc:picChg chg="add mod">
          <ac:chgData name="Marco Sanches" userId="301bf0f768bc15fc" providerId="LiveId" clId="{AD1F0D63-CEEF-48F2-8198-EC5A51D66291}" dt="2020-08-20T10:53:16.578" v="2201" actId="14100"/>
          <ac:picMkLst>
            <pc:docMk/>
            <pc:sldMk cId="5044342" sldId="479"/>
            <ac:picMk id="31" creationId="{941A3B95-3AB9-45DA-B074-A8E63C2CEACF}"/>
          </ac:picMkLst>
        </pc:picChg>
        <pc:picChg chg="add mod">
          <ac:chgData name="Marco Sanches" userId="301bf0f768bc15fc" providerId="LiveId" clId="{AD1F0D63-CEEF-48F2-8198-EC5A51D66291}" dt="2020-08-20T10:58:26.939" v="2244" actId="1076"/>
          <ac:picMkLst>
            <pc:docMk/>
            <pc:sldMk cId="5044342" sldId="479"/>
            <ac:picMk id="35" creationId="{F4F94222-1633-475F-B009-D73B201883C9}"/>
          </ac:picMkLst>
        </pc:picChg>
        <pc:picChg chg="add mod">
          <ac:chgData name="Marco Sanches" userId="301bf0f768bc15fc" providerId="LiveId" clId="{AD1F0D63-CEEF-48F2-8198-EC5A51D66291}" dt="2020-08-20T10:59:19.187" v="2256" actId="164"/>
          <ac:picMkLst>
            <pc:docMk/>
            <pc:sldMk cId="5044342" sldId="479"/>
            <ac:picMk id="36" creationId="{DF2CF901-DB31-4A6C-A1EF-C644CAD97C7B}"/>
          </ac:picMkLst>
        </pc:picChg>
        <pc:picChg chg="add mod">
          <ac:chgData name="Marco Sanches" userId="301bf0f768bc15fc" providerId="LiveId" clId="{AD1F0D63-CEEF-48F2-8198-EC5A51D66291}" dt="2020-08-20T10:58:04.478" v="2239" actId="14100"/>
          <ac:picMkLst>
            <pc:docMk/>
            <pc:sldMk cId="5044342" sldId="479"/>
            <ac:picMk id="9216" creationId="{52C267CE-B279-4584-ABD9-4FD244647FC2}"/>
          </ac:picMkLst>
        </pc:picChg>
        <pc:picChg chg="del">
          <ac:chgData name="Marco Sanches" userId="301bf0f768bc15fc" providerId="LiveId" clId="{AD1F0D63-CEEF-48F2-8198-EC5A51D66291}" dt="2020-08-20T10:46:24.563" v="2099" actId="478"/>
          <ac:picMkLst>
            <pc:docMk/>
            <pc:sldMk cId="5044342" sldId="479"/>
            <ac:picMk id="9218" creationId="{3991C1FA-F538-4115-B182-F6EA4257838E}"/>
          </ac:picMkLst>
        </pc:picChg>
        <pc:picChg chg="del">
          <ac:chgData name="Marco Sanches" userId="301bf0f768bc15fc" providerId="LiveId" clId="{AD1F0D63-CEEF-48F2-8198-EC5A51D66291}" dt="2020-08-20T10:46:19.996" v="2094" actId="478"/>
          <ac:picMkLst>
            <pc:docMk/>
            <pc:sldMk cId="5044342" sldId="479"/>
            <ac:picMk id="9220" creationId="{B814500A-44C9-4D03-A688-03E2F8E71DB6}"/>
          </ac:picMkLst>
        </pc:picChg>
        <pc:cxnChg chg="add del mod">
          <ac:chgData name="Marco Sanches" userId="301bf0f768bc15fc" providerId="LiveId" clId="{AD1F0D63-CEEF-48F2-8198-EC5A51D66291}" dt="2020-08-20T10:47:42.352" v="2119" actId="478"/>
          <ac:cxnSpMkLst>
            <pc:docMk/>
            <pc:sldMk cId="5044342" sldId="479"/>
            <ac:cxnSpMk id="15" creationId="{EE5186D5-8CE0-4157-8B82-5EAE5706AD24}"/>
          </ac:cxnSpMkLst>
        </pc:cxnChg>
      </pc:sldChg>
      <pc:sldChg chg="addSp delSp modSp add mod">
        <pc:chgData name="Marco Sanches" userId="301bf0f768bc15fc" providerId="LiveId" clId="{AD1F0D63-CEEF-48F2-8198-EC5A51D66291}" dt="2020-08-20T11:09:22.096" v="2436" actId="1076"/>
        <pc:sldMkLst>
          <pc:docMk/>
          <pc:sldMk cId="2823691288" sldId="480"/>
        </pc:sldMkLst>
        <pc:spChg chg="add mod">
          <ac:chgData name="Marco Sanches" userId="301bf0f768bc15fc" providerId="LiveId" clId="{AD1F0D63-CEEF-48F2-8198-EC5A51D66291}" dt="2020-08-20T11:09:22.096" v="2436" actId="1076"/>
          <ac:spMkLst>
            <pc:docMk/>
            <pc:sldMk cId="2823691288" sldId="480"/>
            <ac:spMk id="3" creationId="{A2DF87C8-4709-4D85-8223-6C9624DA3A60}"/>
          </ac:spMkLst>
        </pc:spChg>
        <pc:spChg chg="add mod">
          <ac:chgData name="Marco Sanches" userId="301bf0f768bc15fc" providerId="LiveId" clId="{AD1F0D63-CEEF-48F2-8198-EC5A51D66291}" dt="2020-08-20T11:09:00.310" v="2430" actId="14100"/>
          <ac:spMkLst>
            <pc:docMk/>
            <pc:sldMk cId="2823691288" sldId="480"/>
            <ac:spMk id="5" creationId="{2258B843-1EAB-44E8-ABDD-45FEF41E4974}"/>
          </ac:spMkLst>
        </pc:spChg>
        <pc:spChg chg="add mod">
          <ac:chgData name="Marco Sanches" userId="301bf0f768bc15fc" providerId="LiveId" clId="{AD1F0D63-CEEF-48F2-8198-EC5A51D66291}" dt="2020-08-20T11:08:57.223" v="2429" actId="14100"/>
          <ac:spMkLst>
            <pc:docMk/>
            <pc:sldMk cId="2823691288" sldId="480"/>
            <ac:spMk id="6" creationId="{EA55402B-47F4-4227-829A-505A3E623E63}"/>
          </ac:spMkLst>
        </pc:spChg>
        <pc:spChg chg="add mod">
          <ac:chgData name="Marco Sanches" userId="301bf0f768bc15fc" providerId="LiveId" clId="{AD1F0D63-CEEF-48F2-8198-EC5A51D66291}" dt="2020-08-20T11:08:52.461" v="2428" actId="14100"/>
          <ac:spMkLst>
            <pc:docMk/>
            <pc:sldMk cId="2823691288" sldId="480"/>
            <ac:spMk id="7" creationId="{BE41DC1C-DFB5-4C5A-A9F8-EE8D3BB477DA}"/>
          </ac:spMkLst>
        </pc:spChg>
        <pc:spChg chg="add mod">
          <ac:chgData name="Marco Sanches" userId="301bf0f768bc15fc" providerId="LiveId" clId="{AD1F0D63-CEEF-48F2-8198-EC5A51D66291}" dt="2020-08-20T11:09:16.417" v="2435" actId="14100"/>
          <ac:spMkLst>
            <pc:docMk/>
            <pc:sldMk cId="2823691288" sldId="480"/>
            <ac:spMk id="10" creationId="{50721955-9889-468A-9AC3-387D52BF3F9E}"/>
          </ac:spMkLst>
        </pc:spChg>
        <pc:spChg chg="del mod">
          <ac:chgData name="Marco Sanches" userId="301bf0f768bc15fc" providerId="LiveId" clId="{AD1F0D63-CEEF-48F2-8198-EC5A51D66291}" dt="2020-08-20T11:02:34.203" v="2369" actId="478"/>
          <ac:spMkLst>
            <pc:docMk/>
            <pc:sldMk cId="2823691288" sldId="480"/>
            <ac:spMk id="14" creationId="{278BCA7F-F285-476E-9E9E-F41A048824AA}"/>
          </ac:spMkLst>
        </pc:spChg>
        <pc:spChg chg="del">
          <ac:chgData name="Marco Sanches" userId="301bf0f768bc15fc" providerId="LiveId" clId="{AD1F0D63-CEEF-48F2-8198-EC5A51D66291}" dt="2020-08-20T11:01:06.312" v="2286" actId="478"/>
          <ac:spMkLst>
            <pc:docMk/>
            <pc:sldMk cId="2823691288" sldId="480"/>
            <ac:spMk id="22" creationId="{E80E51CE-F464-4C40-9A50-7FED3F2CF7A1}"/>
          </ac:spMkLst>
        </pc:spChg>
        <pc:grpChg chg="del">
          <ac:chgData name="Marco Sanches" userId="301bf0f768bc15fc" providerId="LiveId" clId="{AD1F0D63-CEEF-48F2-8198-EC5A51D66291}" dt="2020-08-20T11:01:15.849" v="2290" actId="478"/>
          <ac:grpSpMkLst>
            <pc:docMk/>
            <pc:sldMk cId="2823691288" sldId="480"/>
            <ac:grpSpMk id="9217" creationId="{8AFF2F68-451D-45A1-B9AF-141D0FD20CE9}"/>
          </ac:grpSpMkLst>
        </pc:grpChg>
        <pc:picChg chg="del">
          <ac:chgData name="Marco Sanches" userId="301bf0f768bc15fc" providerId="LiveId" clId="{AD1F0D63-CEEF-48F2-8198-EC5A51D66291}" dt="2020-08-20T11:01:16.819" v="2291" actId="478"/>
          <ac:picMkLst>
            <pc:docMk/>
            <pc:sldMk cId="2823691288" sldId="480"/>
            <ac:picMk id="3" creationId="{B23A3240-354B-49CB-891D-608B152E8941}"/>
          </ac:picMkLst>
        </pc:picChg>
        <pc:picChg chg="add mod">
          <ac:chgData name="Marco Sanches" userId="301bf0f768bc15fc" providerId="LiveId" clId="{AD1F0D63-CEEF-48F2-8198-EC5A51D66291}" dt="2020-08-20T11:06:40.584" v="2401" actId="1076"/>
          <ac:picMkLst>
            <pc:docMk/>
            <pc:sldMk cId="2823691288" sldId="480"/>
            <ac:picMk id="4" creationId="{4A1952A0-4BB6-49E1-90D0-22E6BD5445FA}"/>
          </ac:picMkLst>
        </pc:picChg>
        <pc:picChg chg="mod">
          <ac:chgData name="Marco Sanches" userId="301bf0f768bc15fc" providerId="LiveId" clId="{AD1F0D63-CEEF-48F2-8198-EC5A51D66291}" dt="2020-08-20T11:09:12.375" v="2434" actId="1076"/>
          <ac:picMkLst>
            <pc:docMk/>
            <pc:sldMk cId="2823691288" sldId="480"/>
            <ac:picMk id="8" creationId="{A016ACB9-10CC-488C-B65A-568356191576}"/>
          </ac:picMkLst>
        </pc:picChg>
        <pc:picChg chg="mod ord">
          <ac:chgData name="Marco Sanches" userId="301bf0f768bc15fc" providerId="LiveId" clId="{AD1F0D63-CEEF-48F2-8198-EC5A51D66291}" dt="2020-08-20T11:02:00.089" v="2304" actId="1076"/>
          <ac:picMkLst>
            <pc:docMk/>
            <pc:sldMk cId="2823691288" sldId="480"/>
            <ac:picMk id="9" creationId="{9C401574-6C3A-48B3-B0E3-3A56A8408F21}"/>
          </ac:picMkLst>
        </pc:picChg>
        <pc:picChg chg="del">
          <ac:chgData name="Marco Sanches" userId="301bf0f768bc15fc" providerId="LiveId" clId="{AD1F0D63-CEEF-48F2-8198-EC5A51D66291}" dt="2020-08-20T11:01:23.359" v="2296" actId="478"/>
          <ac:picMkLst>
            <pc:docMk/>
            <pc:sldMk cId="2823691288" sldId="480"/>
            <ac:picMk id="11" creationId="{2796B8F9-75B8-4F51-A9B5-5C659FBCC2AB}"/>
          </ac:picMkLst>
        </pc:picChg>
        <pc:picChg chg="add mod">
          <ac:chgData name="Marco Sanches" userId="301bf0f768bc15fc" providerId="LiveId" clId="{AD1F0D63-CEEF-48F2-8198-EC5A51D66291}" dt="2020-08-20T11:07:05.330" v="2408" actId="14100"/>
          <ac:picMkLst>
            <pc:docMk/>
            <pc:sldMk cId="2823691288" sldId="480"/>
            <ac:picMk id="11" creationId="{894FF52B-A33C-4B5B-ABCA-4E361F084598}"/>
          </ac:picMkLst>
        </pc:picChg>
        <pc:picChg chg="add mod">
          <ac:chgData name="Marco Sanches" userId="301bf0f768bc15fc" providerId="LiveId" clId="{AD1F0D63-CEEF-48F2-8198-EC5A51D66291}" dt="2020-08-20T11:07:02.333" v="2407" actId="14100"/>
          <ac:picMkLst>
            <pc:docMk/>
            <pc:sldMk cId="2823691288" sldId="480"/>
            <ac:picMk id="12" creationId="{8035AE9F-D10F-40E4-A6E1-779957CC835C}"/>
          </ac:picMkLst>
        </pc:picChg>
        <pc:picChg chg="del">
          <ac:chgData name="Marco Sanches" userId="301bf0f768bc15fc" providerId="LiveId" clId="{AD1F0D63-CEEF-48F2-8198-EC5A51D66291}" dt="2020-08-20T11:01:15.108" v="2289" actId="478"/>
          <ac:picMkLst>
            <pc:docMk/>
            <pc:sldMk cId="2823691288" sldId="480"/>
            <ac:picMk id="30" creationId="{84947FED-3FDA-48EB-8624-DF8DDC713573}"/>
          </ac:picMkLst>
        </pc:picChg>
        <pc:picChg chg="del">
          <ac:chgData name="Marco Sanches" userId="301bf0f768bc15fc" providerId="LiveId" clId="{AD1F0D63-CEEF-48F2-8198-EC5A51D66291}" dt="2020-08-20T11:01:17.663" v="2292" actId="478"/>
          <ac:picMkLst>
            <pc:docMk/>
            <pc:sldMk cId="2823691288" sldId="480"/>
            <ac:picMk id="31" creationId="{941A3B95-3AB9-45DA-B074-A8E63C2CEACF}"/>
          </ac:picMkLst>
        </pc:picChg>
        <pc:picChg chg="del">
          <ac:chgData name="Marco Sanches" userId="301bf0f768bc15fc" providerId="LiveId" clId="{AD1F0D63-CEEF-48F2-8198-EC5A51D66291}" dt="2020-08-20T11:01:08.493" v="2288" actId="478"/>
          <ac:picMkLst>
            <pc:docMk/>
            <pc:sldMk cId="2823691288" sldId="480"/>
            <ac:picMk id="35" creationId="{F4F94222-1633-475F-B009-D73B201883C9}"/>
          </ac:picMkLst>
        </pc:picChg>
        <pc:picChg chg="del">
          <ac:chgData name="Marco Sanches" userId="301bf0f768bc15fc" providerId="LiveId" clId="{AD1F0D63-CEEF-48F2-8198-EC5A51D66291}" dt="2020-08-20T11:01:06.854" v="2287" actId="478"/>
          <ac:picMkLst>
            <pc:docMk/>
            <pc:sldMk cId="2823691288" sldId="480"/>
            <ac:picMk id="9216" creationId="{52C267CE-B279-4584-ABD9-4FD244647FC2}"/>
          </ac:picMkLst>
        </pc:picChg>
      </pc:sldChg>
      <pc:sldChg chg="addSp delSp modSp add mod">
        <pc:chgData name="Marco Sanches" userId="301bf0f768bc15fc" providerId="LiveId" clId="{AD1F0D63-CEEF-48F2-8198-EC5A51D66291}" dt="2020-08-20T11:11:34.195" v="2492" actId="948"/>
        <pc:sldMkLst>
          <pc:docMk/>
          <pc:sldMk cId="2173497000" sldId="481"/>
        </pc:sldMkLst>
        <pc:spChg chg="mod">
          <ac:chgData name="Marco Sanches" userId="301bf0f768bc15fc" providerId="LiveId" clId="{AD1F0D63-CEEF-48F2-8198-EC5A51D66291}" dt="2020-08-20T11:10:01.272" v="2469" actId="20577"/>
          <ac:spMkLst>
            <pc:docMk/>
            <pc:sldMk cId="2173497000" sldId="481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1:09:53.479" v="2447" actId="478"/>
          <ac:spMkLst>
            <pc:docMk/>
            <pc:sldMk cId="2173497000" sldId="481"/>
            <ac:spMk id="3" creationId="{A2DF87C8-4709-4D85-8223-6C9624DA3A60}"/>
          </ac:spMkLst>
        </pc:spChg>
        <pc:spChg chg="del">
          <ac:chgData name="Marco Sanches" userId="301bf0f768bc15fc" providerId="LiveId" clId="{AD1F0D63-CEEF-48F2-8198-EC5A51D66291}" dt="2020-08-20T11:09:48.168" v="2442" actId="478"/>
          <ac:spMkLst>
            <pc:docMk/>
            <pc:sldMk cId="2173497000" sldId="481"/>
            <ac:spMk id="5" creationId="{2258B843-1EAB-44E8-ABDD-45FEF41E4974}"/>
          </ac:spMkLst>
        </pc:spChg>
        <pc:spChg chg="del">
          <ac:chgData name="Marco Sanches" userId="301bf0f768bc15fc" providerId="LiveId" clId="{AD1F0D63-CEEF-48F2-8198-EC5A51D66291}" dt="2020-08-20T11:09:49.176" v="2443" actId="478"/>
          <ac:spMkLst>
            <pc:docMk/>
            <pc:sldMk cId="2173497000" sldId="481"/>
            <ac:spMk id="6" creationId="{EA55402B-47F4-4227-829A-505A3E623E63}"/>
          </ac:spMkLst>
        </pc:spChg>
        <pc:spChg chg="del">
          <ac:chgData name="Marco Sanches" userId="301bf0f768bc15fc" providerId="LiveId" clId="{AD1F0D63-CEEF-48F2-8198-EC5A51D66291}" dt="2020-08-20T11:09:50.564" v="2444" actId="478"/>
          <ac:spMkLst>
            <pc:docMk/>
            <pc:sldMk cId="2173497000" sldId="481"/>
            <ac:spMk id="7" creationId="{BE41DC1C-DFB5-4C5A-A9F8-EE8D3BB477DA}"/>
          </ac:spMkLst>
        </pc:spChg>
        <pc:spChg chg="del">
          <ac:chgData name="Marco Sanches" userId="301bf0f768bc15fc" providerId="LiveId" clId="{AD1F0D63-CEEF-48F2-8198-EC5A51D66291}" dt="2020-08-20T11:09:51.615" v="2445" actId="478"/>
          <ac:spMkLst>
            <pc:docMk/>
            <pc:sldMk cId="2173497000" sldId="481"/>
            <ac:spMk id="10" creationId="{50721955-9889-468A-9AC3-387D52BF3F9E}"/>
          </ac:spMkLst>
        </pc:spChg>
        <pc:graphicFrameChg chg="add mod modGraphic">
          <ac:chgData name="Marco Sanches" userId="301bf0f768bc15fc" providerId="LiveId" clId="{AD1F0D63-CEEF-48F2-8198-EC5A51D66291}" dt="2020-08-20T11:11:29.386" v="2490" actId="948"/>
          <ac:graphicFrameMkLst>
            <pc:docMk/>
            <pc:sldMk cId="2173497000" sldId="481"/>
            <ac:graphicFrameMk id="14" creationId="{2FAFA8A6-3DAD-4B5F-A472-6E4159FF53E7}"/>
          </ac:graphicFrameMkLst>
        </pc:graphicFrameChg>
        <pc:graphicFrameChg chg="add mod modGraphic">
          <ac:chgData name="Marco Sanches" userId="301bf0f768bc15fc" providerId="LiveId" clId="{AD1F0D63-CEEF-48F2-8198-EC5A51D66291}" dt="2020-08-20T11:11:31.791" v="2491" actId="948"/>
          <ac:graphicFrameMkLst>
            <pc:docMk/>
            <pc:sldMk cId="2173497000" sldId="481"/>
            <ac:graphicFrameMk id="16" creationId="{7C26F714-488D-4E38-9456-4043493A1C60}"/>
          </ac:graphicFrameMkLst>
        </pc:graphicFrameChg>
        <pc:graphicFrameChg chg="add mod modGraphic">
          <ac:chgData name="Marco Sanches" userId="301bf0f768bc15fc" providerId="LiveId" clId="{AD1F0D63-CEEF-48F2-8198-EC5A51D66291}" dt="2020-08-20T11:11:34.195" v="2492" actId="948"/>
          <ac:graphicFrameMkLst>
            <pc:docMk/>
            <pc:sldMk cId="2173497000" sldId="481"/>
            <ac:graphicFrameMk id="18" creationId="{69E4FC00-4062-4E21-A123-F0BA6FFF7258}"/>
          </ac:graphicFrameMkLst>
        </pc:graphicFrameChg>
        <pc:picChg chg="del">
          <ac:chgData name="Marco Sanches" userId="301bf0f768bc15fc" providerId="LiveId" clId="{AD1F0D63-CEEF-48F2-8198-EC5A51D66291}" dt="2020-08-20T11:09:45.006" v="2438" actId="478"/>
          <ac:picMkLst>
            <pc:docMk/>
            <pc:sldMk cId="2173497000" sldId="481"/>
            <ac:picMk id="4" creationId="{4A1952A0-4BB6-49E1-90D0-22E6BD5445FA}"/>
          </ac:picMkLst>
        </pc:picChg>
        <pc:picChg chg="del">
          <ac:chgData name="Marco Sanches" userId="301bf0f768bc15fc" providerId="LiveId" clId="{AD1F0D63-CEEF-48F2-8198-EC5A51D66291}" dt="2020-08-20T11:09:52.147" v="2446" actId="478"/>
          <ac:picMkLst>
            <pc:docMk/>
            <pc:sldMk cId="2173497000" sldId="481"/>
            <ac:picMk id="8" creationId="{A016ACB9-10CC-488C-B65A-568356191576}"/>
          </ac:picMkLst>
        </pc:picChg>
        <pc:picChg chg="del">
          <ac:chgData name="Marco Sanches" userId="301bf0f768bc15fc" providerId="LiveId" clId="{AD1F0D63-CEEF-48F2-8198-EC5A51D66291}" dt="2020-08-20T11:09:47.147" v="2441" actId="478"/>
          <ac:picMkLst>
            <pc:docMk/>
            <pc:sldMk cId="2173497000" sldId="481"/>
            <ac:picMk id="9" creationId="{9C401574-6C3A-48B3-B0E3-3A56A8408F21}"/>
          </ac:picMkLst>
        </pc:picChg>
        <pc:picChg chg="del">
          <ac:chgData name="Marco Sanches" userId="301bf0f768bc15fc" providerId="LiveId" clId="{AD1F0D63-CEEF-48F2-8198-EC5A51D66291}" dt="2020-08-20T11:09:46.507" v="2440" actId="478"/>
          <ac:picMkLst>
            <pc:docMk/>
            <pc:sldMk cId="2173497000" sldId="481"/>
            <ac:picMk id="11" creationId="{894FF52B-A33C-4B5B-ABCA-4E361F084598}"/>
          </ac:picMkLst>
        </pc:picChg>
        <pc:picChg chg="del">
          <ac:chgData name="Marco Sanches" userId="301bf0f768bc15fc" providerId="LiveId" clId="{AD1F0D63-CEEF-48F2-8198-EC5A51D66291}" dt="2020-08-20T11:09:45.924" v="2439" actId="478"/>
          <ac:picMkLst>
            <pc:docMk/>
            <pc:sldMk cId="2173497000" sldId="481"/>
            <ac:picMk id="12" creationId="{8035AE9F-D10F-40E4-A6E1-779957CC835C}"/>
          </ac:picMkLst>
        </pc:picChg>
      </pc:sldChg>
      <pc:sldChg chg="addSp delSp modSp add mod">
        <pc:chgData name="Marco Sanches" userId="301bf0f768bc15fc" providerId="LiveId" clId="{AD1F0D63-CEEF-48F2-8198-EC5A51D66291}" dt="2020-08-20T21:14:41.742" v="2809" actId="478"/>
        <pc:sldMkLst>
          <pc:docMk/>
          <pc:sldMk cId="161017943" sldId="482"/>
        </pc:sldMkLst>
        <pc:spChg chg="del mod">
          <ac:chgData name="Marco Sanches" userId="301bf0f768bc15fc" providerId="LiveId" clId="{AD1F0D63-CEEF-48F2-8198-EC5A51D66291}" dt="2020-08-20T21:14:35.750" v="2807" actId="478"/>
          <ac:spMkLst>
            <pc:docMk/>
            <pc:sldMk cId="161017943" sldId="482"/>
            <ac:spMk id="2" creationId="{414298B5-57DB-48CF-898B-E1CDF856070D}"/>
          </ac:spMkLst>
        </pc:spChg>
        <pc:spChg chg="add del mod">
          <ac:chgData name="Marco Sanches" userId="301bf0f768bc15fc" providerId="LiveId" clId="{AD1F0D63-CEEF-48F2-8198-EC5A51D66291}" dt="2020-08-20T11:12:50.607" v="2515" actId="478"/>
          <ac:spMkLst>
            <pc:docMk/>
            <pc:sldMk cId="161017943" sldId="482"/>
            <ac:spMk id="3" creationId="{D8CE3D6D-B488-4B30-8C75-0445B35A01A0}"/>
          </ac:spMkLst>
        </pc:spChg>
        <pc:spChg chg="add mod">
          <ac:chgData name="Marco Sanches" userId="301bf0f768bc15fc" providerId="LiveId" clId="{AD1F0D63-CEEF-48F2-8198-EC5A51D66291}" dt="2020-08-20T16:29:01.088" v="2749" actId="20577"/>
          <ac:spMkLst>
            <pc:docMk/>
            <pc:sldMk cId="161017943" sldId="482"/>
            <ac:spMk id="4" creationId="{51C0F141-4688-4D93-B12F-59BDA79E5536}"/>
          </ac:spMkLst>
        </pc:spChg>
        <pc:spChg chg="add del mod">
          <ac:chgData name="Marco Sanches" userId="301bf0f768bc15fc" providerId="LiveId" clId="{AD1F0D63-CEEF-48F2-8198-EC5A51D66291}" dt="2020-08-20T21:14:41.742" v="2809" actId="478"/>
          <ac:spMkLst>
            <pc:docMk/>
            <pc:sldMk cId="161017943" sldId="482"/>
            <ac:spMk id="7" creationId="{D42F3998-9B56-4BB6-B86F-2C13C7F340F4}"/>
          </ac:spMkLst>
        </pc:spChg>
        <pc:spChg chg="add mod">
          <ac:chgData name="Marco Sanches" userId="301bf0f768bc15fc" providerId="LiveId" clId="{AD1F0D63-CEEF-48F2-8198-EC5A51D66291}" dt="2020-08-20T21:14:25.347" v="2806"/>
          <ac:spMkLst>
            <pc:docMk/>
            <pc:sldMk cId="161017943" sldId="482"/>
            <ac:spMk id="10" creationId="{1F364C24-6A4D-4C09-9323-19122EB7E9A2}"/>
          </ac:spMkLst>
        </pc:spChg>
        <pc:graphicFrameChg chg="del">
          <ac:chgData name="Marco Sanches" userId="301bf0f768bc15fc" providerId="LiveId" clId="{AD1F0D63-CEEF-48F2-8198-EC5A51D66291}" dt="2020-08-20T11:12:10.901" v="2494" actId="478"/>
          <ac:graphicFrameMkLst>
            <pc:docMk/>
            <pc:sldMk cId="161017943" sldId="482"/>
            <ac:graphicFrameMk id="14" creationId="{2FAFA8A6-3DAD-4B5F-A472-6E4159FF53E7}"/>
          </ac:graphicFrameMkLst>
        </pc:graphicFrameChg>
        <pc:graphicFrameChg chg="del">
          <ac:chgData name="Marco Sanches" userId="301bf0f768bc15fc" providerId="LiveId" clId="{AD1F0D63-CEEF-48F2-8198-EC5A51D66291}" dt="2020-08-20T11:12:15.540" v="2496" actId="478"/>
          <ac:graphicFrameMkLst>
            <pc:docMk/>
            <pc:sldMk cId="161017943" sldId="482"/>
            <ac:graphicFrameMk id="16" creationId="{7C26F714-488D-4E38-9456-4043493A1C60}"/>
          </ac:graphicFrameMkLst>
        </pc:graphicFrameChg>
        <pc:graphicFrameChg chg="del">
          <ac:chgData name="Marco Sanches" userId="301bf0f768bc15fc" providerId="LiveId" clId="{AD1F0D63-CEEF-48F2-8198-EC5A51D66291}" dt="2020-08-20T11:12:13.761" v="2495" actId="478"/>
          <ac:graphicFrameMkLst>
            <pc:docMk/>
            <pc:sldMk cId="161017943" sldId="482"/>
            <ac:graphicFrameMk id="18" creationId="{69E4FC00-4062-4E21-A123-F0BA6FFF7258}"/>
          </ac:graphicFrameMkLst>
        </pc:graphicFrameChg>
      </pc:sldChg>
      <pc:sldChg chg="addSp delSp modSp add mod">
        <pc:chgData name="Marco Sanches" userId="301bf0f768bc15fc" providerId="LiveId" clId="{AD1F0D63-CEEF-48F2-8198-EC5A51D66291}" dt="2020-08-20T11:14:38.886" v="2554" actId="478"/>
        <pc:sldMkLst>
          <pc:docMk/>
          <pc:sldMk cId="3091507080" sldId="483"/>
        </pc:sldMkLst>
        <pc:spChg chg="del">
          <ac:chgData name="Marco Sanches" userId="301bf0f768bc15fc" providerId="LiveId" clId="{AD1F0D63-CEEF-48F2-8198-EC5A51D66291}" dt="2020-08-20T11:14:30.579" v="2551" actId="478"/>
          <ac:spMkLst>
            <pc:docMk/>
            <pc:sldMk cId="3091507080" sldId="483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1:14:00.830" v="2550" actId="478"/>
          <ac:spMkLst>
            <pc:docMk/>
            <pc:sldMk cId="3091507080" sldId="483"/>
            <ac:spMk id="4" creationId="{51C0F141-4688-4D93-B12F-59BDA79E5536}"/>
          </ac:spMkLst>
        </pc:spChg>
        <pc:spChg chg="add del mod">
          <ac:chgData name="Marco Sanches" userId="301bf0f768bc15fc" providerId="LiveId" clId="{AD1F0D63-CEEF-48F2-8198-EC5A51D66291}" dt="2020-08-20T11:14:38.886" v="2554" actId="478"/>
          <ac:spMkLst>
            <pc:docMk/>
            <pc:sldMk cId="3091507080" sldId="483"/>
            <ac:spMk id="5" creationId="{F1B566FE-1AE2-4150-A42A-97D0BB6810F9}"/>
          </ac:spMkLst>
        </pc:spChg>
        <pc:spChg chg="add mod">
          <ac:chgData name="Marco Sanches" userId="301bf0f768bc15fc" providerId="LiveId" clId="{AD1F0D63-CEEF-48F2-8198-EC5A51D66291}" dt="2020-08-20T11:14:30.985" v="2552"/>
          <ac:spMkLst>
            <pc:docMk/>
            <pc:sldMk cId="3091507080" sldId="483"/>
            <ac:spMk id="6" creationId="{93BD496B-728D-4141-AAD8-706A3ACAF42B}"/>
          </ac:spMkLst>
        </pc:spChg>
        <pc:picChg chg="add mod">
          <ac:chgData name="Marco Sanches" userId="301bf0f768bc15fc" providerId="LiveId" clId="{AD1F0D63-CEEF-48F2-8198-EC5A51D66291}" dt="2020-08-20T11:14:30.985" v="2552"/>
          <ac:picMkLst>
            <pc:docMk/>
            <pc:sldMk cId="3091507080" sldId="483"/>
            <ac:picMk id="7" creationId="{FA01B049-0612-4CD1-9AE6-DD0E5A1C7DCD}"/>
          </ac:picMkLst>
        </pc:picChg>
      </pc:sldChg>
      <pc:sldChg chg="addSp delSp modSp add mod modAnim">
        <pc:chgData name="Marco Sanches" userId="301bf0f768bc15fc" providerId="LiveId" clId="{AD1F0D63-CEEF-48F2-8198-EC5A51D66291}" dt="2020-08-20T11:16:26.769" v="2634" actId="207"/>
        <pc:sldMkLst>
          <pc:docMk/>
          <pc:sldMk cId="1752541347" sldId="484"/>
        </pc:sldMkLst>
        <pc:spChg chg="add mod">
          <ac:chgData name="Marco Sanches" userId="301bf0f768bc15fc" providerId="LiveId" clId="{AD1F0D63-CEEF-48F2-8198-EC5A51D66291}" dt="2020-08-20T11:16:26.769" v="2634" actId="207"/>
          <ac:spMkLst>
            <pc:docMk/>
            <pc:sldMk cId="1752541347" sldId="484"/>
            <ac:spMk id="5" creationId="{6F5F15E3-B580-41AA-B259-25B3A563E773}"/>
          </ac:spMkLst>
        </pc:spChg>
        <pc:spChg chg="add mod">
          <ac:chgData name="Marco Sanches" userId="301bf0f768bc15fc" providerId="LiveId" clId="{AD1F0D63-CEEF-48F2-8198-EC5A51D66291}" dt="2020-08-20T11:16:26.769" v="2634" actId="207"/>
          <ac:spMkLst>
            <pc:docMk/>
            <pc:sldMk cId="1752541347" sldId="484"/>
            <ac:spMk id="7" creationId="{6F50DF02-2100-4C6D-8802-836F88ACE40C}"/>
          </ac:spMkLst>
        </pc:spChg>
        <pc:picChg chg="del">
          <ac:chgData name="Marco Sanches" userId="301bf0f768bc15fc" providerId="LiveId" clId="{AD1F0D63-CEEF-48F2-8198-EC5A51D66291}" dt="2020-08-20T11:16:07.924" v="2630" actId="478"/>
          <ac:picMkLst>
            <pc:docMk/>
            <pc:sldMk cId="1752541347" sldId="484"/>
            <ac:picMk id="3" creationId="{5D375748-2C84-41A0-9729-B8C3338419C8}"/>
          </ac:picMkLst>
        </pc:picChg>
        <pc:picChg chg="add mod">
          <ac:chgData name="Marco Sanches" userId="301bf0f768bc15fc" providerId="LiveId" clId="{AD1F0D63-CEEF-48F2-8198-EC5A51D66291}" dt="2020-08-20T11:16:26.769" v="2634" actId="207"/>
          <ac:picMkLst>
            <pc:docMk/>
            <pc:sldMk cId="1752541347" sldId="484"/>
            <ac:picMk id="4" creationId="{0684E0DD-3CC1-4CC5-8820-E22A83BED637}"/>
          </ac:picMkLst>
        </pc:picChg>
        <pc:picChg chg="add mod">
          <ac:chgData name="Marco Sanches" userId="301bf0f768bc15fc" providerId="LiveId" clId="{AD1F0D63-CEEF-48F2-8198-EC5A51D66291}" dt="2020-08-20T11:16:26.769" v="2634" actId="207"/>
          <ac:picMkLst>
            <pc:docMk/>
            <pc:sldMk cId="1752541347" sldId="484"/>
            <ac:picMk id="6" creationId="{8B5F7B72-427D-480F-8663-074410E446FA}"/>
          </ac:picMkLst>
        </pc:picChg>
      </pc:sldChg>
      <pc:sldChg chg="modSp add mod">
        <pc:chgData name="Marco Sanches" userId="301bf0f768bc15fc" providerId="LiveId" clId="{AD1F0D63-CEEF-48F2-8198-EC5A51D66291}" dt="2020-08-21T14:08:52.629" v="2845" actId="6549"/>
        <pc:sldMkLst>
          <pc:docMk/>
          <pc:sldMk cId="3670420559" sldId="485"/>
        </pc:sldMkLst>
        <pc:spChg chg="mod">
          <ac:chgData name="Marco Sanches" userId="301bf0f768bc15fc" providerId="LiveId" clId="{AD1F0D63-CEEF-48F2-8198-EC5A51D66291}" dt="2020-08-20T21:14:52.996" v="2816" actId="20577"/>
          <ac:spMkLst>
            <pc:docMk/>
            <pc:sldMk cId="3670420559" sldId="485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1T14:08:52.629" v="2845" actId="6549"/>
          <ac:spMkLst>
            <pc:docMk/>
            <pc:sldMk cId="3670420559" sldId="485"/>
            <ac:spMk id="4" creationId="{51C0F141-4688-4D93-B12F-59BDA79E5536}"/>
          </ac:spMkLst>
        </pc:spChg>
      </pc:sldChg>
      <pc:sldChg chg="addSp delSp modSp add mod">
        <pc:chgData name="Marco Sanches" userId="301bf0f768bc15fc" providerId="LiveId" clId="{AD1F0D63-CEEF-48F2-8198-EC5A51D66291}" dt="2020-08-20T21:18:26.727" v="2844" actId="1076"/>
        <pc:sldMkLst>
          <pc:docMk/>
          <pc:sldMk cId="1395809432" sldId="486"/>
        </pc:sldMkLst>
        <pc:spChg chg="mod">
          <ac:chgData name="Marco Sanches" userId="301bf0f768bc15fc" providerId="LiveId" clId="{AD1F0D63-CEEF-48F2-8198-EC5A51D66291}" dt="2020-08-20T21:12:13.381" v="2798" actId="20577"/>
          <ac:spMkLst>
            <pc:docMk/>
            <pc:sldMk cId="1395809432" sldId="486"/>
            <ac:spMk id="2" creationId="{414298B5-57DB-48CF-898B-E1CDF856070D}"/>
          </ac:spMkLst>
        </pc:spChg>
        <pc:spChg chg="add mod">
          <ac:chgData name="Marco Sanches" userId="301bf0f768bc15fc" providerId="LiveId" clId="{AD1F0D63-CEEF-48F2-8198-EC5A51D66291}" dt="2020-08-20T21:18:26.727" v="2844" actId="1076"/>
          <ac:spMkLst>
            <pc:docMk/>
            <pc:sldMk cId="1395809432" sldId="486"/>
            <ac:spMk id="10" creationId="{A8A82FD8-B950-4D27-910B-A7426436AE84}"/>
          </ac:spMkLst>
        </pc:spChg>
        <pc:graphicFrameChg chg="del">
          <ac:chgData name="Marco Sanches" userId="301bf0f768bc15fc" providerId="LiveId" clId="{AD1F0D63-CEEF-48F2-8198-EC5A51D66291}" dt="2020-08-20T21:11:58.583" v="2771" actId="478"/>
          <ac:graphicFrameMkLst>
            <pc:docMk/>
            <pc:sldMk cId="1395809432" sldId="486"/>
            <ac:graphicFrameMk id="14" creationId="{2FAFA8A6-3DAD-4B5F-A472-6E4159FF53E7}"/>
          </ac:graphicFrameMkLst>
        </pc:graphicFrameChg>
        <pc:graphicFrameChg chg="del">
          <ac:chgData name="Marco Sanches" userId="301bf0f768bc15fc" providerId="LiveId" clId="{AD1F0D63-CEEF-48F2-8198-EC5A51D66291}" dt="2020-08-20T21:11:59.474" v="2772" actId="478"/>
          <ac:graphicFrameMkLst>
            <pc:docMk/>
            <pc:sldMk cId="1395809432" sldId="486"/>
            <ac:graphicFrameMk id="16" creationId="{7C26F714-488D-4E38-9456-4043493A1C60}"/>
          </ac:graphicFrameMkLst>
        </pc:graphicFrameChg>
        <pc:graphicFrameChg chg="del">
          <ac:chgData name="Marco Sanches" userId="301bf0f768bc15fc" providerId="LiveId" clId="{AD1F0D63-CEEF-48F2-8198-EC5A51D66291}" dt="2020-08-20T21:12:00.886" v="2773" actId="478"/>
          <ac:graphicFrameMkLst>
            <pc:docMk/>
            <pc:sldMk cId="1395809432" sldId="486"/>
            <ac:graphicFrameMk id="18" creationId="{69E4FC00-4062-4E21-A123-F0BA6FFF7258}"/>
          </ac:graphicFrameMkLst>
        </pc:graphicFrameChg>
        <pc:picChg chg="add mod">
          <ac:chgData name="Marco Sanches" userId="301bf0f768bc15fc" providerId="LiveId" clId="{AD1F0D63-CEEF-48F2-8198-EC5A51D66291}" dt="2020-08-20T21:16:55.164" v="2820" actId="1076"/>
          <ac:picMkLst>
            <pc:docMk/>
            <pc:sldMk cId="1395809432" sldId="486"/>
            <ac:picMk id="3" creationId="{44E88C16-F582-4327-AFF2-1AA6EB5CA54E}"/>
          </ac:picMkLst>
        </pc:picChg>
        <pc:picChg chg="add del mod">
          <ac:chgData name="Marco Sanches" userId="301bf0f768bc15fc" providerId="LiveId" clId="{AD1F0D63-CEEF-48F2-8198-EC5A51D66291}" dt="2020-08-20T21:12:36.543" v="2802" actId="478"/>
          <ac:picMkLst>
            <pc:docMk/>
            <pc:sldMk cId="1395809432" sldId="486"/>
            <ac:picMk id="4" creationId="{07FC815E-6B98-4EEB-AC5E-7DEBC84D9592}"/>
          </ac:picMkLst>
        </pc:picChg>
        <pc:picChg chg="add mod">
          <ac:chgData name="Marco Sanches" userId="301bf0f768bc15fc" providerId="LiveId" clId="{AD1F0D63-CEEF-48F2-8198-EC5A51D66291}" dt="2020-08-20T21:18:22.786" v="2843" actId="1076"/>
          <ac:picMkLst>
            <pc:docMk/>
            <pc:sldMk cId="1395809432" sldId="486"/>
            <ac:picMk id="5" creationId="{7A0CE0CF-EBD9-46CE-8F7A-79377D84941B}"/>
          </ac:picMkLst>
        </pc:picChg>
        <pc:cxnChg chg="add mod">
          <ac:chgData name="Marco Sanches" userId="301bf0f768bc15fc" providerId="LiveId" clId="{AD1F0D63-CEEF-48F2-8198-EC5A51D66291}" dt="2020-08-20T21:17:36.330" v="2824"/>
          <ac:cxnSpMkLst>
            <pc:docMk/>
            <pc:sldMk cId="1395809432" sldId="486"/>
            <ac:cxnSpMk id="8" creationId="{E9BC2EB9-CB9D-4EC5-AD40-A8B0C9194066}"/>
          </ac:cxnSpMkLst>
        </pc:cxnChg>
      </pc:sldChg>
    </pc:docChg>
  </pc:docChgLst>
  <pc:docChgLst>
    <pc:chgData name="Marco Sanches" userId="301bf0f768bc15fc" providerId="LiveId" clId="{7C4DFB82-0030-4336-BFC2-5991F8F8594E}"/>
    <pc:docChg chg="custSel delSld modSld modSection">
      <pc:chgData name="Marco Sanches" userId="301bf0f768bc15fc" providerId="LiveId" clId="{7C4DFB82-0030-4336-BFC2-5991F8F8594E}" dt="2021-02-01T17:50:57.657" v="12" actId="47"/>
      <pc:docMkLst>
        <pc:docMk/>
      </pc:docMkLst>
      <pc:sldChg chg="del">
        <pc:chgData name="Marco Sanches" userId="301bf0f768bc15fc" providerId="LiveId" clId="{7C4DFB82-0030-4336-BFC2-5991F8F8594E}" dt="2021-02-01T17:50:57.657" v="12" actId="47"/>
        <pc:sldMkLst>
          <pc:docMk/>
          <pc:sldMk cId="3091507080" sldId="483"/>
        </pc:sldMkLst>
      </pc:sldChg>
      <pc:sldChg chg="modNotesTx">
        <pc:chgData name="Marco Sanches" userId="301bf0f768bc15fc" providerId="LiveId" clId="{7C4DFB82-0030-4336-BFC2-5991F8F8594E}" dt="2021-02-01T17:47:10.433" v="1" actId="20577"/>
        <pc:sldMkLst>
          <pc:docMk/>
          <pc:sldMk cId="267769264" sldId="484"/>
        </pc:sldMkLst>
      </pc:sldChg>
      <pc:sldChg chg="modSp mod">
        <pc:chgData name="Marco Sanches" userId="301bf0f768bc15fc" providerId="LiveId" clId="{7C4DFB82-0030-4336-BFC2-5991F8F8594E}" dt="2021-02-01T17:49:30.357" v="2" actId="207"/>
        <pc:sldMkLst>
          <pc:docMk/>
          <pc:sldMk cId="2578693443" sldId="510"/>
        </pc:sldMkLst>
        <pc:spChg chg="mod">
          <ac:chgData name="Marco Sanches" userId="301bf0f768bc15fc" providerId="LiveId" clId="{7C4DFB82-0030-4336-BFC2-5991F8F8594E}" dt="2021-02-01T17:49:30.357" v="2" actId="207"/>
          <ac:spMkLst>
            <pc:docMk/>
            <pc:sldMk cId="2578693443" sldId="510"/>
            <ac:spMk id="11" creationId="{E5C99CF4-D48E-48BA-9A90-47274994FE68}"/>
          </ac:spMkLst>
        </pc:spChg>
      </pc:sldChg>
      <pc:sldChg chg="addSp delSp modSp mod">
        <pc:chgData name="Marco Sanches" userId="301bf0f768bc15fc" providerId="LiveId" clId="{7C4DFB82-0030-4336-BFC2-5991F8F8594E}" dt="2021-02-01T17:50:46.192" v="9"/>
        <pc:sldMkLst>
          <pc:docMk/>
          <pc:sldMk cId="0" sldId="518"/>
        </pc:sldMkLst>
        <pc:spChg chg="del">
          <ac:chgData name="Marco Sanches" userId="301bf0f768bc15fc" providerId="LiveId" clId="{7C4DFB82-0030-4336-BFC2-5991F8F8594E}" dt="2021-02-01T17:50:45.372" v="8" actId="478"/>
          <ac:spMkLst>
            <pc:docMk/>
            <pc:sldMk cId="0" sldId="518"/>
            <ac:spMk id="2" creationId="{318926D8-DB94-4663-9BA9-4DB85CFEB7CF}"/>
          </ac:spMkLst>
        </pc:spChg>
        <pc:spChg chg="add mod">
          <ac:chgData name="Marco Sanches" userId="301bf0f768bc15fc" providerId="LiveId" clId="{7C4DFB82-0030-4336-BFC2-5991F8F8594E}" dt="2021-02-01T17:50:46.192" v="9"/>
          <ac:spMkLst>
            <pc:docMk/>
            <pc:sldMk cId="0" sldId="518"/>
            <ac:spMk id="6" creationId="{1D223321-1BC5-494D-952C-76BC22A0AEDA}"/>
          </ac:spMkLst>
        </pc:spChg>
      </pc:sldChg>
      <pc:sldChg chg="addSp delSp modSp mod">
        <pc:chgData name="Marco Sanches" userId="301bf0f768bc15fc" providerId="LiveId" clId="{7C4DFB82-0030-4336-BFC2-5991F8F8594E}" dt="2021-02-01T17:50:50.321" v="11"/>
        <pc:sldMkLst>
          <pc:docMk/>
          <pc:sldMk cId="2703010452" sldId="519"/>
        </pc:sldMkLst>
        <pc:spChg chg="del">
          <ac:chgData name="Marco Sanches" userId="301bf0f768bc15fc" providerId="LiveId" clId="{7C4DFB82-0030-4336-BFC2-5991F8F8594E}" dt="2021-02-01T17:50:49.915" v="10" actId="478"/>
          <ac:spMkLst>
            <pc:docMk/>
            <pc:sldMk cId="2703010452" sldId="519"/>
            <ac:spMk id="2" creationId="{318926D8-DB94-4663-9BA9-4DB85CFEB7CF}"/>
          </ac:spMkLst>
        </pc:spChg>
        <pc:spChg chg="add mod">
          <ac:chgData name="Marco Sanches" userId="301bf0f768bc15fc" providerId="LiveId" clId="{7C4DFB82-0030-4336-BFC2-5991F8F8594E}" dt="2021-02-01T17:50:50.321" v="11"/>
          <ac:spMkLst>
            <pc:docMk/>
            <pc:sldMk cId="2703010452" sldId="519"/>
            <ac:spMk id="5" creationId="{CBD63901-D30F-48C7-A753-B9C66AB872EB}"/>
          </ac:spMkLst>
        </pc:spChg>
      </pc:sldChg>
      <pc:sldChg chg="addSp delSp modSp mod">
        <pc:chgData name="Marco Sanches" userId="301bf0f768bc15fc" providerId="LiveId" clId="{7C4DFB82-0030-4336-BFC2-5991F8F8594E}" dt="2021-02-01T17:50:41.367" v="7"/>
        <pc:sldMkLst>
          <pc:docMk/>
          <pc:sldMk cId="1031092857" sldId="521"/>
        </pc:sldMkLst>
        <pc:spChg chg="del">
          <ac:chgData name="Marco Sanches" userId="301bf0f768bc15fc" providerId="LiveId" clId="{7C4DFB82-0030-4336-BFC2-5991F8F8594E}" dt="2021-02-01T17:50:36.389" v="3" actId="478"/>
          <ac:spMkLst>
            <pc:docMk/>
            <pc:sldMk cId="1031092857" sldId="521"/>
            <ac:spMk id="2" creationId="{897856AD-9995-4A2C-83BB-7CDC555080CE}"/>
          </ac:spMkLst>
        </pc:spChg>
        <pc:spChg chg="add del mod">
          <ac:chgData name="Marco Sanches" userId="301bf0f768bc15fc" providerId="LiveId" clId="{7C4DFB82-0030-4336-BFC2-5991F8F8594E}" dt="2021-02-01T17:50:40.948" v="6" actId="478"/>
          <ac:spMkLst>
            <pc:docMk/>
            <pc:sldMk cId="1031092857" sldId="521"/>
            <ac:spMk id="5" creationId="{8CBFA4F3-EAEB-4138-B477-FD8DF112D761}"/>
          </ac:spMkLst>
        </pc:spChg>
        <pc:spChg chg="add del mod">
          <ac:chgData name="Marco Sanches" userId="301bf0f768bc15fc" providerId="LiveId" clId="{7C4DFB82-0030-4336-BFC2-5991F8F8594E}" dt="2021-02-01T17:50:39.034" v="5"/>
          <ac:spMkLst>
            <pc:docMk/>
            <pc:sldMk cId="1031092857" sldId="521"/>
            <ac:spMk id="6" creationId="{F3443B0D-E0D0-443A-9540-502AC83B5604}"/>
          </ac:spMkLst>
        </pc:spChg>
        <pc:spChg chg="add mod">
          <ac:chgData name="Marco Sanches" userId="301bf0f768bc15fc" providerId="LiveId" clId="{7C4DFB82-0030-4336-BFC2-5991F8F8594E}" dt="2021-02-01T17:50:41.367" v="7"/>
          <ac:spMkLst>
            <pc:docMk/>
            <pc:sldMk cId="1031092857" sldId="521"/>
            <ac:spMk id="7" creationId="{D03788F3-9F99-4158-919B-B170E45B38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934C-8B28-4738-ABCB-1C35530A65B6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D81DA-EB0F-4E80-BCE3-2C6310F72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0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dirty="0" err="1"/>
              <a:t>Quizizz</a:t>
            </a:r>
            <a:r>
              <a:rPr lang="pt-BR" dirty="0"/>
              <a:t> utilizado nesta aula pode ser acessado por meio do link: https://quizizz.com/admin/quiz/5f3e762886a515001bf8fe04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D81DA-EB0F-4E80-BCE3-2C6310F726F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01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pPr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16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505DA42-7E5E-482C-8AB1-35EFB14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774A46-BCEF-436C-ABF5-F1313994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0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08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883" y="1109709"/>
            <a:ext cx="5591157" cy="51401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09709"/>
            <a:ext cx="5616014" cy="5140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49B61B0-22A2-4DCC-9671-3DDA6D3C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6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2" y="1118083"/>
            <a:ext cx="559115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883" y="1983542"/>
            <a:ext cx="5591157" cy="42574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083"/>
            <a:ext cx="559115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983542"/>
            <a:ext cx="5530197" cy="42574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51EC910-E637-43D9-9391-2E03EF9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51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3E76B0-CA98-4CC0-8C5D-7DA24DB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9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434" y="0"/>
            <a:ext cx="11857567" cy="6921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334434" y="765176"/>
            <a:ext cx="11857567" cy="5688013"/>
          </a:xfrm>
        </p:spPr>
        <p:txBody>
          <a:bodyPr>
            <a:normAutofit/>
          </a:bodyPr>
          <a:lstStyle/>
          <a:p>
            <a:pPr lvl="0"/>
            <a:endParaRPr lang="pt-BR" noProof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38EE9-173F-43FA-963B-D0F90983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764C5-0875-4357-8CB7-44BC46BD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434" y="6453188"/>
            <a:ext cx="7702551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Algoritmos e Programação II – Prática</a:t>
            </a:r>
          </a:p>
          <a:p>
            <a:pPr>
              <a:defRPr/>
            </a:pPr>
            <a:r>
              <a:rPr lang="pt-BR"/>
              <a:t>Profªs Ana Paula e Cristiane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A2ECAE-4578-419C-8BC8-19236765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453188"/>
            <a:ext cx="2844800" cy="404812"/>
          </a:xfrm>
        </p:spPr>
        <p:txBody>
          <a:bodyPr/>
          <a:lstStyle>
            <a:lvl1pPr>
              <a:defRPr/>
            </a:lvl1pPr>
          </a:lstStyle>
          <a:p>
            <a:fld id="{62917DB5-559E-456F-A33D-6413047ED33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552371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92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505DA42-7E5E-482C-8AB1-35EFB14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774A46-BCEF-436C-ABF5-F1313994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14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739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883" y="1109709"/>
            <a:ext cx="5591157" cy="51401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09709"/>
            <a:ext cx="5616014" cy="5140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49B61B0-22A2-4DCC-9671-3DDA6D3C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8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2" y="1118083"/>
            <a:ext cx="559115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883" y="1983542"/>
            <a:ext cx="5591157" cy="42574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083"/>
            <a:ext cx="559115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983542"/>
            <a:ext cx="5530197" cy="42574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51EC910-E637-43D9-9391-2E03EF9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3E76B0-CA98-4CC0-8C5D-7DA24DB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4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C6E75-7387-4352-8CCA-3708C9641CE9}" type="slidenum">
              <a:rPr lang="pt-BR" altLang="pt-BR" smtClean="0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15826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505DA42-7E5E-482C-8AB1-35EFB14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774A46-BCEF-436C-ABF5-F1313994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87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883" y="1109709"/>
            <a:ext cx="5591157" cy="5140171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09709"/>
            <a:ext cx="5616014" cy="5140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49B61B0-22A2-4DCC-9671-3DDA6D3C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5846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2" y="1118083"/>
            <a:ext cx="559115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883" y="1983542"/>
            <a:ext cx="5591157" cy="4257459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083"/>
            <a:ext cx="559115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983542"/>
            <a:ext cx="5530197" cy="4257460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51EC910-E637-43D9-9391-2E03EF9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73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3E76B0-CA98-4CC0-8C5D-7DA24DB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81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2284" y="260350"/>
            <a:ext cx="11089216" cy="67468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826684" y="1827213"/>
            <a:ext cx="9751483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44B5A6C-D039-4281-98B8-EDB336B70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A42FD89-B4AE-42F6-B17B-5CABC586E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7404710-A349-4A99-AF04-A9DD34BB0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A105C-8CBA-477D-89D5-9BF2EA05688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8884153"/>
      </p:ext>
    </p:extLst>
  </p:cSld>
  <p:clrMapOvr>
    <a:masterClrMapping/>
  </p:clrMapOvr>
  <p:transition>
    <p:cover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85D23C-0B11-481C-B498-30CC1FBF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Prof. Daniel Calife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559AF-C3ED-48DE-8E6B-3E4747F4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Algorítmos e Programação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1F092B-3942-4640-B991-82748A55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11150-D90F-44DC-B5A5-D27CEC77CEB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8233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8CE373A-2E63-4395-B184-C36702C204F7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443883" y="988906"/>
            <a:ext cx="1139005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4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9F402A-CC97-4A54-952C-6323A1F3691D}" type="datetimeFigureOut">
              <a:rPr lang="pt-BR" smtClean="0"/>
              <a:t>01/02/2021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19BD310-D1BC-4D54-A99E-0786F9055EE2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443883" y="988906"/>
            <a:ext cx="1139005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2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inmyquiz.com/" TargetMode="External"/><Relationship Id="rId4" Type="http://schemas.openxmlformats.org/officeDocument/2006/relationships/image" Target="../media/image16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0.jpe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e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demy.com/course/git-e-github-para-iniciantes/" TargetMode="External"/><Relationship Id="rId3" Type="http://schemas.openxmlformats.org/officeDocument/2006/relationships/hyperlink" Target="https://www.hostinger.com.br/tutoriais/o-que-github/" TargetMode="External"/><Relationship Id="rId7" Type="http://schemas.openxmlformats.org/officeDocument/2006/relationships/hyperlink" Target="https://github.com/msanches/POO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githubguides" TargetMode="External"/><Relationship Id="rId5" Type="http://schemas.openxmlformats.org/officeDocument/2006/relationships/hyperlink" Target="https://guides.github.com/activities/hello-world/" TargetMode="External"/><Relationship Id="rId4" Type="http://schemas.openxmlformats.org/officeDocument/2006/relationships/hyperlink" Target="https://www.hostinger.com.br/tutoriais/tutorial-do-git-basics-introducao/" TargetMode="Externa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t.wikipedia.org/wiki/Bytecode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E8859CA-F089-4F96-98B3-FD93A011C7EF}"/>
              </a:ext>
            </a:extLst>
          </p:cNvPr>
          <p:cNvSpPr/>
          <p:nvPr/>
        </p:nvSpPr>
        <p:spPr>
          <a:xfrm>
            <a:off x="1" y="0"/>
            <a:ext cx="12192000" cy="836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0496D3-A7F6-4191-A544-6F3A9F4F7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291" y="191483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7200" dirty="0">
                <a:latin typeface="Tw Cen MT Condensed Extra Bold" panose="020B0604020202020204" pitchFamily="34" charset="0"/>
              </a:rPr>
              <a:t>Programação Orientada a Objetos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89EAFD-0EE9-46F0-A68A-44FA35B4F6FE}"/>
              </a:ext>
            </a:extLst>
          </p:cNvPr>
          <p:cNvSpPr/>
          <p:nvPr/>
        </p:nvSpPr>
        <p:spPr>
          <a:xfrm>
            <a:off x="560181" y="4374925"/>
            <a:ext cx="5440218" cy="15406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ctr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BR" sz="2400" cap="all" spc="200" dirty="0">
              <a:solidFill>
                <a:schemeClr val="tx2"/>
              </a:solidFill>
              <a:latin typeface="Arial Nova Cond Light" panose="020B0306020202020204" pitchFamily="34" charset="0"/>
            </a:endParaRP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Tipos de dados e variáveis</a:t>
            </a: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Entrada e saída</a:t>
            </a: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Conversores de tipo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3E39B05-ABEA-4D33-8316-D09939E4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60" y="6396352"/>
            <a:ext cx="60447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Professores: Alcides / Ana / Cristiane / </a:t>
            </a:r>
            <a:r>
              <a:rPr lang="pt-BR" alt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Ledón</a:t>
            </a:r>
            <a:r>
              <a:rPr lang="pt-BR" alt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 / Marco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DEE4E3C-7147-47CC-BF2C-2D3EB96C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785" y="6427113"/>
            <a:ext cx="6912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2020</a:t>
            </a:r>
          </a:p>
        </p:txBody>
      </p:sp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F6B5505E-8F1E-40C3-8A49-09382B2BE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00" y="154105"/>
            <a:ext cx="3276000" cy="772931"/>
          </a:xfrm>
          <a:prstGeom prst="rect">
            <a:avLst/>
          </a:prstGeom>
        </p:spPr>
      </p:pic>
      <p:pic>
        <p:nvPicPr>
          <p:cNvPr id="11" name="Imagem 10" descr="Desenho de um animal&#10;&#10;Descrição gerada automaticamente">
            <a:extLst>
              <a:ext uri="{FF2B5EF4-FFF2-40B4-BE49-F238E27FC236}">
                <a16:creationId xmlns:a16="http://schemas.microsoft.com/office/drawing/2014/main" id="{9A85F14C-10BA-4148-ABD0-42A83B407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56" y="273308"/>
            <a:ext cx="910670" cy="1641526"/>
          </a:xfrm>
          <a:prstGeom prst="rect">
            <a:avLst/>
          </a:prstGeom>
        </p:spPr>
      </p:pic>
      <p:pic>
        <p:nvPicPr>
          <p:cNvPr id="15" name="Imagem 14" descr="Uma imagem contendo mesa, desenho, comida&#10;&#10;Descrição gerada automaticamente">
            <a:extLst>
              <a:ext uri="{FF2B5EF4-FFF2-40B4-BE49-F238E27FC236}">
                <a16:creationId xmlns:a16="http://schemas.microsoft.com/office/drawing/2014/main" id="{F6DF1E88-0D51-4B80-BBE4-EEFD87C0C5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72" y="345798"/>
            <a:ext cx="1507713" cy="1496545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CCE2D1-1DED-4F99-94B1-569D42819251}"/>
              </a:ext>
            </a:extLst>
          </p:cNvPr>
          <p:cNvSpPr/>
          <p:nvPr/>
        </p:nvSpPr>
        <p:spPr>
          <a:xfrm>
            <a:off x="5805055" y="4374925"/>
            <a:ext cx="5440218" cy="15406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ctr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lang="pt-BR" sz="2400" cap="all" spc="200" dirty="0">
              <a:solidFill>
                <a:schemeClr val="tx2"/>
              </a:solidFill>
              <a:latin typeface="Arial Nova Cond Light" panose="020B0306020202020204" pitchFamily="34" charset="0"/>
            </a:endParaRP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Construtores</a:t>
            </a: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Exemplos</a:t>
            </a:r>
          </a:p>
          <a:p>
            <a:pPr marL="1163638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2"/>
              </a:buBlip>
            </a:pPr>
            <a:r>
              <a:rPr lang="pt-BR" sz="24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Exercícios</a:t>
            </a:r>
          </a:p>
        </p:txBody>
      </p:sp>
      <p:pic>
        <p:nvPicPr>
          <p:cNvPr id="4" name="Imagem 3" descr="Uma imagem contendo mesa, bolo, pequeno, remoto&#10;&#10;Descrição gerada automaticamente">
            <a:extLst>
              <a:ext uri="{FF2B5EF4-FFF2-40B4-BE49-F238E27FC236}">
                <a16:creationId xmlns:a16="http://schemas.microsoft.com/office/drawing/2014/main" id="{28F2C237-7CEA-4B78-8550-BF17E170FB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217" y="4750532"/>
            <a:ext cx="1986175" cy="134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0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 descr="Seta de linha: curva no sentido anti-horário">
            <a:extLst>
              <a:ext uri="{FF2B5EF4-FFF2-40B4-BE49-F238E27FC236}">
                <a16:creationId xmlns:a16="http://schemas.microsoft.com/office/drawing/2014/main" id="{045D1F31-7BCC-46A6-AE87-7BE8E15E7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592161" flipV="1">
            <a:off x="3842597" y="4806924"/>
            <a:ext cx="914400" cy="9994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Aula anterior: Classes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B5284D-EE1B-47EA-8020-DEA3CBB2370F}"/>
              </a:ext>
            </a:extLst>
          </p:cNvPr>
          <p:cNvSpPr txBox="1"/>
          <p:nvPr/>
        </p:nvSpPr>
        <p:spPr>
          <a:xfrm>
            <a:off x="7488250" y="3392117"/>
            <a:ext cx="434568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Representação em Diagrama de Classe UML (</a:t>
            </a:r>
            <a:r>
              <a:rPr lang="pt-BR" sz="2800" i="1" dirty="0" err="1">
                <a:latin typeface="Arial Nova Cond Light" panose="020B0306020202020204" pitchFamily="34" charset="0"/>
              </a:rPr>
              <a:t>Unified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Modelling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Language</a:t>
            </a:r>
            <a:r>
              <a:rPr lang="pt-BR" sz="2800" dirty="0">
                <a:latin typeface="Arial Nova Cond Light" panose="020B0306020202020204" pitchFamily="34" charset="0"/>
              </a:rPr>
              <a:t>)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id="{CCA2F204-F4C2-4BD3-AAE5-E9854ABC63CB}"/>
              </a:ext>
            </a:extLst>
          </p:cNvPr>
          <p:cNvSpPr/>
          <p:nvPr/>
        </p:nvSpPr>
        <p:spPr bwMode="auto">
          <a:xfrm>
            <a:off x="5648396" y="3785400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id="{B0C175D6-D093-4F54-A8E5-EFE871D99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193505"/>
            <a:ext cx="1139005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Exemplo: </a:t>
            </a:r>
            <a:r>
              <a:rPr lang="pt-BR" altLang="pt-BR" sz="2800" dirty="0">
                <a:latin typeface="Arial Nova Cond Light" panose="020B0306020202020204" pitchFamily="34" charset="0"/>
              </a:rPr>
              <a:t>A classe Pessoa deverá ter atributos e métodos comuns</a:t>
            </a:r>
          </a:p>
        </p:txBody>
      </p:sp>
      <p:pic>
        <p:nvPicPr>
          <p:cNvPr id="15" name="Gráfico 14" descr="Seta de linha: curva no sentido anti-horário">
            <a:extLst>
              <a:ext uri="{FF2B5EF4-FFF2-40B4-BE49-F238E27FC236}">
                <a16:creationId xmlns:a16="http://schemas.microsoft.com/office/drawing/2014/main" id="{E26BC0EF-3877-4D46-A8CF-9AE7A8E1C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709026">
            <a:off x="3827513" y="2338199"/>
            <a:ext cx="914400" cy="969310"/>
          </a:xfrm>
          <a:prstGeom prst="rect">
            <a:avLst/>
          </a:prstGeom>
        </p:spPr>
      </p:pic>
      <p:pic>
        <p:nvPicPr>
          <p:cNvPr id="18" name="Gráfico 17" descr="Seta para Cima">
            <a:extLst>
              <a:ext uri="{FF2B5EF4-FFF2-40B4-BE49-F238E27FC236}">
                <a16:creationId xmlns:a16="http://schemas.microsoft.com/office/drawing/2014/main" id="{3C57F058-922B-4EDE-9C52-552B8839B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806987" y="3079085"/>
            <a:ext cx="914400" cy="91440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55E8464C-E0F7-4B04-81F1-BCF1FE454302}"/>
              </a:ext>
            </a:extLst>
          </p:cNvPr>
          <p:cNvSpPr txBox="1"/>
          <p:nvPr/>
        </p:nvSpPr>
        <p:spPr>
          <a:xfrm>
            <a:off x="4559713" y="2202114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Nome da Classe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4F86918-CB1A-41ED-8755-85E51CD44122}"/>
              </a:ext>
            </a:extLst>
          </p:cNvPr>
          <p:cNvSpPr txBox="1"/>
          <p:nvPr/>
        </p:nvSpPr>
        <p:spPr>
          <a:xfrm>
            <a:off x="4698259" y="3295641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Atributos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A635D59-489D-40F0-B8ED-F6EA160F0996}"/>
              </a:ext>
            </a:extLst>
          </p:cNvPr>
          <p:cNvSpPr txBox="1"/>
          <p:nvPr/>
        </p:nvSpPr>
        <p:spPr>
          <a:xfrm>
            <a:off x="4698259" y="5478256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Métodos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57963"/>
              </p:ext>
            </p:extLst>
          </p:nvPr>
        </p:nvGraphicFramePr>
        <p:xfrm>
          <a:off x="1196136" y="2667295"/>
          <a:ext cx="2703158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idade: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63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873ED65-6D8C-4740-B680-20BF245C86E9}"/>
              </a:ext>
            </a:extLst>
          </p:cNvPr>
          <p:cNvGrpSpPr/>
          <p:nvPr/>
        </p:nvGrpSpPr>
        <p:grpSpPr>
          <a:xfrm>
            <a:off x="5643415" y="1856509"/>
            <a:ext cx="5148000" cy="2160000"/>
            <a:chOff x="5643415" y="1856509"/>
            <a:chExt cx="5148000" cy="2160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4144492-AE74-45C6-807B-176342249782}"/>
                </a:ext>
              </a:extLst>
            </p:cNvPr>
            <p:cNvSpPr/>
            <p:nvPr/>
          </p:nvSpPr>
          <p:spPr>
            <a:xfrm>
              <a:off x="5735782" y="1958109"/>
              <a:ext cx="4959927" cy="19765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58F82F81-DBAD-4D3E-9ECE-8D6E357BC4E3}"/>
                </a:ext>
              </a:extLst>
            </p:cNvPr>
            <p:cNvSpPr/>
            <p:nvPr/>
          </p:nvSpPr>
          <p:spPr>
            <a:xfrm>
              <a:off x="5643415" y="1856509"/>
              <a:ext cx="5148000" cy="216000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Aula anterior: Construindo classes em Java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id="{CCA2F204-F4C2-4BD3-AAE5-E9854ABC63CB}"/>
              </a:ext>
            </a:extLst>
          </p:cNvPr>
          <p:cNvSpPr/>
          <p:nvPr/>
        </p:nvSpPr>
        <p:spPr bwMode="auto">
          <a:xfrm>
            <a:off x="4333409" y="2713538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055466"/>
              </p:ext>
            </p:extLst>
          </p:nvPr>
        </p:nvGraphicFramePr>
        <p:xfrm>
          <a:off x="974462" y="1453000"/>
          <a:ext cx="270315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Nome_da_classe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método3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338C36C4-8587-41E7-83A2-115599AA6388}"/>
              </a:ext>
            </a:extLst>
          </p:cNvPr>
          <p:cNvSpPr txBox="1"/>
          <p:nvPr/>
        </p:nvSpPr>
        <p:spPr>
          <a:xfrm>
            <a:off x="5902043" y="2113373"/>
            <a:ext cx="458123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</a:rPr>
              <a:t>Nome_da_classe</a:t>
            </a:r>
            <a:r>
              <a:rPr lang="pt-BR" sz="2000" dirty="0">
                <a:latin typeface="Consolas" panose="020B0609020204030204" pitchFamily="49" charset="0"/>
              </a:rPr>
              <a:t>&gt;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atributos&gt;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métodos&gt;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747E0923-2807-4F61-96D5-D80F9447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5530" y="5302636"/>
            <a:ext cx="577734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Um arquivo em Java precisa ser uma classe pública com o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mesmo nome do arquivo</a:t>
            </a:r>
          </a:p>
        </p:txBody>
      </p:sp>
      <p:sp>
        <p:nvSpPr>
          <p:cNvPr id="17" name="Seta para a direita listrada 20">
            <a:extLst>
              <a:ext uri="{FF2B5EF4-FFF2-40B4-BE49-F238E27FC236}">
                <a16:creationId xmlns:a16="http://schemas.microsoft.com/office/drawing/2014/main" id="{1971C053-507C-4072-959C-7DF05D5EE9CF}"/>
              </a:ext>
            </a:extLst>
          </p:cNvPr>
          <p:cNvSpPr/>
          <p:nvPr/>
        </p:nvSpPr>
        <p:spPr bwMode="auto">
          <a:xfrm rot="16200000">
            <a:off x="7759322" y="4204867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D641AF-EC6F-45AA-9803-1B4F82566532}"/>
              </a:ext>
            </a:extLst>
          </p:cNvPr>
          <p:cNvSpPr txBox="1"/>
          <p:nvPr/>
        </p:nvSpPr>
        <p:spPr>
          <a:xfrm>
            <a:off x="778950" y="5555809"/>
            <a:ext cx="3094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Modelo UML de classe</a:t>
            </a:r>
          </a:p>
        </p:txBody>
      </p:sp>
      <p:pic>
        <p:nvPicPr>
          <p:cNvPr id="22" name="Gráfico 21" descr="Seta para Baixo">
            <a:extLst>
              <a:ext uri="{FF2B5EF4-FFF2-40B4-BE49-F238E27FC236}">
                <a16:creationId xmlns:a16="http://schemas.microsoft.com/office/drawing/2014/main" id="{61A2399E-B574-4970-A563-3F0E915FA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8523" y="46414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Resumindo a aula anterior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E88C16-F582-4327-AFF2-1AA6EB5C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98" y="1077191"/>
            <a:ext cx="5040819" cy="516297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0CE0CF-EBD9-46CE-8F7A-79377D849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366" y="3658676"/>
            <a:ext cx="2309716" cy="141972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9BC2EB9-CB9D-4EC5-AD40-A8B0C9194066}"/>
              </a:ext>
            </a:extLst>
          </p:cNvPr>
          <p:cNvCxnSpPr/>
          <p:nvPr/>
        </p:nvCxnSpPr>
        <p:spPr>
          <a:xfrm flipH="1">
            <a:off x="7453745" y="4636655"/>
            <a:ext cx="1393621" cy="56341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2">
            <a:extLst>
              <a:ext uri="{FF2B5EF4-FFF2-40B4-BE49-F238E27FC236}">
                <a16:creationId xmlns:a16="http://schemas.microsoft.com/office/drawing/2014/main" id="{A8A82FD8-B950-4D27-910B-A7426436A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6860" y="4137703"/>
            <a:ext cx="217072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Instância</a:t>
            </a:r>
            <a:endParaRPr lang="pt-BR" sz="2400" b="1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0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856AD-9995-4A2C-83BB-7CDC5550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Que tal uma pausa para a provinha?</a:t>
            </a:r>
          </a:p>
        </p:txBody>
      </p:sp>
      <p:pic>
        <p:nvPicPr>
          <p:cNvPr id="3" name="Picture 2" descr="Não deve haver outro filme do Deadpool”, diz criador do personagem">
            <a:extLst>
              <a:ext uri="{FF2B5EF4-FFF2-40B4-BE49-F238E27FC236}">
                <a16:creationId xmlns:a16="http://schemas.microsoft.com/office/drawing/2014/main" id="{5D375748-2C84-41A0-9729-B8C33384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774" y="1047891"/>
            <a:ext cx="8336268" cy="518932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4591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856AD-9995-4A2C-83BB-7CDC5550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Que tal uma pausa para a provinha?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84E0DD-3CC1-4CC5-8820-E22A83BED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41" y="1575275"/>
            <a:ext cx="4025900" cy="4025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F5F15E3-B580-41AA-B259-25B3A563E773}"/>
              </a:ext>
            </a:extLst>
          </p:cNvPr>
          <p:cNvSpPr/>
          <p:nvPr/>
        </p:nvSpPr>
        <p:spPr>
          <a:xfrm>
            <a:off x="6181766" y="1221332"/>
            <a:ext cx="48019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marR="0" lvl="2" indent="0" algn="just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Pegue</a:t>
            </a:r>
            <a:r>
              <a:rPr kumimoji="1" lang="pt-B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 </a:t>
            </a:r>
            <a:r>
              <a:rPr kumimoji="0" lang="pt-BR" sz="3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o seu celular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B5F7B72-427D-480F-8663-074410E44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534" y="2072214"/>
            <a:ext cx="6502400" cy="3175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F50DF02-2100-4C6D-8802-836F88ACE40C}"/>
              </a:ext>
            </a:extLst>
          </p:cNvPr>
          <p:cNvSpPr txBox="1"/>
          <p:nvPr/>
        </p:nvSpPr>
        <p:spPr>
          <a:xfrm>
            <a:off x="5839533" y="5390210"/>
            <a:ext cx="5486401" cy="6771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3pPr marL="88900" lvl="2" algn="just">
              <a:spcBef>
                <a:spcPts val="600"/>
              </a:spcBef>
              <a:defRPr sz="3600" b="1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3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https://joinmyquiz.com</a:t>
            </a:r>
            <a:endParaRPr kumimoji="0" lang="pt-BR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6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Estrutura de uma classe Java executável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2997B1-DEB8-49DC-B4EB-C436D96A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054" y="2754541"/>
            <a:ext cx="814416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altLang="pt-BR" sz="2400" b="1" dirty="0">
                <a:latin typeface="Consolas" panose="020B0609020204030204" pitchFamily="49" charset="0"/>
              </a:rPr>
              <a:t> [nome]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altLang="pt-BR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main</a:t>
            </a:r>
            <a:r>
              <a:rPr lang="pt-BR" altLang="pt-B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2400" b="1" dirty="0">
                <a:latin typeface="Consolas" panose="020B0609020204030204" pitchFamily="49" charset="0"/>
              </a:rPr>
              <a:t>(</a:t>
            </a:r>
            <a:r>
              <a:rPr lang="pt-BR" altLang="pt-BR" sz="2400" b="1" dirty="0" err="1">
                <a:solidFill>
                  <a:srgbClr val="990099"/>
                </a:solidFill>
                <a:latin typeface="Consolas" panose="020B0609020204030204" pitchFamily="49" charset="0"/>
              </a:rPr>
              <a:t>String</a:t>
            </a:r>
            <a:r>
              <a:rPr lang="pt-BR" altLang="pt-BR" sz="2400" b="1" dirty="0">
                <a:latin typeface="Consolas" panose="020B0609020204030204" pitchFamily="49" charset="0"/>
              </a:rPr>
              <a:t> </a:t>
            </a:r>
            <a:r>
              <a:rPr lang="pt-BR" altLang="pt-BR" sz="2400" b="1" dirty="0" err="1">
                <a:latin typeface="Consolas" panose="020B0609020204030204" pitchFamily="49" charset="0"/>
              </a:rPr>
              <a:t>args</a:t>
            </a:r>
            <a:r>
              <a:rPr lang="pt-BR" altLang="pt-BR" sz="2400" b="1" dirty="0">
                <a:latin typeface="Consolas" panose="020B0609020204030204" pitchFamily="49" charset="0"/>
              </a:rPr>
              <a:t>[ ])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	...</a:t>
            </a:r>
          </a:p>
          <a:p>
            <a:pPr>
              <a:spcBef>
                <a:spcPct val="0"/>
              </a:spcBef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	}</a:t>
            </a:r>
            <a:r>
              <a:rPr lang="pt-BR" altLang="pt-BR" sz="2400" dirty="0">
                <a:latin typeface="Arial Nova Cond Light" panose="020B0306020202020204" pitchFamily="34" charset="0"/>
              </a:rPr>
              <a:t> </a:t>
            </a:r>
            <a:endParaRPr lang="pt-BR" altLang="pt-BR" sz="24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441CC35-F79F-4E8D-8DE9-27D6B36D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771" y="5734420"/>
            <a:ext cx="8820727" cy="523220"/>
          </a:xfrm>
          <a:prstGeom prst="rect">
            <a:avLst/>
          </a:prstGeom>
          <a:solidFill>
            <a:srgbClr val="FFFC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800" b="1" dirty="0">
                <a:solidFill>
                  <a:srgbClr val="FF3300"/>
                </a:solidFill>
                <a:latin typeface="Arial Nova Cond Light" panose="020B0306020202020204" pitchFamily="34" charset="0"/>
              </a:rPr>
              <a:t>Essa estrutura estará em todos os programa desenvolvidos em </a:t>
            </a:r>
            <a:r>
              <a:rPr lang="pt-BR" altLang="pt-BR" sz="2800" b="1" dirty="0" err="1">
                <a:solidFill>
                  <a:srgbClr val="FF3300"/>
                </a:solidFill>
                <a:latin typeface="Arial Nova Cond Light" panose="020B0306020202020204" pitchFamily="34" charset="0"/>
              </a:rPr>
              <a:t>java</a:t>
            </a:r>
            <a:endParaRPr lang="pt-BR" altLang="pt-BR" sz="2800" b="1" dirty="0">
              <a:solidFill>
                <a:srgbClr val="FF3300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885B8AA-488E-462A-9A81-77ADEA204964}"/>
              </a:ext>
            </a:extLst>
          </p:cNvPr>
          <p:cNvSpPr txBox="1"/>
          <p:nvPr/>
        </p:nvSpPr>
        <p:spPr>
          <a:xfrm>
            <a:off x="984756" y="1152525"/>
            <a:ext cx="373856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 err="1">
                <a:latin typeface="Arial Nova Cond Light" panose="020B0306020202020204" pitchFamily="34" charset="0"/>
              </a:rPr>
              <a:t>class</a:t>
            </a:r>
            <a:r>
              <a:rPr lang="pt-BR" altLang="pt-BR" sz="2400" dirty="0">
                <a:latin typeface="Arial Nova Cond Light" panose="020B0306020202020204" pitchFamily="34" charset="0"/>
              </a:rPr>
              <a:t> é a palavra reservada que marca o início da declaração de uma classe.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B556D0-9D52-4A71-8CC6-B769D8744FE5}"/>
              </a:ext>
            </a:extLst>
          </p:cNvPr>
          <p:cNvSpPr txBox="1"/>
          <p:nvPr/>
        </p:nvSpPr>
        <p:spPr>
          <a:xfrm>
            <a:off x="5623574" y="1492541"/>
            <a:ext cx="315534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Nome da Classe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FF3300"/>
                </a:solidFill>
                <a:latin typeface="Arial Nova Cond Light" panose="020B0306020202020204" pitchFamily="34" charset="0"/>
              </a:rPr>
              <a:t>Deve ter o mesmo nome do arquivo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D8371CA-A0C3-4385-9816-44B04CCBFF85}"/>
              </a:ext>
            </a:extLst>
          </p:cNvPr>
          <p:cNvSpPr txBox="1"/>
          <p:nvPr/>
        </p:nvSpPr>
        <p:spPr>
          <a:xfrm>
            <a:off x="4113515" y="4896586"/>
            <a:ext cx="135630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Instruções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08D334F-900F-4144-BACF-ACE2E828AD95}"/>
              </a:ext>
            </a:extLst>
          </p:cNvPr>
          <p:cNvSpPr txBox="1"/>
          <p:nvPr/>
        </p:nvSpPr>
        <p:spPr>
          <a:xfrm>
            <a:off x="6327780" y="4382021"/>
            <a:ext cx="442606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Método </a:t>
            </a:r>
            <a:r>
              <a:rPr lang="pt-BR" altLang="pt-BR" sz="2400" dirty="0" err="1">
                <a:latin typeface="Arial Nova Cond Light" panose="020B0306020202020204" pitchFamily="34" charset="0"/>
              </a:rPr>
              <a:t>main</a:t>
            </a:r>
            <a:r>
              <a:rPr lang="pt-BR" altLang="pt-BR" sz="2400" dirty="0">
                <a:latin typeface="Arial Nova Cond Light" panose="020B0306020202020204" pitchFamily="34" charset="0"/>
              </a:rPr>
              <a:t>: onde inicia a execução</a:t>
            </a:r>
          </a:p>
        </p:txBody>
      </p:sp>
      <p:pic>
        <p:nvPicPr>
          <p:cNvPr id="26" name="Gráfico 25" descr="Seta de linha: curva ligeira">
            <a:extLst>
              <a:ext uri="{FF2B5EF4-FFF2-40B4-BE49-F238E27FC236}">
                <a16:creationId xmlns:a16="http://schemas.microsoft.com/office/drawing/2014/main" id="{755CA200-DC75-480F-85A1-1EE186F9C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148934" flipH="1">
            <a:off x="3047876" y="1863909"/>
            <a:ext cx="914400" cy="914400"/>
          </a:xfrm>
          <a:prstGeom prst="rect">
            <a:avLst/>
          </a:prstGeom>
        </p:spPr>
      </p:pic>
      <p:pic>
        <p:nvPicPr>
          <p:cNvPr id="28" name="Gráfico 27" descr="Seta de linha: curva ligeira">
            <a:extLst>
              <a:ext uri="{FF2B5EF4-FFF2-40B4-BE49-F238E27FC236}">
                <a16:creationId xmlns:a16="http://schemas.microsoft.com/office/drawing/2014/main" id="{915C5870-E51D-4E2F-B932-CB7ABFC46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619422">
            <a:off x="5012622" y="1983569"/>
            <a:ext cx="914400" cy="914400"/>
          </a:xfrm>
          <a:prstGeom prst="rect">
            <a:avLst/>
          </a:prstGeom>
        </p:spPr>
      </p:pic>
      <p:pic>
        <p:nvPicPr>
          <p:cNvPr id="29" name="Gráfico 28" descr="Seta de linha: curva ligeira">
            <a:extLst>
              <a:ext uri="{FF2B5EF4-FFF2-40B4-BE49-F238E27FC236}">
                <a16:creationId xmlns:a16="http://schemas.microsoft.com/office/drawing/2014/main" id="{B795090B-1DF0-4858-89F9-1024B9BD0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358905">
            <a:off x="3764654" y="4203158"/>
            <a:ext cx="914400" cy="914400"/>
          </a:xfrm>
          <a:prstGeom prst="rect">
            <a:avLst/>
          </a:prstGeom>
        </p:spPr>
      </p:pic>
      <p:pic>
        <p:nvPicPr>
          <p:cNvPr id="30" name="Gráfico 29" descr="Seta de linha: curva ligeira">
            <a:extLst>
              <a:ext uri="{FF2B5EF4-FFF2-40B4-BE49-F238E27FC236}">
                <a16:creationId xmlns:a16="http://schemas.microsoft.com/office/drawing/2014/main" id="{35E26C20-AA79-4575-A94D-DBC31C8F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841095" flipH="1">
            <a:off x="5638799" y="38946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63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Estrutura de uma classe Java executável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E8CB73-CE86-4CF9-943C-7815A427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0" y="1579605"/>
            <a:ext cx="9245502" cy="3721314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BE810E6-B71E-4D33-927B-7E0D1184D99C}"/>
              </a:ext>
            </a:extLst>
          </p:cNvPr>
          <p:cNvSpPr txBox="1"/>
          <p:nvPr/>
        </p:nvSpPr>
        <p:spPr>
          <a:xfrm>
            <a:off x="2567125" y="1047791"/>
            <a:ext cx="23466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Nome do arquivo</a:t>
            </a:r>
          </a:p>
        </p:txBody>
      </p:sp>
      <p:pic>
        <p:nvPicPr>
          <p:cNvPr id="6" name="Gráfico 5" descr="Seta de linha: curva ligeira">
            <a:extLst>
              <a:ext uri="{FF2B5EF4-FFF2-40B4-BE49-F238E27FC236}">
                <a16:creationId xmlns:a16="http://schemas.microsoft.com/office/drawing/2014/main" id="{AD8C4C66-22EA-4D38-9AD2-8AC536B6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48934" flipH="1">
            <a:off x="1932291" y="1164206"/>
            <a:ext cx="914400" cy="9144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E74740-BF82-400F-A9F6-1066B741402B}"/>
              </a:ext>
            </a:extLst>
          </p:cNvPr>
          <p:cNvSpPr txBox="1"/>
          <p:nvPr/>
        </p:nvSpPr>
        <p:spPr>
          <a:xfrm>
            <a:off x="4552941" y="2774991"/>
            <a:ext cx="324254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A classe e o arquivo têm mesmo nome</a:t>
            </a:r>
          </a:p>
        </p:txBody>
      </p:sp>
      <p:pic>
        <p:nvPicPr>
          <p:cNvPr id="20" name="Gráfico 19" descr="Seta de linha: curva ligeira">
            <a:extLst>
              <a:ext uri="{FF2B5EF4-FFF2-40B4-BE49-F238E27FC236}">
                <a16:creationId xmlns:a16="http://schemas.microsoft.com/office/drawing/2014/main" id="{2D805576-6618-4F5B-ACCC-382DA3FB8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009082" flipH="1">
            <a:off x="3918108" y="28914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52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Estrutura de uma classe Java executável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E8CB73-CE86-4CF9-943C-7815A4275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0" y="1579605"/>
            <a:ext cx="9245502" cy="3721314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BE810E6-B71E-4D33-927B-7E0D1184D99C}"/>
              </a:ext>
            </a:extLst>
          </p:cNvPr>
          <p:cNvSpPr txBox="1"/>
          <p:nvPr/>
        </p:nvSpPr>
        <p:spPr>
          <a:xfrm>
            <a:off x="2567125" y="1047791"/>
            <a:ext cx="23466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Nome do arquivo</a:t>
            </a:r>
          </a:p>
        </p:txBody>
      </p:sp>
      <p:pic>
        <p:nvPicPr>
          <p:cNvPr id="6" name="Gráfico 5" descr="Seta de linha: curva ligeira">
            <a:extLst>
              <a:ext uri="{FF2B5EF4-FFF2-40B4-BE49-F238E27FC236}">
                <a16:creationId xmlns:a16="http://schemas.microsoft.com/office/drawing/2014/main" id="{AD8C4C66-22EA-4D38-9AD2-8AC536B6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48934" flipH="1">
            <a:off x="1932291" y="1164206"/>
            <a:ext cx="914400" cy="9144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E74740-BF82-400F-A9F6-1066B741402B}"/>
              </a:ext>
            </a:extLst>
          </p:cNvPr>
          <p:cNvSpPr txBox="1"/>
          <p:nvPr/>
        </p:nvSpPr>
        <p:spPr>
          <a:xfrm>
            <a:off x="4552941" y="2774991"/>
            <a:ext cx="324254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A classe e o arquivo têm mesmo nome</a:t>
            </a:r>
          </a:p>
        </p:txBody>
      </p:sp>
      <p:pic>
        <p:nvPicPr>
          <p:cNvPr id="20" name="Gráfico 19" descr="Seta de linha: curva ligeira">
            <a:extLst>
              <a:ext uri="{FF2B5EF4-FFF2-40B4-BE49-F238E27FC236}">
                <a16:creationId xmlns:a16="http://schemas.microsoft.com/office/drawing/2014/main" id="{2D805576-6618-4F5B-ACCC-382DA3FB8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009082" flipH="1">
            <a:off x="3918108" y="2891406"/>
            <a:ext cx="914400" cy="9144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A7740B0-5E91-4603-9A88-2FDC0D7B6834}"/>
              </a:ext>
            </a:extLst>
          </p:cNvPr>
          <p:cNvSpPr txBox="1"/>
          <p:nvPr/>
        </p:nvSpPr>
        <p:spPr>
          <a:xfrm>
            <a:off x="687379" y="5429953"/>
            <a:ext cx="37594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pt-BR" altLang="pt-BR" b="1" dirty="0">
                <a:solidFill>
                  <a:srgbClr val="008000"/>
                </a:solidFill>
                <a:latin typeface="Courier New" panose="02070309020205020404" pitchFamily="49" charset="0"/>
              </a:rPr>
              <a:t>/* Esse é um 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pt-BR" altLang="pt-BR" b="1" dirty="0">
                <a:solidFill>
                  <a:srgbClr val="008000"/>
                </a:solidFill>
                <a:latin typeface="Courier New" panose="02070309020205020404" pitchFamily="49" charset="0"/>
              </a:rPr>
              <a:t>   comentário </a:t>
            </a:r>
          </a:p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pt-BR" altLang="pt-BR" b="1" dirty="0">
                <a:solidFill>
                  <a:srgbClr val="008000"/>
                </a:solidFill>
                <a:latin typeface="Courier New" panose="02070309020205020404" pitchFamily="49" charset="0"/>
              </a:rPr>
              <a:t>   com várias linhas*/</a:t>
            </a:r>
            <a:endParaRPr lang="pt-BR" altLang="pt-BR" sz="24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E2365C9-E5B1-4721-BFD7-6CD271375F39}"/>
              </a:ext>
            </a:extLst>
          </p:cNvPr>
          <p:cNvSpPr txBox="1"/>
          <p:nvPr/>
        </p:nvSpPr>
        <p:spPr>
          <a:xfrm>
            <a:off x="4552941" y="5238789"/>
            <a:ext cx="3242549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Inicia-se com o delimitador </a:t>
            </a:r>
            <a:r>
              <a:rPr lang="pt-BR" altLang="pt-BR" sz="2400" b="1" dirty="0">
                <a:solidFill>
                  <a:schemeClr val="accent5">
                    <a:lumMod val="75000"/>
                  </a:schemeClr>
                </a:solidFill>
                <a:latin typeface="Arial Nova Cond Light" panose="020B0306020202020204" pitchFamily="34" charset="0"/>
              </a:rPr>
              <a:t>/*</a:t>
            </a:r>
            <a:r>
              <a:rPr lang="pt-BR" altLang="pt-BR" sz="2400" dirty="0">
                <a:latin typeface="Arial Nova Cond Light" panose="020B0306020202020204" pitchFamily="34" charset="0"/>
              </a:rPr>
              <a:t> e termina com </a:t>
            </a:r>
            <a:r>
              <a:rPr lang="pt-BR" altLang="pt-BR" sz="2400" b="1" dirty="0">
                <a:solidFill>
                  <a:schemeClr val="accent5">
                    <a:lumMod val="75000"/>
                  </a:schemeClr>
                </a:solidFill>
                <a:latin typeface="Arial Nova Cond Light" panose="020B0306020202020204" pitchFamily="34" charset="0"/>
              </a:rPr>
              <a:t>*/</a:t>
            </a:r>
          </a:p>
        </p:txBody>
      </p:sp>
      <p:pic>
        <p:nvPicPr>
          <p:cNvPr id="27" name="Gráfico 26" descr="Seta de linha: curva ligeira">
            <a:extLst>
              <a:ext uri="{FF2B5EF4-FFF2-40B4-BE49-F238E27FC236}">
                <a16:creationId xmlns:a16="http://schemas.microsoft.com/office/drawing/2014/main" id="{7EEB4848-CBED-4580-8F66-3D8C201C3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009082" flipH="1">
            <a:off x="3867749" y="5394810"/>
            <a:ext cx="914400" cy="914400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5FCC88AD-CABF-4FA1-A5EB-CDBBE47F8D81}"/>
              </a:ext>
            </a:extLst>
          </p:cNvPr>
          <p:cNvSpPr txBox="1"/>
          <p:nvPr/>
        </p:nvSpPr>
        <p:spPr>
          <a:xfrm>
            <a:off x="8803731" y="4084790"/>
            <a:ext cx="3242549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No comentário de uma única linha usa-se o delimitador </a:t>
            </a:r>
            <a:r>
              <a:rPr lang="pt-BR" altLang="pt-BR" sz="2400" b="1" dirty="0">
                <a:solidFill>
                  <a:schemeClr val="accent5">
                    <a:lumMod val="75000"/>
                  </a:schemeClr>
                </a:solidFill>
                <a:latin typeface="Arial Nova Cond Light" panose="020B0306020202020204" pitchFamily="34" charset="0"/>
              </a:rPr>
              <a:t>//</a:t>
            </a:r>
          </a:p>
        </p:txBody>
      </p:sp>
      <p:pic>
        <p:nvPicPr>
          <p:cNvPr id="32" name="Gráfico 31" descr="Seta de linha: curva ligeira">
            <a:extLst>
              <a:ext uri="{FF2B5EF4-FFF2-40B4-BE49-F238E27FC236}">
                <a16:creationId xmlns:a16="http://schemas.microsoft.com/office/drawing/2014/main" id="{32152EC2-28DD-466D-80A7-48C6D5BBC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844655" flipH="1">
            <a:off x="8063120" y="3935788"/>
            <a:ext cx="914400" cy="914400"/>
          </a:xfrm>
          <a:prstGeom prst="rect">
            <a:avLst/>
          </a:prstGeom>
        </p:spPr>
      </p:pic>
      <p:pic>
        <p:nvPicPr>
          <p:cNvPr id="8" name="Picture 4" descr="Mulher meditando desenho vetorial | Vectores de Domínio Público">
            <a:extLst>
              <a:ext uri="{FF2B5EF4-FFF2-40B4-BE49-F238E27FC236}">
                <a16:creationId xmlns:a16="http://schemas.microsoft.com/office/drawing/2014/main" id="{0CD42DFA-032A-4D67-A5A4-613A3F70F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250" y="1767098"/>
            <a:ext cx="1034617" cy="201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2BE5D3-F8B6-4F50-9C0D-7EE7040A1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995" y="602786"/>
            <a:ext cx="2822005" cy="173461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76B5DC4F-AD7B-4049-859A-7A73055B3EB3}"/>
              </a:ext>
            </a:extLst>
          </p:cNvPr>
          <p:cNvSpPr txBox="1"/>
          <p:nvPr/>
        </p:nvSpPr>
        <p:spPr>
          <a:xfrm>
            <a:off x="8401681" y="871584"/>
            <a:ext cx="27743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Os comentários são ignorados pelo compilador</a:t>
            </a:r>
          </a:p>
        </p:txBody>
      </p:sp>
    </p:spTree>
    <p:extLst>
      <p:ext uri="{BB962C8B-B14F-4D97-AF65-F5344CB8AC3E}">
        <p14:creationId xmlns:p14="http://schemas.microsoft.com/office/powerpoint/2010/main" val="169472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Dicas que te tornarão um programador melhor</a:t>
            </a:r>
          </a:p>
        </p:txBody>
      </p:sp>
      <p:pic>
        <p:nvPicPr>
          <p:cNvPr id="7" name="Picture 6" descr="Vingadores 4': Vaza a imagem da nova arma de Thanos no filme ...">
            <a:extLst>
              <a:ext uri="{FF2B5EF4-FFF2-40B4-BE49-F238E27FC236}">
                <a16:creationId xmlns:a16="http://schemas.microsoft.com/office/drawing/2014/main" id="{0A2C935E-417B-47FE-80D0-4089C341B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003" y="1620762"/>
            <a:ext cx="7223931" cy="361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Uma imagem contendo xícara, café, caneca, navio&#10;&#10;Descrição gerada automaticamente">
            <a:extLst>
              <a:ext uri="{FF2B5EF4-FFF2-40B4-BE49-F238E27FC236}">
                <a16:creationId xmlns:a16="http://schemas.microsoft.com/office/drawing/2014/main" id="{C07724AC-7A71-44B1-A47C-EF5A52112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9" y="1505089"/>
            <a:ext cx="4202799" cy="402242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B23794F6-1AD7-40F4-A53F-78BA6ACB178E}"/>
              </a:ext>
            </a:extLst>
          </p:cNvPr>
          <p:cNvSpPr txBox="1"/>
          <p:nvPr/>
        </p:nvSpPr>
        <p:spPr>
          <a:xfrm>
            <a:off x="5102902" y="1620762"/>
            <a:ext cx="3896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Comente sempre seu código.</a:t>
            </a:r>
          </a:p>
          <a:p>
            <a:pPr algn="ctr"/>
            <a:r>
              <a:rPr lang="pt-B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Verá que será útil no futuro.</a:t>
            </a:r>
          </a:p>
        </p:txBody>
      </p:sp>
    </p:spTree>
    <p:extLst>
      <p:ext uri="{BB962C8B-B14F-4D97-AF65-F5344CB8AC3E}">
        <p14:creationId xmlns:p14="http://schemas.microsoft.com/office/powerpoint/2010/main" val="246008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Dicas que te tornarão um programador melhor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4D40685-4B25-4357-B761-399D152A3FFF}"/>
              </a:ext>
            </a:extLst>
          </p:cNvPr>
          <p:cNvSpPr txBox="1"/>
          <p:nvPr/>
        </p:nvSpPr>
        <p:spPr>
          <a:xfrm>
            <a:off x="443883" y="1139307"/>
            <a:ext cx="113900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Termine (quase...) todas as linhas com </a:t>
            </a:r>
            <a:r>
              <a:rPr lang="pt-BR" sz="2800" b="1" u="sng" kern="0" dirty="0">
                <a:latin typeface="Arial Nova Cond Light" panose="020B0306020202020204" pitchFamily="34" charset="0"/>
                <a:cs typeface="Arial" charset="0"/>
              </a:rPr>
              <a:t>PONTO E VÍRGULA </a:t>
            </a: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(;)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Quando ocorrer um erro de compilação, dê um duplo clique sobre a mensagem de erro para destacar o comando errado no programa e verifique também a linha anterior, que pode ser a responsável pelo erro, especialmente se faltar o </a:t>
            </a:r>
            <a:r>
              <a:rPr lang="pt-BR" sz="2800" b="1" kern="0" dirty="0">
                <a:latin typeface="Arial Nova Cond Light" panose="020B0306020202020204" pitchFamily="34" charset="0"/>
                <a:cs typeface="Arial" charset="0"/>
              </a:rPr>
              <a:t>(;)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Como convenção, todos os nomes de classe (identificador) em Java iniciam com uma letra maiúscula.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Use comentários, iniciados por // ou /* ... */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CE52CD-3203-4B23-93C4-03DDE60FB140}"/>
              </a:ext>
            </a:extLst>
          </p:cNvPr>
          <p:cNvSpPr txBox="1"/>
          <p:nvPr/>
        </p:nvSpPr>
        <p:spPr>
          <a:xfrm>
            <a:off x="2013527" y="4398251"/>
            <a:ext cx="8164945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pt-BR" altLang="pt-BR" sz="2800" dirty="0">
                <a:solidFill>
                  <a:srgbClr val="000000"/>
                </a:solidFill>
                <a:latin typeface="Arial Nova Cond Light" panose="020B0306020202020204" pitchFamily="34" charset="0"/>
              </a:rPr>
              <a:t>letras, dígitos, sublinhados(_) e sinais de cifrão ($) que não iniciem com dígito e não contenham espaços em branco nem ponto. Em Java o nome Exemplo1 é diferente de exemplo1.</a:t>
            </a:r>
          </a:p>
        </p:txBody>
      </p:sp>
      <p:pic>
        <p:nvPicPr>
          <p:cNvPr id="6" name="Gráfico 5" descr="Seta de linha: curva ligeira">
            <a:extLst>
              <a:ext uri="{FF2B5EF4-FFF2-40B4-BE49-F238E27FC236}">
                <a16:creationId xmlns:a16="http://schemas.microsoft.com/office/drawing/2014/main" id="{6F7D7B70-BF4D-4C64-9F48-6ED3963AC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106858" flipH="1" flipV="1">
            <a:off x="1098902" y="4077485"/>
            <a:ext cx="914400" cy="914400"/>
          </a:xfrm>
          <a:prstGeom prst="rect">
            <a:avLst/>
          </a:prstGeom>
        </p:spPr>
      </p:pic>
      <p:pic>
        <p:nvPicPr>
          <p:cNvPr id="11" name="Picture 4" descr="Mulher meditando desenho vetorial | Vectores de Domínio Público">
            <a:extLst>
              <a:ext uri="{FF2B5EF4-FFF2-40B4-BE49-F238E27FC236}">
                <a16:creationId xmlns:a16="http://schemas.microsoft.com/office/drawing/2014/main" id="{3F62D3C4-3FAB-4E12-AF26-18C47D7F2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3500" y="4039243"/>
            <a:ext cx="1034617" cy="201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12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Dicas que te tornarão um programador melhor</a:t>
            </a:r>
          </a:p>
        </p:txBody>
      </p:sp>
      <p:pic>
        <p:nvPicPr>
          <p:cNvPr id="34" name="Picture 2" descr="Resultado de imagem para git hub">
            <a:extLst>
              <a:ext uri="{FF2B5EF4-FFF2-40B4-BE49-F238E27FC236}">
                <a16:creationId xmlns:a16="http://schemas.microsoft.com/office/drawing/2014/main" id="{BCB669EA-ED92-4492-BCF5-93BBCAA7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413" y="838948"/>
            <a:ext cx="6221413" cy="230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tângulo 35">
            <a:extLst>
              <a:ext uri="{FF2B5EF4-FFF2-40B4-BE49-F238E27FC236}">
                <a16:creationId xmlns:a16="http://schemas.microsoft.com/office/drawing/2014/main" id="{300177AE-F9BB-4124-B555-B1A257CD6D53}"/>
              </a:ext>
            </a:extLst>
          </p:cNvPr>
          <p:cNvSpPr/>
          <p:nvPr/>
        </p:nvSpPr>
        <p:spPr>
          <a:xfrm>
            <a:off x="443883" y="4242072"/>
            <a:ext cx="4237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rgbClr val="333333"/>
                </a:solidFill>
                <a:latin typeface="Arial Nova Cond Light" panose="020B0306020202020204" pitchFamily="34" charset="0"/>
              </a:rPr>
              <a:t>O Que é GitHub e Para Que é Usado?</a:t>
            </a:r>
            <a:endParaRPr lang="pt-BR" sz="2400" b="1" i="0" dirty="0">
              <a:solidFill>
                <a:srgbClr val="333333"/>
              </a:solidFill>
              <a:effectLst/>
              <a:latin typeface="Arial Nova Cond Light" panose="020B0306020202020204" pitchFamily="34" charset="0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2449433-E4A7-40C0-8901-8D3BEA7D9E41}"/>
              </a:ext>
            </a:extLst>
          </p:cNvPr>
          <p:cNvSpPr/>
          <p:nvPr/>
        </p:nvSpPr>
        <p:spPr>
          <a:xfrm>
            <a:off x="443883" y="4649189"/>
            <a:ext cx="5876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  <a:hlinkClick r:id="rId3"/>
              </a:rPr>
              <a:t>https://www.hostinger.com.br/tutoriais/o-que-github/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E10F7F4-964D-48E7-9768-6A17E6D6014C}"/>
              </a:ext>
            </a:extLst>
          </p:cNvPr>
          <p:cNvSpPr/>
          <p:nvPr/>
        </p:nvSpPr>
        <p:spPr>
          <a:xfrm>
            <a:off x="444555" y="5120831"/>
            <a:ext cx="4789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solidFill>
                  <a:srgbClr val="333333"/>
                </a:solidFill>
                <a:latin typeface="Arial Nova Cond Light" panose="020B0306020202020204" pitchFamily="34" charset="0"/>
              </a:rPr>
              <a:t>Tutorial do GIT Básico – Introdução ao GIT</a:t>
            </a:r>
            <a:endParaRPr lang="pt-BR" sz="2400" b="1" i="0" dirty="0">
              <a:solidFill>
                <a:srgbClr val="333333"/>
              </a:solidFill>
              <a:effectLst/>
              <a:latin typeface="Arial Nova Cond Light" panose="020B0306020202020204" pitchFamily="34" charset="0"/>
            </a:endParaRP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37DE7C23-9330-46D2-987C-1564E18821DC}"/>
              </a:ext>
            </a:extLst>
          </p:cNvPr>
          <p:cNvSpPr/>
          <p:nvPr/>
        </p:nvSpPr>
        <p:spPr>
          <a:xfrm>
            <a:off x="443883" y="5437637"/>
            <a:ext cx="67050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  <a:hlinkClick r:id="rId4"/>
              </a:rPr>
              <a:t>https://www.hostinger.com.br/tutoriais/tutorial-do-git-basics-introducao/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80457862-40E6-4AD8-99A7-62D68FE30E48}"/>
              </a:ext>
            </a:extLst>
          </p:cNvPr>
          <p:cNvSpPr/>
          <p:nvPr/>
        </p:nvSpPr>
        <p:spPr>
          <a:xfrm>
            <a:off x="6770873" y="1420363"/>
            <a:ext cx="2848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 err="1">
                <a:latin typeface="Arial Nova Cond Light" panose="020B0306020202020204" pitchFamily="34" charset="0"/>
              </a:rPr>
              <a:t>Hello</a:t>
            </a:r>
            <a:r>
              <a:rPr lang="pt-BR" sz="2400" dirty="0">
                <a:latin typeface="Arial Nova Cond Light" panose="020B0306020202020204" pitchFamily="34" charset="0"/>
              </a:rPr>
              <a:t> World – do GitHub</a:t>
            </a:r>
            <a:endParaRPr lang="pt-BR" sz="2400" b="0" i="0" dirty="0">
              <a:effectLst/>
              <a:latin typeface="Arial Nova Cond Light" panose="020B0306020202020204" pitchFamily="34" charset="0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6AD7523-A958-4C7D-B61E-363798193D95}"/>
              </a:ext>
            </a:extLst>
          </p:cNvPr>
          <p:cNvSpPr/>
          <p:nvPr/>
        </p:nvSpPr>
        <p:spPr>
          <a:xfrm>
            <a:off x="6770873" y="1737147"/>
            <a:ext cx="53260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  <a:hlinkClick r:id="rId5"/>
              </a:rPr>
              <a:t>https://guides.github.com/activities/hello-world/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  <p:sp>
        <p:nvSpPr>
          <p:cNvPr id="48" name="Estrela: 5 Pontas 47">
            <a:extLst>
              <a:ext uri="{FF2B5EF4-FFF2-40B4-BE49-F238E27FC236}">
                <a16:creationId xmlns:a16="http://schemas.microsoft.com/office/drawing/2014/main" id="{5914E5C9-DF4A-465C-A2DD-C3180FAEC341}"/>
              </a:ext>
            </a:extLst>
          </p:cNvPr>
          <p:cNvSpPr/>
          <p:nvPr/>
        </p:nvSpPr>
        <p:spPr>
          <a:xfrm>
            <a:off x="6346054" y="1405801"/>
            <a:ext cx="414292" cy="41429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rial Nova Cond Light" panose="020B0306020202020204" pitchFamily="34" charset="0"/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D4BABFA5-E97E-4A25-BD7E-7E8CAB198266}"/>
              </a:ext>
            </a:extLst>
          </p:cNvPr>
          <p:cNvSpPr/>
          <p:nvPr/>
        </p:nvSpPr>
        <p:spPr>
          <a:xfrm>
            <a:off x="6770873" y="2353270"/>
            <a:ext cx="2954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latin typeface="Arial Nova Cond Light" panose="020B0306020202020204" pitchFamily="34" charset="0"/>
              </a:rPr>
              <a:t>GitHub Training &amp; </a:t>
            </a:r>
            <a:r>
              <a:rPr lang="pt-BR" sz="2400" dirty="0" err="1">
                <a:solidFill>
                  <a:srgbClr val="000000"/>
                </a:solidFill>
                <a:latin typeface="Arial Nova Cond Light" panose="020B0306020202020204" pitchFamily="34" charset="0"/>
              </a:rPr>
              <a:t>Guides</a:t>
            </a:r>
            <a:endParaRPr lang="pt-BR" sz="2400" b="1" i="0" dirty="0">
              <a:solidFill>
                <a:srgbClr val="000000"/>
              </a:solidFill>
              <a:effectLst/>
              <a:latin typeface="Arial Nova Cond Light" panose="020B0306020202020204" pitchFamily="34" charset="0"/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2B941620-B744-424D-A6AE-155A23B86E1E}"/>
              </a:ext>
            </a:extLst>
          </p:cNvPr>
          <p:cNvSpPr/>
          <p:nvPr/>
        </p:nvSpPr>
        <p:spPr>
          <a:xfrm>
            <a:off x="6784979" y="2662676"/>
            <a:ext cx="4368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  <a:hlinkClick r:id="rId6"/>
              </a:rPr>
              <a:t>https://www.youtube.com/githubguides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  <p:sp>
        <p:nvSpPr>
          <p:cNvPr id="54" name="Estrela: 5 Pontas 53">
            <a:extLst>
              <a:ext uri="{FF2B5EF4-FFF2-40B4-BE49-F238E27FC236}">
                <a16:creationId xmlns:a16="http://schemas.microsoft.com/office/drawing/2014/main" id="{572686DD-E449-49CB-9067-390B342684F8}"/>
              </a:ext>
            </a:extLst>
          </p:cNvPr>
          <p:cNvSpPr/>
          <p:nvPr/>
        </p:nvSpPr>
        <p:spPr>
          <a:xfrm>
            <a:off x="6370687" y="2308310"/>
            <a:ext cx="414292" cy="41429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Arial Nova Cond Light" panose="020B0306020202020204" pitchFamily="34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622A2AF-A1CE-403F-90E4-F639A6DFB3C5}"/>
              </a:ext>
            </a:extLst>
          </p:cNvPr>
          <p:cNvSpPr txBox="1"/>
          <p:nvPr/>
        </p:nvSpPr>
        <p:spPr>
          <a:xfrm>
            <a:off x="443883" y="3008188"/>
            <a:ext cx="4951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Exemplos e exercícios resolvidos no GitHub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5A92ECEC-7989-4268-99DD-2949EA545BAF}"/>
              </a:ext>
            </a:extLst>
          </p:cNvPr>
          <p:cNvSpPr/>
          <p:nvPr/>
        </p:nvSpPr>
        <p:spPr>
          <a:xfrm>
            <a:off x="443883" y="3459515"/>
            <a:ext cx="3893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 Nova Cond Light" panose="020B0306020202020204" pitchFamily="34" charset="0"/>
                <a:hlinkClick r:id="rId7"/>
              </a:rPr>
              <a:t>https://github.com/msanches/POO</a:t>
            </a:r>
            <a:endParaRPr lang="pt-BR" sz="2400" b="1" dirty="0">
              <a:latin typeface="Arial Nova Cond Light" panose="020B0306020202020204" pitchFamily="34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21DEBD19-5257-4EA1-B54F-7EEC9A78B427}"/>
              </a:ext>
            </a:extLst>
          </p:cNvPr>
          <p:cNvSpPr txBox="1"/>
          <p:nvPr/>
        </p:nvSpPr>
        <p:spPr>
          <a:xfrm>
            <a:off x="6892995" y="3767488"/>
            <a:ext cx="5203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  <a:hlinkClick r:id="rId8"/>
              </a:rPr>
              <a:t>https://www.udemy.com/course/git-e-github-para-iniciantes/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  <p:pic>
        <p:nvPicPr>
          <p:cNvPr id="1026" name="Picture 2" descr="Udemy Introduces New Brand Identity and Logo | Udemy About">
            <a:extLst>
              <a:ext uri="{FF2B5EF4-FFF2-40B4-BE49-F238E27FC236}">
                <a16:creationId xmlns:a16="http://schemas.microsoft.com/office/drawing/2014/main" id="{69824B0D-1859-427A-93F5-1AE3540BC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555" y="3291050"/>
            <a:ext cx="493424" cy="59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tângulo 61">
            <a:extLst>
              <a:ext uri="{FF2B5EF4-FFF2-40B4-BE49-F238E27FC236}">
                <a16:creationId xmlns:a16="http://schemas.microsoft.com/office/drawing/2014/main" id="{00EAE091-2093-408C-B075-7CCA88A36BB4}"/>
              </a:ext>
            </a:extLst>
          </p:cNvPr>
          <p:cNvSpPr/>
          <p:nvPr/>
        </p:nvSpPr>
        <p:spPr>
          <a:xfrm>
            <a:off x="6892995" y="3356273"/>
            <a:ext cx="3111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err="1">
                <a:solidFill>
                  <a:srgbClr val="333333"/>
                </a:solidFill>
                <a:latin typeface="Arial Nova Cond Light" panose="020B0306020202020204" pitchFamily="34" charset="0"/>
              </a:rPr>
              <a:t>Git</a:t>
            </a:r>
            <a:r>
              <a:rPr lang="pt-BR" sz="2400" b="1" dirty="0">
                <a:solidFill>
                  <a:srgbClr val="333333"/>
                </a:solidFill>
                <a:latin typeface="Arial Nova Cond Light" panose="020B0306020202020204" pitchFamily="34" charset="0"/>
              </a:rPr>
              <a:t> e </a:t>
            </a:r>
            <a:r>
              <a:rPr lang="pt-BR" sz="2400" b="1" dirty="0" err="1">
                <a:solidFill>
                  <a:srgbClr val="333333"/>
                </a:solidFill>
                <a:latin typeface="Arial Nova Cond Light" panose="020B0306020202020204" pitchFamily="34" charset="0"/>
              </a:rPr>
              <a:t>Github</a:t>
            </a:r>
            <a:r>
              <a:rPr lang="pt-BR" sz="2400" b="1" dirty="0">
                <a:solidFill>
                  <a:srgbClr val="333333"/>
                </a:solidFill>
                <a:latin typeface="Arial Nova Cond Light" panose="020B0306020202020204" pitchFamily="34" charset="0"/>
              </a:rPr>
              <a:t> para iniciantes</a:t>
            </a:r>
            <a:endParaRPr lang="pt-BR" sz="2400" b="1" i="0" dirty="0">
              <a:solidFill>
                <a:srgbClr val="333333"/>
              </a:solidFill>
              <a:effectLst/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697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Tipos de dados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988906"/>
            <a:ext cx="11390051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Em Java, os tipos são oito: </a:t>
            </a:r>
            <a:r>
              <a:rPr lang="pt-BR" altLang="pt-BR" sz="2800" b="1" dirty="0">
                <a:solidFill>
                  <a:schemeClr val="accent2"/>
                </a:solidFill>
                <a:latin typeface="Arial Nova Cond Light" panose="020B0306020202020204" pitchFamily="34" charset="0"/>
              </a:rPr>
              <a:t>byte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>
                <a:solidFill>
                  <a:schemeClr val="accent2"/>
                </a:solidFill>
                <a:latin typeface="Arial Nova Cond Light" panose="020B0306020202020204" pitchFamily="34" charset="0"/>
              </a:rPr>
              <a:t>short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 err="1">
                <a:solidFill>
                  <a:schemeClr val="accent2"/>
                </a:solidFill>
                <a:latin typeface="Arial Nova Cond Light" panose="020B0306020202020204" pitchFamily="34" charset="0"/>
              </a:rPr>
              <a:t>int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 err="1">
                <a:solidFill>
                  <a:schemeClr val="accent2"/>
                </a:solidFill>
                <a:latin typeface="Arial Nova Cond Light" panose="020B0306020202020204" pitchFamily="34" charset="0"/>
              </a:rPr>
              <a:t>long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 err="1">
                <a:solidFill>
                  <a:schemeClr val="accent2"/>
                </a:solidFill>
                <a:latin typeface="Arial Nova Cond Light" panose="020B0306020202020204" pitchFamily="34" charset="0"/>
              </a:rPr>
              <a:t>float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 err="1">
                <a:solidFill>
                  <a:schemeClr val="accent2"/>
                </a:solidFill>
                <a:latin typeface="Arial Nova Cond Light" panose="020B0306020202020204" pitchFamily="34" charset="0"/>
              </a:rPr>
              <a:t>double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>
                <a:solidFill>
                  <a:schemeClr val="accent2"/>
                </a:solidFill>
                <a:latin typeface="Arial Nova Cond Light" panose="020B0306020202020204" pitchFamily="34" charset="0"/>
              </a:rPr>
              <a:t>char</a:t>
            </a:r>
            <a:r>
              <a:rPr lang="pt-BR" altLang="pt-BR" sz="2800" dirty="0">
                <a:latin typeface="Arial Nova Cond Light" panose="020B0306020202020204" pitchFamily="34" charset="0"/>
              </a:rPr>
              <a:t> e </a:t>
            </a:r>
            <a:r>
              <a:rPr lang="pt-BR" altLang="pt-BR" sz="2800" b="1" dirty="0" err="1">
                <a:solidFill>
                  <a:schemeClr val="accent2"/>
                </a:solidFill>
                <a:latin typeface="Arial Nova Cond Light" panose="020B0306020202020204" pitchFamily="34" charset="0"/>
              </a:rPr>
              <a:t>boolean</a:t>
            </a:r>
            <a:r>
              <a:rPr lang="pt-BR" altLang="pt-BR" sz="2800" dirty="0">
                <a:latin typeface="Arial Nova Cond Light" panose="020B0306020202020204" pitchFamily="34" charset="0"/>
              </a:rPr>
              <a:t>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Esses tipos são portáveis entre todas as plataformas. 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Podem ser agrupados em quatro categorias:</a:t>
            </a:r>
          </a:p>
        </p:txBody>
      </p:sp>
      <p:graphicFrame>
        <p:nvGraphicFramePr>
          <p:cNvPr id="3" name="Group 101">
            <a:extLst>
              <a:ext uri="{FF2B5EF4-FFF2-40B4-BE49-F238E27FC236}">
                <a16:creationId xmlns:a16="http://schemas.microsoft.com/office/drawing/2014/main" id="{152A5DED-F775-4598-B062-8056F8EE9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05431"/>
              </p:ext>
            </p:extLst>
          </p:nvPr>
        </p:nvGraphicFramePr>
        <p:xfrm>
          <a:off x="786940" y="2924887"/>
          <a:ext cx="6215062" cy="26443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Inteiros</a:t>
                      </a:r>
                      <a:endParaRPr kumimoji="0" 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Reais</a:t>
                      </a:r>
                      <a:endParaRPr kumimoji="0" 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Literal</a:t>
                      </a:r>
                      <a:endParaRPr kumimoji="0" 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Lógico</a:t>
                      </a:r>
                      <a:endParaRPr kumimoji="0" 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byte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float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char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boolean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short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double</a:t>
                      </a: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long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439" marR="91439" marT="45732" marB="45732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C50BA19-200A-47C6-830B-3D2E4B5E9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0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>
            <a:extLst>
              <a:ext uri="{FF2B5EF4-FFF2-40B4-BE49-F238E27FC236}">
                <a16:creationId xmlns:a16="http://schemas.microsoft.com/office/drawing/2014/main" id="{CDB0EE36-705D-4688-A53F-B1B8446E1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>
                <a:solidFill>
                  <a:schemeClr val="bg2">
                    <a:lumMod val="10000"/>
                  </a:schemeClr>
                </a:solidFill>
                <a:latin typeface="Arial Nova Cond Light" panose="020B0306020202020204" pitchFamily="34" charset="0"/>
              </a:rPr>
              <a:t>Tipos de Dados Primitivos – Java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953D2160-1BAC-41E6-870C-17E186E27674}"/>
              </a:ext>
            </a:extLst>
          </p:cNvPr>
          <p:cNvGraphicFramePr>
            <a:graphicFrameLocks noGrp="1"/>
          </p:cNvGraphicFramePr>
          <p:nvPr/>
        </p:nvGraphicFramePr>
        <p:xfrm>
          <a:off x="631752" y="1097353"/>
          <a:ext cx="11014311" cy="3977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59534">
                  <a:extLst>
                    <a:ext uri="{9D8B030D-6E8A-4147-A177-3AD203B41FA5}">
                      <a16:colId xmlns:a16="http://schemas.microsoft.com/office/drawing/2014/main" val="918916355"/>
                    </a:ext>
                  </a:extLst>
                </a:gridCol>
                <a:gridCol w="1133550">
                  <a:extLst>
                    <a:ext uri="{9D8B030D-6E8A-4147-A177-3AD203B41FA5}">
                      <a16:colId xmlns:a16="http://schemas.microsoft.com/office/drawing/2014/main" val="1990097382"/>
                    </a:ext>
                  </a:extLst>
                </a:gridCol>
                <a:gridCol w="8221227">
                  <a:extLst>
                    <a:ext uri="{9D8B030D-6E8A-4147-A177-3AD203B41FA5}">
                      <a16:colId xmlns:a16="http://schemas.microsoft.com/office/drawing/2014/main" val="842528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300" dirty="0"/>
                        <a:t>Classificação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76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300" b="1" dirty="0"/>
                        <a:t>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 err="1"/>
                        <a:t>boolean</a:t>
                      </a:r>
                      <a:endParaRPr lang="pt-BR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Pode possuir valores </a:t>
                      </a:r>
                      <a:r>
                        <a:rPr lang="pt-BR" sz="2300" dirty="0" err="1"/>
                        <a:t>true</a:t>
                      </a:r>
                      <a:r>
                        <a:rPr lang="pt-BR" sz="2300" dirty="0"/>
                        <a:t> (verdadeiro) ou false (falso)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4908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pt-BR" sz="2300" b="1" dirty="0"/>
                        <a:t>Inteiro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Abrange de -128 a 127 (8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429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Abrange de -32768 a 32767 (16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2419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 err="1"/>
                        <a:t>int</a:t>
                      </a:r>
                      <a:endParaRPr lang="pt-BR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/>
                        <a:t>Abrange de -2.147.483.648 a 2.147.483.647 (32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34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 err="1"/>
                        <a:t>long</a:t>
                      </a:r>
                      <a:endParaRPr lang="pt-BR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/>
                        <a:t>Abrange de -</a:t>
                      </a:r>
                      <a:r>
                        <a:rPr lang="pt-BR" sz="2300" baseline="0" dirty="0"/>
                        <a:t>2</a:t>
                      </a:r>
                      <a:r>
                        <a:rPr lang="pt-BR" sz="2300" baseline="30000" dirty="0"/>
                        <a:t>63 </a:t>
                      </a:r>
                      <a:r>
                        <a:rPr lang="pt-BR" sz="2300" baseline="0" dirty="0"/>
                        <a:t>a </a:t>
                      </a:r>
                      <a:r>
                        <a:rPr lang="pt-BR" sz="2300" dirty="0"/>
                        <a:t>2</a:t>
                      </a:r>
                      <a:r>
                        <a:rPr lang="pt-BR" sz="2300" baseline="30000" dirty="0"/>
                        <a:t>63</a:t>
                      </a:r>
                      <a:r>
                        <a:rPr lang="pt-BR" sz="2300" baseline="0" dirty="0"/>
                        <a:t> - 1</a:t>
                      </a:r>
                      <a:r>
                        <a:rPr lang="pt-BR" sz="2300" dirty="0"/>
                        <a:t> (64 bits)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81354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pt-BR" sz="2300" b="1" dirty="0"/>
                        <a:t>Ponto flutuante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 err="1"/>
                        <a:t>float</a:t>
                      </a:r>
                      <a:endParaRPr lang="pt-BR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/>
                        <a:t>Abrange de -3.4028E+38 a </a:t>
                      </a:r>
                      <a:r>
                        <a:rPr kumimoji="0" lang="pt-BR" altLang="pt-BR" sz="23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3.4028E+38 (32 bit) com precisão simples</a:t>
                      </a:r>
                      <a:endParaRPr kumimoji="0" lang="pt-BR" altLang="pt-BR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2177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 err="1"/>
                        <a:t>double</a:t>
                      </a:r>
                      <a:endParaRPr lang="pt-BR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Abrange de -1.7976E+308 a 1.7976E+308 (32 bit) com precisão dupla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88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300" b="1" dirty="0" err="1"/>
                        <a:t>Caracter</a:t>
                      </a:r>
                      <a:endParaRPr lang="pt-BR" sz="2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300" dirty="0"/>
                        <a:t>Pode armazenar um </a:t>
                      </a:r>
                      <a:r>
                        <a:rPr lang="pt-BR" sz="2300" dirty="0" err="1"/>
                        <a:t>caracter</a:t>
                      </a:r>
                      <a:r>
                        <a:rPr lang="pt-BR" sz="2300" dirty="0"/>
                        <a:t> Unicode (16 bits) ou um inteiro entre 0 e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514488"/>
                  </a:ext>
                </a:extLst>
              </a:tr>
            </a:tbl>
          </a:graphicData>
        </a:graphic>
      </p:graphicFrame>
      <p:sp>
        <p:nvSpPr>
          <p:cNvPr id="3" name="Rectangle 5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7A32091-C7E9-452F-8C3A-59FF33AE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81" y="5328600"/>
            <a:ext cx="10764273" cy="923729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C000"/>
              </a:buClr>
              <a:buSzPct val="76000"/>
              <a:buFontTx/>
              <a:buNone/>
              <a:tabLst/>
              <a:defRPr/>
            </a:pPr>
            <a:r>
              <a:rPr kumimoji="0" lang="pt-BR" alt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 Light"/>
                <a:ea typeface="+mn-ea"/>
                <a:cs typeface="Arial" panose="020B0604020202020204" pitchFamily="34" charset="0"/>
              </a:rPr>
              <a:t>O </a:t>
            </a:r>
            <a:r>
              <a:rPr kumimoji="0" lang="pt-BR" alt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 Light"/>
                <a:ea typeface="+mn-ea"/>
                <a:cs typeface="Arial" panose="020B0604020202020204" pitchFamily="34" charset="0"/>
              </a:rPr>
              <a:t>double</a:t>
            </a:r>
            <a:r>
              <a:rPr kumimoji="0" lang="pt-BR" alt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 Light"/>
                <a:ea typeface="+mn-ea"/>
                <a:cs typeface="Arial" panose="020B0604020202020204" pitchFamily="34" charset="0"/>
              </a:rPr>
              <a:t> é a opção padrão para a representação de números em ponto flutuante, devido a baixa precisão do tipo </a:t>
            </a:r>
            <a:r>
              <a:rPr kumimoji="0" lang="pt-BR" altLang="pt-B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 Light"/>
                <a:ea typeface="+mn-ea"/>
                <a:cs typeface="Arial" panose="020B0604020202020204" pitchFamily="34" charset="0"/>
              </a:rPr>
              <a:t>float</a:t>
            </a:r>
            <a:r>
              <a:rPr kumimoji="0" lang="pt-BR" alt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 Light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altLang="pt-BR" dirty="0">
                <a:solidFill>
                  <a:schemeClr val="bg2">
                    <a:lumMod val="10000"/>
                  </a:schemeClr>
                </a:solidFill>
                <a:latin typeface="Arial Nova Cond Light" panose="020B0306020202020204" pitchFamily="34" charset="0"/>
              </a:rPr>
              <a:t>Tipos de Dados Primitivos – Java</a:t>
            </a:r>
            <a:endParaRPr lang="pt-BR" dirty="0">
              <a:latin typeface="Arial Nova Cond Light" panose="020B0306020202020204" pitchFamily="34" charset="0"/>
            </a:endParaRP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C50BA19-200A-47C6-830B-3D2E4B5E9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graphicFrame>
        <p:nvGraphicFramePr>
          <p:cNvPr id="6" name="Group 43">
            <a:extLst>
              <a:ext uri="{FF2B5EF4-FFF2-40B4-BE49-F238E27FC236}">
                <a16:creationId xmlns:a16="http://schemas.microsoft.com/office/drawing/2014/main" id="{2D30D6DB-6059-4C71-964A-83230EFDA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377878"/>
              </p:ext>
            </p:extLst>
          </p:nvPr>
        </p:nvGraphicFramePr>
        <p:xfrm>
          <a:off x="443883" y="1216276"/>
          <a:ext cx="9106517" cy="4115106"/>
        </p:xfrm>
        <a:graphic>
          <a:graphicData uri="http://schemas.openxmlformats.org/drawingml/2006/table">
            <a:tbl>
              <a:tblPr/>
              <a:tblGrid>
                <a:gridCol w="1769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6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Tipo de dado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Tamanho em bytes e comentários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boolean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1     (valores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true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ou false)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char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2     (valores de 0 a 65535, conjunto de caracteres Unicode ISO)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byte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1     (valores de -128 a +127)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short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2     (valores inteiros de -32768 a 32767)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int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4     (valores inteiros de -2.xx bilhões a 2.xx bilhões)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long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8     (valores inteiros neg. e positivos de 19 dígitos)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float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4     (valores com casas decimais entre ≈ -3x10</a:t>
                      </a:r>
                      <a:r>
                        <a:rPr kumimoji="0" lang="pt-BR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38</a:t>
                      </a: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e +3x10</a:t>
                      </a:r>
                      <a:r>
                        <a:rPr kumimoji="0" lang="pt-BR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38</a:t>
                      </a: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)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double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 8     (valores com casas decimais entre ≈ -1x10</a:t>
                      </a:r>
                      <a:r>
                        <a:rPr kumimoji="0" lang="pt-BR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308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 e +1x10</a:t>
                      </a:r>
                      <a:r>
                        <a:rPr kumimoji="0" lang="pt-BR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308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)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cs typeface="Arial" charset="0"/>
                      </a:endParaRPr>
                    </a:p>
                  </a:txBody>
                  <a:tcPr marL="91458" marR="91458" marT="45737" marB="4573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82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 err="1">
                <a:latin typeface="Arial Nova Cond Light" panose="020B0306020202020204" pitchFamily="34" charset="0"/>
              </a:rPr>
              <a:t>String</a:t>
            </a:r>
            <a:r>
              <a:rPr lang="pt-BR" dirty="0">
                <a:latin typeface="Arial Nova Cond Light" panose="020B0306020202020204" pitchFamily="34" charset="0"/>
              </a:rPr>
              <a:t> (conjunto de caracteres)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1053398"/>
            <a:ext cx="1139005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Armazena um conjunto de dados alfanuméricos.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Ele é sempre representado por aspas duplas. Exemplos:</a:t>
            </a:r>
          </a:p>
          <a:p>
            <a:pPr marL="442913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“Hoje”</a:t>
            </a:r>
          </a:p>
          <a:p>
            <a:pPr marL="442913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“Aula de Java”</a:t>
            </a:r>
          </a:p>
          <a:p>
            <a:pPr marL="442913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“Amanhã é sexta-feira, dia de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happy</a:t>
            </a:r>
            <a:r>
              <a:rPr lang="pt-BR" altLang="pt-BR" sz="2800" dirty="0">
                <a:latin typeface="Arial Nova Cond Light" panose="020B0306020202020204" pitchFamily="34" charset="0"/>
              </a:rPr>
              <a:t> hour.”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C50BA19-200A-47C6-830B-3D2E4B5E9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17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Variáveis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2" y="981979"/>
            <a:ext cx="9420553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São espaços ou alocações nas quais os dados são armazenados.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 declaração de uma variável instrui o programa a reservar um espaço na memória, para que seja possível armazenar um dado de determinado tipo. 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 quantidade de memória reservada para uma variável é definida pelo seu tipo.</a:t>
            </a:r>
          </a:p>
        </p:txBody>
      </p:sp>
      <p:pic>
        <p:nvPicPr>
          <p:cNvPr id="7" name="Imagem 6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C50BA19-200A-47C6-830B-3D2E4B5E9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D0BC2274-7D1C-4E3A-A1BC-BF0A26407127}"/>
              </a:ext>
            </a:extLst>
          </p:cNvPr>
          <p:cNvSpPr/>
          <p:nvPr/>
        </p:nvSpPr>
        <p:spPr>
          <a:xfrm>
            <a:off x="3666836" y="3824310"/>
            <a:ext cx="267854" cy="25342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1D9A44-B2DC-49D1-A75E-3B9DC63A104F}"/>
              </a:ext>
            </a:extLst>
          </p:cNvPr>
          <p:cNvSpPr txBox="1"/>
          <p:nvPr/>
        </p:nvSpPr>
        <p:spPr>
          <a:xfrm>
            <a:off x="3047999" y="3689411"/>
            <a:ext cx="331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dirty="0" err="1">
                <a:latin typeface="Arial Nova Cond Light" panose="020B0306020202020204" pitchFamily="34" charset="0"/>
              </a:rPr>
              <a:t>int</a:t>
            </a:r>
            <a:r>
              <a:rPr lang="pt-BR" altLang="pt-BR" sz="2800" dirty="0">
                <a:latin typeface="Arial Nova Cond Light" panose="020B0306020202020204" pitchFamily="34" charset="0"/>
              </a:rPr>
              <a:t>       4 bytes (32 bits)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57596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Declaração de variáveis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2" y="965782"/>
            <a:ext cx="5652118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Pode ser feita em qualquer parte do corpo de uma classe.</a:t>
            </a:r>
          </a:p>
          <a:p>
            <a:pPr marL="457200" indent="-457200" algn="just" eaLnBrk="1" hangingPunct="1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Pode ser composta por:</a:t>
            </a: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	 - Um tipo</a:t>
            </a:r>
          </a:p>
          <a:p>
            <a:pPr marL="534988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- Um identificador (nome)</a:t>
            </a:r>
          </a:p>
          <a:p>
            <a:pPr marL="534988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- Um valor (opcional) </a:t>
            </a:r>
          </a:p>
          <a:p>
            <a:pPr marL="534988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- Ponto-e-vírgula</a:t>
            </a:r>
          </a:p>
          <a:p>
            <a:pPr marL="992188" indent="-457200" algn="just" eaLnBrk="1" hangingPunct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endParaRPr lang="pt-BR" sz="2800" b="1" dirty="0">
              <a:latin typeface="Arial Nova Cond Light" panose="020B0306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540A838F-0A83-4B62-98BF-66E2BE7C2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37765"/>
              </p:ext>
            </p:extLst>
          </p:nvPr>
        </p:nvGraphicFramePr>
        <p:xfrm>
          <a:off x="7298597" y="1489002"/>
          <a:ext cx="377823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8235">
                  <a:extLst>
                    <a:ext uri="{9D8B030D-6E8A-4147-A177-3AD203B41FA5}">
                      <a16:colId xmlns:a16="http://schemas.microsoft.com/office/drawing/2014/main" val="3619582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//Tipos inteiros</a:t>
                      </a:r>
                    </a:p>
                    <a:p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byte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idade;</a:t>
                      </a:r>
                    </a:p>
                    <a:p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short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numero;</a:t>
                      </a:r>
                    </a:p>
                    <a:p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pt-BR" sz="2400" dirty="0" err="1">
                          <a:latin typeface="Consolas" panose="020B0609020204030204" pitchFamily="49" charset="0"/>
                        </a:rPr>
                        <a:t>codigo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quantidade;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147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 tipos reais</a:t>
                      </a:r>
                    </a:p>
                    <a:p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pt-BR" sz="2400" dirty="0" err="1">
                          <a:latin typeface="Consolas" panose="020B0609020204030204" pitchFamily="49" charset="0"/>
                        </a:rPr>
                        <a:t>preco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receber;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//Tipo </a:t>
                      </a:r>
                      <a:r>
                        <a:rPr lang="pt-BR" sz="24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caracter</a:t>
                      </a:r>
                      <a:endParaRPr lang="pt-BR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pt-BR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letra;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7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//Tipo lógico</a:t>
                      </a:r>
                    </a:p>
                    <a:p>
                      <a:r>
                        <a:rPr lang="pt-BR" sz="2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pt-BR" sz="2400" dirty="0">
                          <a:latin typeface="Consolas" panose="020B0609020204030204" pitchFamily="49" charset="0"/>
                        </a:rPr>
                        <a:t> escolha;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43316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CA4A93FD-FDE8-4507-AC1B-163328976897}"/>
              </a:ext>
            </a:extLst>
          </p:cNvPr>
          <p:cNvSpPr txBox="1"/>
          <p:nvPr/>
        </p:nvSpPr>
        <p:spPr>
          <a:xfrm>
            <a:off x="6541496" y="965782"/>
            <a:ext cx="5292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</a:pPr>
            <a:r>
              <a:rPr lang="pt-BR" sz="2800" dirty="0">
                <a:latin typeface="Arial Nova Cond Light" panose="020B0306020202020204" pitchFamily="34" charset="0"/>
              </a:rPr>
              <a:t>Exemplos de Declaração de Variáveis</a:t>
            </a:r>
            <a:endParaRPr lang="pt-BR" altLang="pt-BR" sz="2800" dirty="0">
              <a:latin typeface="Arial Nova Cond Light" panose="020B0306020202020204" pitchFamily="34" charset="0"/>
            </a:endParaRPr>
          </a:p>
        </p:txBody>
      </p:sp>
      <p:pic>
        <p:nvPicPr>
          <p:cNvPr id="11" name="Imagem 10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10D4A7AD-B9B3-44F0-9DFF-AC6316AD7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79" y="3942906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8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Identificador (nome):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F94795-EDED-48E2-8EBB-22625A94FC89}"/>
              </a:ext>
            </a:extLst>
          </p:cNvPr>
          <p:cNvSpPr txBox="1"/>
          <p:nvPr/>
        </p:nvSpPr>
        <p:spPr>
          <a:xfrm>
            <a:off x="443882" y="2088603"/>
            <a:ext cx="9873136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Regras para os nomes das variáveis:</a:t>
            </a:r>
          </a:p>
          <a:p>
            <a:pPr lvl="1" indent="-457200" algn="just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Pode conter letras, números e o caractere sublinhado (_), mas não pode começar com um número;</a:t>
            </a:r>
          </a:p>
          <a:p>
            <a:pPr lvl="1" indent="-457200" algn="just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Devem ser declaradas em minúsculo. Caso sejam nomes compostos, a primeira letra de todas as palavras, menos da primeira, deve ser maiúscula (</a:t>
            </a:r>
            <a:r>
              <a:rPr lang="pt-BR" altLang="pt-BR" sz="2800" dirty="0" err="1">
                <a:latin typeface="Arial Nova Cond Light" panose="020B0306020202020204" pitchFamily="34" charset="0"/>
                <a:cs typeface="Arial" panose="020B0604020202020204" pitchFamily="34" charset="0"/>
              </a:rPr>
              <a:t>CamelCase</a:t>
            </a: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20D4566-26F4-4C3A-8858-6BBE859B21A4}"/>
              </a:ext>
            </a:extLst>
          </p:cNvPr>
          <p:cNvSpPr txBox="1"/>
          <p:nvPr/>
        </p:nvSpPr>
        <p:spPr>
          <a:xfrm>
            <a:off x="443882" y="1068759"/>
            <a:ext cx="11304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É através dele que você irá se referir a variável no código para lhe atribuir algum dado ou para recuperar um dado que foi armazenado.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6573AC-3086-4BF2-A615-921AB18903EB}"/>
              </a:ext>
            </a:extLst>
          </p:cNvPr>
          <p:cNvSpPr txBox="1"/>
          <p:nvPr/>
        </p:nvSpPr>
        <p:spPr>
          <a:xfrm>
            <a:off x="443882" y="4985884"/>
            <a:ext cx="9263538" cy="1200329"/>
          </a:xfrm>
          <a:prstGeom prst="rect">
            <a:avLst/>
          </a:prstGeom>
          <a:solidFill>
            <a:srgbClr val="FFFCF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pt-BR" sz="2400" b="1" i="0" dirty="0" err="1">
                <a:solidFill>
                  <a:srgbClr val="222222"/>
                </a:solidFill>
                <a:effectLst/>
                <a:latin typeface="Arial Nova Cond Light" panose="020B0306020202020204" pitchFamily="34" charset="0"/>
                <a:cs typeface="Arial" panose="020B0604020202020204" pitchFamily="34" charset="0"/>
              </a:rPr>
              <a:t>CamelCase</a:t>
            </a:r>
            <a:r>
              <a:rPr lang="pt-BR" sz="2400" b="0" i="0" dirty="0">
                <a:solidFill>
                  <a:srgbClr val="222222"/>
                </a:solidFill>
                <a:effectLst/>
                <a:latin typeface="Arial Nova Cond Light" panose="020B0306020202020204" pitchFamily="34" charset="0"/>
                <a:cs typeface="Arial" panose="020B0604020202020204" pitchFamily="34" charset="0"/>
              </a:rPr>
              <a:t> é a denominação em inglês para a prática de escrever as palavras compostas ou frases, onde cada palavra é iniciada com maiúsculas e unidas sem espaços.</a:t>
            </a:r>
            <a:endParaRPr lang="pt-BR" sz="2400" dirty="0">
              <a:latin typeface="Arial Nova Cond Light" panose="020B0306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amel case - Wikipedia">
            <a:extLst>
              <a:ext uri="{FF2B5EF4-FFF2-40B4-BE49-F238E27FC236}">
                <a16:creationId xmlns:a16="http://schemas.microsoft.com/office/drawing/2014/main" id="{FC21D20A-42B7-4448-8F7A-4FA77F379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151" y="4616493"/>
            <a:ext cx="2199121" cy="161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971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Identificador (nome):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F94795-EDED-48E2-8EBB-22625A94FC89}"/>
              </a:ext>
            </a:extLst>
          </p:cNvPr>
          <p:cNvSpPr txBox="1"/>
          <p:nvPr/>
        </p:nvSpPr>
        <p:spPr>
          <a:xfrm>
            <a:off x="443882" y="2088603"/>
            <a:ext cx="9392845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Regras para os nomes das variáveis:</a:t>
            </a:r>
          </a:p>
          <a:p>
            <a:pPr lvl="1" indent="-457200" algn="just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Java é uma linguagem case </a:t>
            </a:r>
            <a:r>
              <a:rPr lang="pt-BR" altLang="pt-BR" sz="2800" dirty="0" err="1">
                <a:latin typeface="Arial Nova Cond Light" panose="020B0306020202020204" pitchFamily="34" charset="0"/>
                <a:cs typeface="Arial" panose="020B0604020202020204" pitchFamily="34" charset="0"/>
              </a:rPr>
              <a:t>sensitive</a:t>
            </a: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6" name="Imagem 5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2B03B59-9C38-40CB-B46C-10F78928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F20D4566-26F4-4C3A-8858-6BBE859B21A4}"/>
              </a:ext>
            </a:extLst>
          </p:cNvPr>
          <p:cNvSpPr txBox="1"/>
          <p:nvPr/>
        </p:nvSpPr>
        <p:spPr>
          <a:xfrm>
            <a:off x="443882" y="1068759"/>
            <a:ext cx="11304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É através dele que você irá se referir a variável no código para lhe atribuir algum dado ou para recuperar um dado que foi armazenado.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35018D-7EC9-4A3A-A630-8A746AA3C394}"/>
              </a:ext>
            </a:extLst>
          </p:cNvPr>
          <p:cNvSpPr txBox="1"/>
          <p:nvPr/>
        </p:nvSpPr>
        <p:spPr>
          <a:xfrm>
            <a:off x="2335068" y="3301083"/>
            <a:ext cx="5524656" cy="523220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600"/>
              </a:spcAft>
            </a:pPr>
            <a:r>
              <a:rPr lang="pt-BR" sz="2800" b="1" dirty="0" err="1">
                <a:solidFill>
                  <a:schemeClr val="accent2">
                    <a:lumMod val="75000"/>
                  </a:schemeClr>
                </a:solidFill>
                <a:latin typeface="Arial Nova Cond Light" panose="020B0306020202020204" pitchFamily="34" charset="0"/>
              </a:rPr>
              <a:t>numeroUm</a:t>
            </a:r>
            <a:r>
              <a:rPr lang="pt-BR" sz="2800" dirty="0">
                <a:latin typeface="Arial Nova Cond Light" panose="020B0306020202020204" pitchFamily="34" charset="0"/>
              </a:rPr>
              <a:t> é diferente de </a:t>
            </a:r>
            <a:r>
              <a:rPr lang="pt-BR" sz="2800" b="1" dirty="0" err="1">
                <a:solidFill>
                  <a:schemeClr val="accent2">
                    <a:lumMod val="75000"/>
                  </a:schemeClr>
                </a:solidFill>
                <a:latin typeface="Arial Nova Cond Light" panose="020B0306020202020204" pitchFamily="34" charset="0"/>
              </a:rPr>
              <a:t>numeroum</a:t>
            </a:r>
            <a:r>
              <a:rPr lang="pt-BR" sz="2800" dirty="0">
                <a:latin typeface="Arial Nova Cond Light" panose="020B0306020202020204" pitchFamily="34" charset="0"/>
              </a:rPr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4E2F73-4AAD-44ED-92AB-97C5B17B794A}"/>
              </a:ext>
            </a:extLst>
          </p:cNvPr>
          <p:cNvSpPr txBox="1"/>
          <p:nvPr/>
        </p:nvSpPr>
        <p:spPr>
          <a:xfrm>
            <a:off x="358066" y="395955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effectLst/>
                <a:latin typeface="Arial Nova Cond Light" panose="020B0306020202020204" pitchFamily="34" charset="0"/>
              </a:rPr>
              <a:t>Exemplos de declaração de variáveis:</a:t>
            </a:r>
            <a:endParaRPr lang="pt-BR" sz="2800" dirty="0">
              <a:latin typeface="Arial Nova Cond Light" panose="020B030602020202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B3229C2-32C6-435B-A21C-FAD894C1F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766" y="4565900"/>
            <a:ext cx="7354326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95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Identificador (nome):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F94795-EDED-48E2-8EBB-22625A94FC89}"/>
              </a:ext>
            </a:extLst>
          </p:cNvPr>
          <p:cNvSpPr txBox="1"/>
          <p:nvPr/>
        </p:nvSpPr>
        <p:spPr>
          <a:xfrm>
            <a:off x="443882" y="2088603"/>
            <a:ext cx="565211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Regras para os nomes das variáveis:</a:t>
            </a:r>
          </a:p>
          <a:p>
            <a:pPr marL="628650" lvl="1" indent="-457200" algn="just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Não podem conter pontuação nem espaços.</a:t>
            </a:r>
          </a:p>
          <a:p>
            <a:pPr marL="628650" lvl="1" indent="-457200" algn="just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Não podem ser utilizadas palavras reservadas.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20D4566-26F4-4C3A-8858-6BBE859B21A4}"/>
              </a:ext>
            </a:extLst>
          </p:cNvPr>
          <p:cNvSpPr txBox="1"/>
          <p:nvPr/>
        </p:nvSpPr>
        <p:spPr>
          <a:xfrm>
            <a:off x="443882" y="1068759"/>
            <a:ext cx="113042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altLang="pt-BR" sz="2800" dirty="0">
                <a:latin typeface="Arial Nova Cond Light" panose="020B0306020202020204" pitchFamily="34" charset="0"/>
                <a:cs typeface="Arial" panose="020B0604020202020204" pitchFamily="34" charset="0"/>
              </a:rPr>
              <a:t>É através dele que você irá se referir a variável no código para lhe atribuir algum dado ou para recuperar um dado que foi armazenado.</a:t>
            </a:r>
          </a:p>
        </p:txBody>
      </p:sp>
      <p:graphicFrame>
        <p:nvGraphicFramePr>
          <p:cNvPr id="4" name="Group 63">
            <a:extLst>
              <a:ext uri="{FF2B5EF4-FFF2-40B4-BE49-F238E27FC236}">
                <a16:creationId xmlns:a16="http://schemas.microsoft.com/office/drawing/2014/main" id="{880F1646-1D8E-45CC-8F79-CCD61DFFB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14260"/>
              </p:ext>
            </p:extLst>
          </p:nvPr>
        </p:nvGraphicFramePr>
        <p:xfrm>
          <a:off x="6529570" y="2153418"/>
          <a:ext cx="5218546" cy="2743200"/>
        </p:xfrm>
        <a:graphic>
          <a:graphicData uri="http://schemas.openxmlformats.org/drawingml/2006/table">
            <a:tbl>
              <a:tblPr/>
              <a:tblGrid>
                <a:gridCol w="2331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Nomes válidos: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Nomes inválidos: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codigo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1teste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quantidade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nome cliente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$nome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cli.nome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_nro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x - y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indice1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código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768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Palavras reservadas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31ECA64-39E8-4F3A-A288-4B64E4EAF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903741"/>
              </p:ext>
            </p:extLst>
          </p:nvPr>
        </p:nvGraphicFramePr>
        <p:xfrm>
          <a:off x="1867090" y="1192106"/>
          <a:ext cx="8543636" cy="4843917"/>
        </p:xfrm>
        <a:graphic>
          <a:graphicData uri="http://schemas.openxmlformats.org/drawingml/2006/table">
            <a:tbl>
              <a:tblPr firstRow="1" firstCol="1" bandRow="1"/>
              <a:tblGrid>
                <a:gridCol w="2135909">
                  <a:extLst>
                    <a:ext uri="{9D8B030D-6E8A-4147-A177-3AD203B41FA5}">
                      <a16:colId xmlns:a16="http://schemas.microsoft.com/office/drawing/2014/main" val="586739811"/>
                    </a:ext>
                  </a:extLst>
                </a:gridCol>
                <a:gridCol w="2135909">
                  <a:extLst>
                    <a:ext uri="{9D8B030D-6E8A-4147-A177-3AD203B41FA5}">
                      <a16:colId xmlns:a16="http://schemas.microsoft.com/office/drawing/2014/main" val="3906987805"/>
                    </a:ext>
                  </a:extLst>
                </a:gridCol>
                <a:gridCol w="2135909">
                  <a:extLst>
                    <a:ext uri="{9D8B030D-6E8A-4147-A177-3AD203B41FA5}">
                      <a16:colId xmlns:a16="http://schemas.microsoft.com/office/drawing/2014/main" val="2060134830"/>
                    </a:ext>
                  </a:extLst>
                </a:gridCol>
                <a:gridCol w="2135909">
                  <a:extLst>
                    <a:ext uri="{9D8B030D-6E8A-4147-A177-3AD203B41FA5}">
                      <a16:colId xmlns:a16="http://schemas.microsoft.com/office/drawing/2014/main" val="344590396"/>
                    </a:ext>
                  </a:extLst>
                </a:gridCol>
              </a:tblGrid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abstract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break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907258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catch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274865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const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continue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185762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double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else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extends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70588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finally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602112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goto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implements  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727017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instanceof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 err="1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long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260504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native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package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333719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360035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return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static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98485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switch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synchronized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this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throw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92060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throws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transient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try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void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335571"/>
                  </a:ext>
                </a:extLst>
              </a:tr>
              <a:tr h="3274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volatile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while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200" b="0" i="0" u="none" strike="noStrike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2200" b="0" i="0" u="none" strike="noStrike" dirty="0">
                          <a:effectLst/>
                          <a:latin typeface="Consolas" panose="020B06090202040302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BR" sz="2200" b="0" i="0" u="none" strike="noStrike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9605" marR="99605" marT="13834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924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489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544917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dirty="0">
                <a:latin typeface="Arial Nova Cond Light" panose="020B0306020202020204" pitchFamily="34" charset="0"/>
              </a:rPr>
              <a:t>Existem várias maneiras de atribuir valores a variáveis: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Dizendo no código qual o valor a variável deve assumir:</a:t>
            </a: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Definir que uma variável assuma o valor de uma outra variável: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45B857DC-B299-4D37-95DE-6D1F097B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33" y="2114325"/>
            <a:ext cx="4991797" cy="169568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Atribuição de valores a variáveis</a:t>
            </a:r>
          </a:p>
        </p:txBody>
      </p:sp>
      <p:sp>
        <p:nvSpPr>
          <p:cNvPr id="12" name="Texto explicativo em elipse 8">
            <a:extLst>
              <a:ext uri="{FF2B5EF4-FFF2-40B4-BE49-F238E27FC236}">
                <a16:creationId xmlns:a16="http://schemas.microsoft.com/office/drawing/2014/main" id="{4A84895A-C0A7-4602-B1C5-FA2FAB88CC57}"/>
              </a:ext>
            </a:extLst>
          </p:cNvPr>
          <p:cNvSpPr/>
          <p:nvPr/>
        </p:nvSpPr>
        <p:spPr>
          <a:xfrm>
            <a:off x="4601152" y="2110098"/>
            <a:ext cx="2989695" cy="1556085"/>
          </a:xfrm>
          <a:prstGeom prst="wedgeEllipseCallout">
            <a:avLst>
              <a:gd name="adj1" fmla="val -72095"/>
              <a:gd name="adj2" fmla="val 15404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dirty="0">
                <a:solidFill>
                  <a:srgbClr val="000000"/>
                </a:solidFill>
                <a:latin typeface="Arial Nova Cond Light" panose="020B0306020202020204" pitchFamily="34" charset="0"/>
              </a:rPr>
              <a:t>Identifica que o valor é do tipo </a:t>
            </a:r>
            <a:r>
              <a:rPr lang="pt-BR" sz="2400" dirty="0" err="1">
                <a:solidFill>
                  <a:srgbClr val="000000"/>
                </a:solidFill>
                <a:latin typeface="Arial Nova Cond Light" panose="020B0306020202020204" pitchFamily="34" charset="0"/>
              </a:rPr>
              <a:t>float</a:t>
            </a:r>
            <a:endParaRPr lang="pt-BR" sz="2400" dirty="0">
              <a:solidFill>
                <a:srgbClr val="000000"/>
              </a:solidFill>
              <a:latin typeface="Arial Nova Cond Light" panose="020B0306020202020204" pitchFamily="34" charset="0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91175B4E-F64B-49CB-B2B3-2658E6339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633" y="4574516"/>
            <a:ext cx="5133975" cy="1657350"/>
          </a:xfrm>
          <a:prstGeom prst="rect">
            <a:avLst/>
          </a:prstGeom>
        </p:spPr>
      </p:pic>
      <p:pic>
        <p:nvPicPr>
          <p:cNvPr id="30" name="Imagem 29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560B31A-AA73-4B34-B488-3C14F6E2A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18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544917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dirty="0">
                <a:latin typeface="Arial Nova Cond Light" panose="020B0306020202020204" pitchFamily="34" charset="0"/>
              </a:rPr>
              <a:t>Existem várias maneiras de atribuir valores a variáveis: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Atribuir uma variável o resultado de uma expressão:</a:t>
            </a:r>
          </a:p>
          <a:p>
            <a:pPr marL="628650" lvl="1" indent="-457200" algn="just" eaLnBrk="1" hangingPunct="1">
              <a:buBlip>
                <a:blip r:embed="rId2"/>
              </a:buBlip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Entre outros...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Atribuição de valores a variáveis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ACDBA0-C81B-49BB-918C-3096AD4D3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15" y="2044799"/>
            <a:ext cx="5238750" cy="1895475"/>
          </a:xfrm>
          <a:prstGeom prst="rect">
            <a:avLst/>
          </a:prstGeom>
        </p:spPr>
      </p:pic>
      <p:pic>
        <p:nvPicPr>
          <p:cNvPr id="4" name="Imagem 3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124365F0-E194-4D47-840D-B15245504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91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54491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b="1" u="sng" dirty="0">
                <a:latin typeface="Arial Nova Cond Light" panose="020B0306020202020204" pitchFamily="34" charset="0"/>
              </a:rPr>
              <a:t>Comandos de saída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Modo texto:</a:t>
            </a:r>
          </a:p>
          <a:p>
            <a:pPr marL="628650" lvl="1" indent="-457200" algn="just" eaLnBrk="1" hangingPunct="1">
              <a:spcBef>
                <a:spcPts val="600"/>
              </a:spcBef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/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Modo gráfico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Comandos de entrada e saída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3CFEF0-8846-4101-A0DF-2DDC927C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45" y="2066735"/>
            <a:ext cx="4801270" cy="1400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6DEF689-0DF8-4CFE-8C5D-38F26F4CE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459" y="2066735"/>
            <a:ext cx="3867690" cy="1362265"/>
          </a:xfrm>
          <a:prstGeom prst="rect">
            <a:avLst/>
          </a:prstGeom>
        </p:spPr>
      </p:pic>
      <p:sp>
        <p:nvSpPr>
          <p:cNvPr id="6" name="Seta para a direita listrada 20">
            <a:extLst>
              <a:ext uri="{FF2B5EF4-FFF2-40B4-BE49-F238E27FC236}">
                <a16:creationId xmlns:a16="http://schemas.microsoft.com/office/drawing/2014/main" id="{5E75E189-03DC-4CEF-B1E3-2EA1988E9DD3}"/>
              </a:ext>
            </a:extLst>
          </p:cNvPr>
          <p:cNvSpPr/>
          <p:nvPr/>
        </p:nvSpPr>
        <p:spPr bwMode="auto">
          <a:xfrm>
            <a:off x="6194928" y="2420558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02E8B2-3911-42CC-A2EE-8B1197AD5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345" y="4394388"/>
            <a:ext cx="6439799" cy="13527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3C345E-0271-46ED-9D4C-DC2E76417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301" y="4513544"/>
            <a:ext cx="2514600" cy="1114425"/>
          </a:xfrm>
          <a:prstGeom prst="rect">
            <a:avLst/>
          </a:prstGeom>
        </p:spPr>
      </p:pic>
      <p:sp>
        <p:nvSpPr>
          <p:cNvPr id="12" name="Seta para a direita listrada 20">
            <a:extLst>
              <a:ext uri="{FF2B5EF4-FFF2-40B4-BE49-F238E27FC236}">
                <a16:creationId xmlns:a16="http://schemas.microsoft.com/office/drawing/2014/main" id="{8EC31FE7-E270-4C35-BAC0-56A8F13E6299}"/>
              </a:ext>
            </a:extLst>
          </p:cNvPr>
          <p:cNvSpPr/>
          <p:nvPr/>
        </p:nvSpPr>
        <p:spPr bwMode="auto">
          <a:xfrm>
            <a:off x="7889572" y="4743448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832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304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Já está pronta, porém precisamos indicar que iremos utilizar e para isso temos que importar um pacote.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Comandos de saída: Modo Gráfico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02E8B2-3911-42CC-A2EE-8B1197AD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998" y="2076261"/>
            <a:ext cx="6439799" cy="13527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68DC341-5BFC-42F2-B261-F3090BED5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205" y="3786152"/>
            <a:ext cx="3734321" cy="5048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625F79-F177-42B2-94F6-FD10C7291113}"/>
              </a:ext>
            </a:extLst>
          </p:cNvPr>
          <p:cNvSpPr txBox="1"/>
          <p:nvPr/>
        </p:nvSpPr>
        <p:spPr>
          <a:xfrm>
            <a:off x="1445758" y="4695894"/>
            <a:ext cx="977153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Carrega a classe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JOptionPane</a:t>
            </a:r>
            <a:r>
              <a:rPr lang="pt-BR" altLang="pt-BR" sz="2800" dirty="0">
                <a:latin typeface="Arial Nova Cond Light" panose="020B0306020202020204" pitchFamily="34" charset="0"/>
              </a:rPr>
              <a:t> do pacote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javax.swing</a:t>
            </a:r>
            <a:r>
              <a:rPr lang="pt-BR" altLang="pt-BR" sz="2800" dirty="0">
                <a:latin typeface="Arial Nova Cond Light" panose="020B0306020202020204" pitchFamily="34" charset="0"/>
              </a:rPr>
              <a:t> </a:t>
            </a:r>
          </a:p>
          <a:p>
            <a:pPr marL="628650" lvl="1" indent="-457200" algn="just" eaLnBrk="1" hangingPunct="1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Ajuda a definir interfaces gráficas com o usuário para seu aplicativo</a:t>
            </a:r>
          </a:p>
          <a:p>
            <a:pPr marL="628650" lvl="1" indent="-457200" algn="just" eaLnBrk="1" hangingPunct="1">
              <a:spcAft>
                <a:spcPts val="6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Sempre coloquem esta diretiva no início do programa.</a:t>
            </a:r>
          </a:p>
        </p:txBody>
      </p:sp>
      <p:pic>
        <p:nvPicPr>
          <p:cNvPr id="18" name="Gráfico 17" descr="Seta de linha: curva no sentido horário">
            <a:extLst>
              <a:ext uri="{FF2B5EF4-FFF2-40B4-BE49-F238E27FC236}">
                <a16:creationId xmlns:a16="http://schemas.microsoft.com/office/drawing/2014/main" id="{A8BC577E-9CAE-467D-A9B0-4F21EE566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553497" y="3833847"/>
            <a:ext cx="104370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38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304235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 eaLnBrk="1" hangingPunct="1">
              <a:spcBef>
                <a:spcPts val="600"/>
              </a:spcBef>
            </a:pPr>
            <a:r>
              <a:rPr lang="pt-BR" altLang="pt-BR" sz="2800" dirty="0">
                <a:latin typeface="Arial Nova Cond Light" panose="020B0306020202020204" pitchFamily="34" charset="0"/>
              </a:rPr>
              <a:t>Detalhes do comando:</a:t>
            </a:r>
          </a:p>
          <a:p>
            <a:pPr marL="171450" lvl="1" algn="just" eaLnBrk="1" hangingPunct="1">
              <a:spcBef>
                <a:spcPts val="600"/>
              </a:spcBef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171450" lvl="1" algn="just" eaLnBrk="1" hangingPunct="1">
              <a:spcBef>
                <a:spcPts val="600"/>
              </a:spcBef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171450" lvl="1" algn="just" eaLnBrk="1" hangingPunct="1">
              <a:spcBef>
                <a:spcPts val="600"/>
              </a:spcBef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Indica uma chamada para o método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showMessageDialog</a:t>
            </a:r>
            <a:r>
              <a:rPr lang="pt-BR" altLang="pt-BR" sz="2800" dirty="0">
                <a:latin typeface="Arial Nova Cond Light" panose="020B0306020202020204" pitchFamily="34" charset="0"/>
              </a:rPr>
              <a:t> da classe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JOptionPane</a:t>
            </a:r>
            <a:r>
              <a:rPr lang="pt-BR" altLang="pt-BR" sz="2800" dirty="0">
                <a:latin typeface="Arial Nova Cond Light" panose="020B0306020202020204" pitchFamily="34" charset="0"/>
              </a:rPr>
              <a:t>, exige dois argumentos, separados por vírgula. 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 err="1">
                <a:latin typeface="Arial Nova Cond Light" panose="020B0306020202020204" pitchFamily="34" charset="0"/>
              </a:rPr>
              <a:t>null</a:t>
            </a:r>
            <a:r>
              <a:rPr lang="pt-BR" altLang="pt-BR" sz="2800" dirty="0">
                <a:latin typeface="Arial Nova Cond Light" panose="020B0306020202020204" pitchFamily="34" charset="0"/>
              </a:rPr>
              <a:t>     ajuda o Java a posicionar a caixa de diálogo (caixa de diálogo aparece no centro da tela).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Comandos de saída: Modo Gráfico</a:t>
            </a:r>
          </a:p>
        </p:txBody>
      </p:sp>
      <p:pic>
        <p:nvPicPr>
          <p:cNvPr id="5" name="Gráfico 4" descr="Seta para Direita">
            <a:extLst>
              <a:ext uri="{FF2B5EF4-FFF2-40B4-BE49-F238E27FC236}">
                <a16:creationId xmlns:a16="http://schemas.microsoft.com/office/drawing/2014/main" id="{E586F652-B848-4B08-A26A-2EE4DC395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7200" y="3944072"/>
            <a:ext cx="378364" cy="5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1B96A69-BD94-40FE-8896-977A20B75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310" y="1756012"/>
            <a:ext cx="7804387" cy="9503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6634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30423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Para utilizarmos o comando de entrada no modo texto, é necessário importar o seguinte pacote:</a:t>
            </a:r>
          </a:p>
          <a:p>
            <a:pPr marL="171450" lvl="1" algn="just" eaLnBrk="1" hangingPunct="1">
              <a:spcBef>
                <a:spcPts val="1800"/>
              </a:spcBef>
              <a:spcAft>
                <a:spcPts val="2400"/>
              </a:spcAft>
            </a:pPr>
            <a:r>
              <a:rPr lang="pt-BR" altLang="pt-BR" sz="2800" dirty="0">
                <a:latin typeface="Arial Nova Cond Light" panose="020B0306020202020204" pitchFamily="34" charset="0"/>
              </a:rPr>
              <a:t>						</a:t>
            </a:r>
            <a:r>
              <a:rPr lang="pt-BR" altLang="pt-BR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import</a:t>
            </a:r>
            <a:r>
              <a:rPr lang="pt-BR" altLang="pt-BR" sz="2800" dirty="0">
                <a:latin typeface="Arial Nova Cond Light" panose="020B0306020202020204" pitchFamily="34" charset="0"/>
              </a:rPr>
              <a:t>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java.util.</a:t>
            </a:r>
            <a:r>
              <a:rPr lang="pt-BR" altLang="pt-BR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Scanner</a:t>
            </a:r>
            <a:r>
              <a:rPr lang="pt-BR" altLang="pt-BR" sz="2800" dirty="0">
                <a:latin typeface="Arial Nova Cond Light" panose="020B0306020202020204" pitchFamily="34" charset="0"/>
              </a:rPr>
              <a:t>;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 classe Scanner ajuda na leitura dos dados informados. Para isso, é necessário criar um objeto do tipo Scanner que recebe o objeto System.in, do seguinte modo:</a:t>
            </a:r>
          </a:p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marL="171450" lvl="1" algn="just" eaLnBrk="1" hangingPunct="1">
              <a:spcBef>
                <a:spcPts val="600"/>
              </a:spcBef>
            </a:pPr>
            <a:r>
              <a:rPr lang="pt-BR" altLang="pt-BR" sz="2800" dirty="0">
                <a:latin typeface="Arial Nova Cond Light" panose="020B0306020202020204" pitchFamily="34" charset="0"/>
              </a:rPr>
              <a:t>						Scanner leia = </a:t>
            </a:r>
            <a:r>
              <a:rPr lang="pt-BR" altLang="pt-B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new</a:t>
            </a:r>
            <a:r>
              <a:rPr lang="pt-BR" altLang="pt-BR" sz="2800" dirty="0">
                <a:latin typeface="Arial Nova Cond Light" panose="020B0306020202020204" pitchFamily="34" charset="0"/>
              </a:rPr>
              <a:t> Scanner(System.in);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 no Modo Texto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F1F7EF0-2068-4067-8ED9-8CE470091652}"/>
              </a:ext>
            </a:extLst>
          </p:cNvPr>
          <p:cNvSpPr/>
          <p:nvPr/>
        </p:nvSpPr>
        <p:spPr>
          <a:xfrm>
            <a:off x="3103419" y="1968959"/>
            <a:ext cx="3482109" cy="7023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A2D428-A1FB-4699-863E-AAAB84822085}"/>
              </a:ext>
            </a:extLst>
          </p:cNvPr>
          <p:cNvSpPr/>
          <p:nvPr/>
        </p:nvSpPr>
        <p:spPr>
          <a:xfrm>
            <a:off x="3103419" y="4201569"/>
            <a:ext cx="5273963" cy="7023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o explicativo em elipse 15">
            <a:extLst>
              <a:ext uri="{FF2B5EF4-FFF2-40B4-BE49-F238E27FC236}">
                <a16:creationId xmlns:a16="http://schemas.microsoft.com/office/drawing/2014/main" id="{E77F9224-C840-4611-83B7-B841E2A9C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144" y="4609337"/>
            <a:ext cx="2771775" cy="1458047"/>
          </a:xfrm>
          <a:prstGeom prst="wedgeEllipseCallout">
            <a:avLst>
              <a:gd name="adj1" fmla="val -77506"/>
              <a:gd name="adj2" fmla="val -36668"/>
            </a:avLst>
          </a:prstGeom>
          <a:solidFill>
            <a:schemeClr val="bg1"/>
          </a:solidFill>
          <a:ln w="38100" algn="ctr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Nova Cond Light" panose="020B0306020202020204" pitchFamily="34" charset="0"/>
              </a:rPr>
              <a:t>faz a leitura do que se escreve no teclado</a:t>
            </a:r>
            <a:endParaRPr lang="pt-BR" altLang="pt-BR" sz="2400">
              <a:solidFill>
                <a:srgbClr val="000000"/>
              </a:solidFill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021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43882" y="988906"/>
            <a:ext cx="113042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Bef>
                <a:spcPts val="60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Para cada tipo de dado primitivo existe uma chamada do método para retornar o valor especificado na entrada de dados, sempre seguindo o formato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nextTipoDado</a:t>
            </a:r>
            <a:r>
              <a:rPr lang="pt-BR" altLang="pt-BR" sz="2800" dirty="0">
                <a:latin typeface="Arial Nova Cond Light" panose="020B0306020202020204" pitchFamily="34" charset="0"/>
              </a:rPr>
              <a:t>().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Entrada de Dados no Modo Texto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B2D98BC-72AF-4A20-872A-EBD957AC3B35}"/>
              </a:ext>
            </a:extLst>
          </p:cNvPr>
          <p:cNvGrpSpPr/>
          <p:nvPr/>
        </p:nvGrpSpPr>
        <p:grpSpPr>
          <a:xfrm>
            <a:off x="3461962" y="2137471"/>
            <a:ext cx="6624147" cy="4032419"/>
            <a:chOff x="3997671" y="2192890"/>
            <a:chExt cx="6624147" cy="4032419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5B1358A0-41A5-4E1C-B0C0-9CB84F718DF9}"/>
                </a:ext>
              </a:extLst>
            </p:cNvPr>
            <p:cNvGrpSpPr/>
            <p:nvPr/>
          </p:nvGrpSpPr>
          <p:grpSpPr>
            <a:xfrm>
              <a:off x="3997671" y="2192890"/>
              <a:ext cx="6624147" cy="4032419"/>
              <a:chOff x="5643415" y="1856509"/>
              <a:chExt cx="5148000" cy="2160000"/>
            </a:xfrm>
          </p:grpSpPr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68EA9E45-573B-45FF-86B4-223EE8DB7395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6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44D1DD72-A42F-4881-8C57-9E6BD51E783C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F0E17EDC-39D6-4ABE-8B24-B7CF2DD4B07C}"/>
                </a:ext>
              </a:extLst>
            </p:cNvPr>
            <p:cNvSpPr txBox="1"/>
            <p:nvPr/>
          </p:nvSpPr>
          <p:spPr>
            <a:xfrm>
              <a:off x="4325725" y="2488626"/>
              <a:ext cx="5963741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dirty="0">
                  <a:latin typeface="Consolas" panose="020B0609020204030204" pitchFamily="49" charset="0"/>
                </a:rPr>
                <a:t>Scanner leia = </a:t>
              </a:r>
              <a:r>
                <a:rPr lang="pt-BR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new</a:t>
              </a:r>
              <a:r>
                <a:rPr lang="pt-BR" sz="2000" dirty="0">
                  <a:latin typeface="Consolas" panose="020B0609020204030204" pitchFamily="49" charset="0"/>
                </a:rPr>
                <a:t> Scanner(System.in);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endParaRPr lang="pt-BR" sz="2000" dirty="0">
                <a:latin typeface="Consolas" panose="020B0609020204030204" pitchFamily="49" charset="0"/>
              </a:endParaRP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2000" dirty="0">
                  <a:latin typeface="Consolas" panose="020B0609020204030204" pitchFamily="49" charset="0"/>
                </a:rPr>
                <a:t> peso = </a:t>
              </a:r>
              <a:r>
                <a:rPr lang="pt-BR" sz="2000" dirty="0" err="1">
                  <a:latin typeface="Consolas" panose="020B0609020204030204" pitchFamily="49" charset="0"/>
                </a:rPr>
                <a:t>leia.nextFloat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double</a:t>
              </a:r>
              <a:r>
                <a:rPr lang="pt-BR" sz="2000" dirty="0">
                  <a:latin typeface="Consolas" panose="020B0609020204030204" pitchFamily="49" charset="0"/>
                </a:rPr>
                <a:t> salario = </a:t>
              </a:r>
              <a:r>
                <a:rPr lang="pt-BR" sz="2000" dirty="0" err="1">
                  <a:latin typeface="Consolas" panose="020B0609020204030204" pitchFamily="49" charset="0"/>
                </a:rPr>
                <a:t>leia.nextDouble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sz="2000" dirty="0">
                  <a:latin typeface="Consolas" panose="020B0609020204030204" pitchFamily="49" charset="0"/>
                </a:rPr>
                <a:t> idade = </a:t>
              </a:r>
              <a:r>
                <a:rPr lang="pt-BR" sz="2000" dirty="0" err="1">
                  <a:latin typeface="Consolas" panose="020B0609020204030204" pitchFamily="49" charset="0"/>
                </a:rPr>
                <a:t>leia.nextInt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byte</a:t>
              </a:r>
              <a:r>
                <a:rPr lang="pt-BR" sz="2000" dirty="0">
                  <a:latin typeface="Consolas" panose="020B0609020204030204" pitchFamily="49" charset="0"/>
                </a:rPr>
                <a:t> valor1 = </a:t>
              </a:r>
              <a:r>
                <a:rPr lang="pt-BR" sz="2000" dirty="0" err="1">
                  <a:latin typeface="Consolas" panose="020B0609020204030204" pitchFamily="49" charset="0"/>
                </a:rPr>
                <a:t>leia.nextByte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long</a:t>
              </a:r>
              <a:r>
                <a:rPr lang="pt-BR" sz="2000" dirty="0">
                  <a:latin typeface="Consolas" panose="020B0609020204030204" pitchFamily="49" charset="0"/>
                </a:rPr>
                <a:t> valor2 = </a:t>
              </a:r>
              <a:r>
                <a:rPr lang="pt-BR" sz="2000" dirty="0" err="1">
                  <a:latin typeface="Consolas" panose="020B0609020204030204" pitchFamily="49" charset="0"/>
                </a:rPr>
                <a:t>leia.nextLong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b="1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boolean</a:t>
              </a:r>
              <a:r>
                <a:rPr lang="pt-BR" sz="2000" dirty="0">
                  <a:latin typeface="Consolas" panose="020B0609020204030204" pitchFamily="49" charset="0"/>
                </a:rPr>
                <a:t> b1 = </a:t>
              </a:r>
              <a:r>
                <a:rPr lang="pt-BR" sz="2000" dirty="0" err="1">
                  <a:latin typeface="Consolas" panose="020B0609020204030204" pitchFamily="49" charset="0"/>
                </a:rPr>
                <a:t>leia.nextBoolean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 dirty="0" err="1">
                  <a:latin typeface="Consolas" panose="020B0609020204030204" pitchFamily="49" charset="0"/>
                </a:rPr>
                <a:t>String</a:t>
              </a:r>
              <a:r>
                <a:rPr lang="pt-BR" sz="2000" dirty="0">
                  <a:latin typeface="Consolas" panose="020B0609020204030204" pitchFamily="49" charset="0"/>
                </a:rPr>
                <a:t> nome = </a:t>
              </a:r>
              <a:r>
                <a:rPr lang="pt-BR" sz="2000" dirty="0" err="1">
                  <a:latin typeface="Consolas" panose="020B0609020204030204" pitchFamily="49" charset="0"/>
                </a:rPr>
                <a:t>leia.nextLine</a:t>
              </a:r>
              <a:r>
                <a:rPr lang="pt-BR" sz="2000" dirty="0">
                  <a:latin typeface="Consolas" panose="020B0609020204030204" pitchFamily="49" charset="0"/>
                </a:rPr>
                <a:t>();</a:t>
              </a:r>
            </a:p>
          </p:txBody>
        </p:sp>
      </p:grpSp>
      <p:sp>
        <p:nvSpPr>
          <p:cNvPr id="12" name="Texto explicativo em elipse 15">
            <a:extLst>
              <a:ext uri="{FF2B5EF4-FFF2-40B4-BE49-F238E27FC236}">
                <a16:creationId xmlns:a16="http://schemas.microsoft.com/office/drawing/2014/main" id="{49BE5C63-6334-4E9B-9E3D-DD121F5DD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2159" y="3961867"/>
            <a:ext cx="2771775" cy="1458047"/>
          </a:xfrm>
          <a:prstGeom prst="wedgeEllipseCallout">
            <a:avLst>
              <a:gd name="adj1" fmla="val -80506"/>
              <a:gd name="adj2" fmla="val 65955"/>
            </a:avLst>
          </a:prstGeom>
          <a:solidFill>
            <a:schemeClr val="bg1"/>
          </a:solidFill>
          <a:ln w="38100" algn="ctr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Observe o tipo de dado  para </a:t>
            </a:r>
            <a:r>
              <a:rPr lang="pt-BR" altLang="pt-BR" sz="2400" dirty="0" err="1">
                <a:latin typeface="Arial Nova Cond Light" panose="020B0306020202020204" pitchFamily="34" charset="0"/>
              </a:rPr>
              <a:t>String</a:t>
            </a:r>
            <a:r>
              <a:rPr lang="pt-BR" altLang="pt-BR" sz="2400" dirty="0">
                <a:latin typeface="Arial Nova Cond Light" panose="020B0306020202020204" pitchFamily="34" charset="0"/>
              </a:rPr>
              <a:t>!!!</a:t>
            </a:r>
            <a:endParaRPr lang="pt-BR" altLang="pt-BR" sz="2400" dirty="0">
              <a:solidFill>
                <a:srgbClr val="000000"/>
              </a:solidFill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734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D798A888-4060-49A8-BC4A-09E7B01F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92" y="1497418"/>
            <a:ext cx="7547735" cy="5232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486790" y="5468651"/>
            <a:ext cx="113042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Bef>
                <a:spcPts val="600"/>
              </a:spcBef>
              <a:buBlip>
                <a:blip r:embed="rId3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Também precisamos importar o pacote...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Entrada de Dados no Modo Gráfico</a:t>
            </a:r>
          </a:p>
        </p:txBody>
      </p:sp>
      <p:sp>
        <p:nvSpPr>
          <p:cNvPr id="4" name="Texto explicativo em elipse 14">
            <a:extLst>
              <a:ext uri="{FF2B5EF4-FFF2-40B4-BE49-F238E27FC236}">
                <a16:creationId xmlns:a16="http://schemas.microsoft.com/office/drawing/2014/main" id="{ECEE0810-15E9-41D3-97D5-BC3D9D288029}"/>
              </a:ext>
            </a:extLst>
          </p:cNvPr>
          <p:cNvSpPr/>
          <p:nvPr/>
        </p:nvSpPr>
        <p:spPr>
          <a:xfrm>
            <a:off x="285750" y="3087688"/>
            <a:ext cx="2910032" cy="1643062"/>
          </a:xfrm>
          <a:prstGeom prst="wedgeEllipseCallout">
            <a:avLst>
              <a:gd name="adj1" fmla="val -15276"/>
              <a:gd name="adj2" fmla="val -121882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dirty="0">
                <a:latin typeface="Arial Nova Cond Light" panose="020B0306020202020204" pitchFamily="34" charset="0"/>
              </a:rPr>
              <a:t>A variável que recebe conteúdo é uma String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BDEE011-F672-44CC-9A5F-80904372F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20" y="2384623"/>
            <a:ext cx="2790825" cy="1171575"/>
          </a:xfrm>
          <a:prstGeom prst="rect">
            <a:avLst/>
          </a:prstGeom>
        </p:spPr>
      </p:pic>
      <p:sp>
        <p:nvSpPr>
          <p:cNvPr id="6" name="Texto explicativo em elipse 15">
            <a:extLst>
              <a:ext uri="{FF2B5EF4-FFF2-40B4-BE49-F238E27FC236}">
                <a16:creationId xmlns:a16="http://schemas.microsoft.com/office/drawing/2014/main" id="{7E30A15B-1612-415C-BDA5-6854BDCD47D9}"/>
              </a:ext>
            </a:extLst>
          </p:cNvPr>
          <p:cNvSpPr/>
          <p:nvPr/>
        </p:nvSpPr>
        <p:spPr>
          <a:xfrm>
            <a:off x="6203562" y="3726612"/>
            <a:ext cx="4857750" cy="1571625"/>
          </a:xfrm>
          <a:prstGeom prst="wedgeEllipseCallout">
            <a:avLst>
              <a:gd name="adj1" fmla="val -38441"/>
              <a:gd name="adj2" fmla="val -94362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dirty="0">
                <a:latin typeface="Arial Nova Cond Light" panose="020B0306020202020204" pitchFamily="34" charset="0"/>
              </a:rPr>
              <a:t>Mesmo que o usuário digite um valor numérico, o conteúdo é uma String</a:t>
            </a:r>
          </a:p>
        </p:txBody>
      </p:sp>
    </p:spTree>
    <p:extLst>
      <p:ext uri="{BB962C8B-B14F-4D97-AF65-F5344CB8AC3E}">
        <p14:creationId xmlns:p14="http://schemas.microsoft.com/office/powerpoint/2010/main" val="1819510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D798A888-4060-49A8-BC4A-09E7B01F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92" y="1497418"/>
            <a:ext cx="7547735" cy="5232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900E74A-64AA-4185-B52C-0F2BDDA13D64}"/>
              </a:ext>
            </a:extLst>
          </p:cNvPr>
          <p:cNvSpPr txBox="1"/>
          <p:nvPr/>
        </p:nvSpPr>
        <p:spPr>
          <a:xfrm>
            <a:off x="529699" y="3658573"/>
            <a:ext cx="11304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457200" algn="just" eaLnBrk="1" hangingPunct="1">
              <a:spcBef>
                <a:spcPts val="600"/>
              </a:spcBef>
              <a:buBlip>
                <a:blip r:embed="rId3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Precisamos converter uma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String</a:t>
            </a:r>
            <a:r>
              <a:rPr lang="pt-BR" altLang="pt-BR" sz="2800" dirty="0">
                <a:latin typeface="Arial Nova Cond Light" panose="020B0306020202020204" pitchFamily="34" charset="0"/>
              </a:rPr>
              <a:t> para um dado do tipo numérico para realizar cálculos matemáticos, para isso: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Entrada de Dados no Modo Gráfico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BDEE011-F672-44CC-9A5F-80904372F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20" y="2384623"/>
            <a:ext cx="2790825" cy="11715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6D117F-216B-47A2-806C-F9FF226BA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098" y="4612680"/>
            <a:ext cx="3756067" cy="617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o explicativo em elipse 14">
            <a:extLst>
              <a:ext uri="{FF2B5EF4-FFF2-40B4-BE49-F238E27FC236}">
                <a16:creationId xmlns:a16="http://schemas.microsoft.com/office/drawing/2014/main" id="{63424274-0FA0-4937-94E4-2ADB22115C4E}"/>
              </a:ext>
            </a:extLst>
          </p:cNvPr>
          <p:cNvSpPr/>
          <p:nvPr/>
        </p:nvSpPr>
        <p:spPr>
          <a:xfrm>
            <a:off x="889992" y="4928335"/>
            <a:ext cx="2148772" cy="1322280"/>
          </a:xfrm>
          <a:prstGeom prst="wedgeEllipseCallout">
            <a:avLst>
              <a:gd name="adj1" fmla="val 106396"/>
              <a:gd name="adj2" fmla="val -40427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dirty="0">
                <a:latin typeface="Arial Nova Cond Light" panose="020B0306020202020204" pitchFamily="34" charset="0"/>
              </a:rPr>
              <a:t>Declara como </a:t>
            </a:r>
            <a:r>
              <a:rPr lang="pt-BR" sz="2400" dirty="0" err="1">
                <a:latin typeface="Arial Nova Cond Light" panose="020B0306020202020204" pitchFamily="34" charset="0"/>
              </a:rPr>
              <a:t>int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38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Entrada e saída de Dados: Modo Gráfico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03A237-E396-4418-B64D-D02762553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12" y="4956707"/>
            <a:ext cx="2790825" cy="11715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868BB1D-523F-4905-8F7A-C1A4AEC6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" y="1124645"/>
            <a:ext cx="9078592" cy="3705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78CCDD8-263F-4227-8B90-CFE30D08F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389" y="4952677"/>
            <a:ext cx="2514600" cy="111442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8571EF-04D4-45F5-B4C5-CF1A7A89DD94}"/>
              </a:ext>
            </a:extLst>
          </p:cNvPr>
          <p:cNvSpPr txBox="1"/>
          <p:nvPr/>
        </p:nvSpPr>
        <p:spPr>
          <a:xfrm>
            <a:off x="762011" y="5248280"/>
            <a:ext cx="120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dirty="0">
                <a:latin typeface="Arial Nova Cond Light" panose="020B0306020202020204" pitchFamily="34" charset="0"/>
              </a:rPr>
              <a:t>Entrada</a:t>
            </a:r>
            <a:endParaRPr lang="pt-BR" sz="2800" dirty="0"/>
          </a:p>
        </p:txBody>
      </p:sp>
      <p:sp>
        <p:nvSpPr>
          <p:cNvPr id="12" name="Seta para a direita listrada 20">
            <a:extLst>
              <a:ext uri="{FF2B5EF4-FFF2-40B4-BE49-F238E27FC236}">
                <a16:creationId xmlns:a16="http://schemas.microsoft.com/office/drawing/2014/main" id="{AA9C7B98-7EA4-481E-9063-050E2C049B01}"/>
              </a:ext>
            </a:extLst>
          </p:cNvPr>
          <p:cNvSpPr/>
          <p:nvPr/>
        </p:nvSpPr>
        <p:spPr bwMode="auto">
          <a:xfrm>
            <a:off x="2098322" y="5182581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177AE2-3123-4CF3-944C-8B6953009A0B}"/>
              </a:ext>
            </a:extLst>
          </p:cNvPr>
          <p:cNvSpPr txBox="1"/>
          <p:nvPr/>
        </p:nvSpPr>
        <p:spPr>
          <a:xfrm>
            <a:off x="6496990" y="5248280"/>
            <a:ext cx="1201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dirty="0">
                <a:latin typeface="Arial Nova Cond Light" panose="020B0306020202020204" pitchFamily="34" charset="0"/>
              </a:rPr>
              <a:t>Saída</a:t>
            </a:r>
            <a:endParaRPr lang="pt-BR" sz="2800" dirty="0"/>
          </a:p>
        </p:txBody>
      </p:sp>
      <p:sp>
        <p:nvSpPr>
          <p:cNvPr id="23" name="Seta para a direita listrada 20">
            <a:extLst>
              <a:ext uri="{FF2B5EF4-FFF2-40B4-BE49-F238E27FC236}">
                <a16:creationId xmlns:a16="http://schemas.microsoft.com/office/drawing/2014/main" id="{F32CCF0D-C0B0-47A9-8BC7-6B184D51B1A6}"/>
              </a:ext>
            </a:extLst>
          </p:cNvPr>
          <p:cNvSpPr/>
          <p:nvPr/>
        </p:nvSpPr>
        <p:spPr bwMode="auto">
          <a:xfrm>
            <a:off x="7762373" y="5215185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159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Conversões de tipos: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140618"/>
            <a:ext cx="11390051" cy="3616109"/>
          </a:xfrm>
        </p:spPr>
        <p:txBody>
          <a:bodyPr>
            <a:noAutofit/>
          </a:bodyPr>
          <a:lstStyle/>
          <a:p>
            <a:pPr marL="628650" indent="-452438" algn="just" eaLnBrk="1" hangingPunct="1">
              <a:lnSpc>
                <a:spcPct val="90000"/>
              </a:lnSpc>
              <a:buFontTx/>
              <a:buNone/>
            </a:pPr>
            <a:r>
              <a:rPr lang="pt-BR" altLang="pt-BR" sz="2800" b="1" dirty="0" err="1">
                <a:latin typeface="Arial Nova Cond Light" panose="020B0306020202020204" pitchFamily="34" charset="0"/>
              </a:rPr>
              <a:t>String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 para outro tipos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Para o tipo </a:t>
            </a:r>
            <a:r>
              <a:rPr lang="pt-BR" altLang="pt-BR" sz="2800" b="1" dirty="0" err="1">
                <a:latin typeface="Arial Nova Cond Light" panose="020B0306020202020204" pitchFamily="34" charset="0"/>
              </a:rPr>
              <a:t>int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: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Integer.parseInt</a:t>
            </a:r>
            <a:r>
              <a:rPr lang="pt-BR" altLang="pt-BR" sz="2800" dirty="0">
                <a:latin typeface="Arial Nova Cond Light" panose="020B0306020202020204" pitchFamily="34" charset="0"/>
              </a:rPr>
              <a:t> (variável)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Para o tipo </a:t>
            </a:r>
            <a:r>
              <a:rPr lang="pt-BR" altLang="pt-BR" sz="2800" b="1" dirty="0" err="1">
                <a:latin typeface="Arial Nova Cond Light" panose="020B0306020202020204" pitchFamily="34" charset="0"/>
              </a:rPr>
              <a:t>double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: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Double.parseDouble</a:t>
            </a:r>
            <a:r>
              <a:rPr lang="pt-BR" altLang="pt-BR" sz="2800" dirty="0">
                <a:latin typeface="Arial Nova Cond Light" panose="020B0306020202020204" pitchFamily="34" charset="0"/>
              </a:rPr>
              <a:t>(variável)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Para o tipo </a:t>
            </a:r>
            <a:r>
              <a:rPr lang="pt-BR" altLang="pt-BR" sz="2800" b="1" dirty="0" err="1">
                <a:latin typeface="Arial Nova Cond Light" panose="020B0306020202020204" pitchFamily="34" charset="0"/>
              </a:rPr>
              <a:t>float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: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Float.parseFloat</a:t>
            </a:r>
            <a:r>
              <a:rPr lang="pt-BR" altLang="pt-BR" sz="2800" dirty="0">
                <a:latin typeface="Arial Nova Cond Light" panose="020B0306020202020204" pitchFamily="34" charset="0"/>
              </a:rPr>
              <a:t>(variável)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Para o tipo </a:t>
            </a:r>
            <a:r>
              <a:rPr lang="pt-BR" altLang="pt-BR" sz="2800" b="1" dirty="0" err="1">
                <a:latin typeface="Arial Nova Cond Light" panose="020B0306020202020204" pitchFamily="34" charset="0"/>
              </a:rPr>
              <a:t>long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: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Integer.parseInt</a:t>
            </a:r>
            <a:r>
              <a:rPr lang="pt-BR" altLang="pt-BR" sz="2800" dirty="0">
                <a:latin typeface="Arial Nova Cond Light" panose="020B0306020202020204" pitchFamily="34" charset="0"/>
              </a:rPr>
              <a:t>(variável)</a:t>
            </a:r>
          </a:p>
          <a:p>
            <a:pPr marL="628650" indent="-454025" algn="just" eaLnBrk="1" hangingPunct="1">
              <a:lnSpc>
                <a:spcPct val="90000"/>
              </a:lnSpc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Para o tipo char: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entrada.charAt</a:t>
            </a:r>
            <a:r>
              <a:rPr lang="pt-BR" altLang="pt-BR" sz="2800" dirty="0">
                <a:latin typeface="Arial Nova Cond Light" panose="020B0306020202020204" pitchFamily="34" charset="0"/>
              </a:rPr>
              <a:t>(0);   </a:t>
            </a:r>
          </a:p>
        </p:txBody>
      </p:sp>
      <p:pic>
        <p:nvPicPr>
          <p:cNvPr id="3" name="Imagem 2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B155DA26-8785-4B6D-8AC4-926817989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96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9383609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São trechos de código invocados automaticamente quando um objeto é instanciado.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b="1" u="sng" dirty="0">
                <a:solidFill>
                  <a:srgbClr val="C00000"/>
                </a:solidFill>
                <a:latin typeface="Arial Nova Cond Light" panose="020B0306020202020204" pitchFamily="34" charset="0"/>
              </a:rPr>
              <a:t>NUNCA</a:t>
            </a:r>
            <a:r>
              <a:rPr lang="pt-BR" altLang="pt-BR" sz="2800" dirty="0">
                <a:latin typeface="Arial Nova Cond Light" panose="020B0306020202020204" pitchFamily="34" charset="0"/>
              </a:rPr>
              <a:t> retornam nada e não possuem tipo.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Os construtores sempre tem o mesmo nome da classe a que se refere.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Para cada objeto, o construtor é chamado exatamente uma vez, na sua criação.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Exemplo: 	</a:t>
            </a:r>
            <a:r>
              <a:rPr lang="pt-BR" altLang="pt-BR" sz="2600" dirty="0">
                <a:latin typeface="Consolas" panose="020B0609020204030204" pitchFamily="49" charset="0"/>
              </a:rPr>
              <a:t>Objeto </a:t>
            </a:r>
            <a:r>
              <a:rPr lang="pt-BR" altLang="pt-BR" sz="2600" dirty="0" err="1">
                <a:latin typeface="Consolas" panose="020B0609020204030204" pitchFamily="49" charset="0"/>
              </a:rPr>
              <a:t>obj</a:t>
            </a:r>
            <a:r>
              <a:rPr lang="pt-BR" altLang="pt-BR" sz="2600" dirty="0">
                <a:latin typeface="Consolas" panose="020B0609020204030204" pitchFamily="49" charset="0"/>
              </a:rPr>
              <a:t> = new </a:t>
            </a:r>
            <a:r>
              <a:rPr lang="pt-BR" altLang="pt-BR" sz="2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Objeto()</a:t>
            </a:r>
            <a:r>
              <a:rPr lang="pt-BR" altLang="pt-BR" sz="2600" dirty="0">
                <a:latin typeface="Consolas" panose="020B0609020204030204" pitchFamily="49" charset="0"/>
              </a:rPr>
              <a:t>;</a:t>
            </a:r>
          </a:p>
          <a:p>
            <a:pPr marL="628650" indent="-454025" algn="just" eaLnBrk="1" hangingPunct="1">
              <a:lnSpc>
                <a:spcPct val="9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Alguns podem requerer parâmetros: </a:t>
            </a:r>
          </a:p>
          <a:p>
            <a:pPr marL="174625" indent="0" algn="just" eaLnBrk="1" hangingPunct="1">
              <a:lnSpc>
                <a:spcPct val="90000"/>
              </a:lnSpc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			Objeto obj1 = new </a:t>
            </a:r>
            <a:r>
              <a:rPr lang="pt-BR" altLang="pt-B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Nova Cond Light" panose="020B0306020202020204" pitchFamily="34" charset="0"/>
              </a:rPr>
              <a:t>Objeto(35, "Nome")</a:t>
            </a:r>
            <a:r>
              <a:rPr lang="pt-BR" altLang="pt-BR" sz="2800" dirty="0">
                <a:latin typeface="Arial Nova Cond Light" panose="020B0306020202020204" pitchFamily="34" charset="0"/>
              </a:rPr>
              <a:t>;</a:t>
            </a:r>
          </a:p>
        </p:txBody>
      </p:sp>
      <p:pic>
        <p:nvPicPr>
          <p:cNvPr id="3" name="Imagem 2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B155DA26-8785-4B6D-8AC4-926817989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93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Construtores: observação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10473500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10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Se não colocarmos nenhum construtor na nossa classe, o compilador do Java irá inserir o construtor padrão em nosso código antes de gerar o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bytecode</a:t>
            </a:r>
            <a:r>
              <a:rPr lang="pt-BR" altLang="pt-BR" sz="2800" dirty="0">
                <a:latin typeface="Arial Nova Cond Light" panose="020B0306020202020204" pitchFamily="34" charset="0"/>
              </a:rPr>
              <a:t>, assim como outras alterações que veremos no decorrer o semestre.</a:t>
            </a:r>
          </a:p>
        </p:txBody>
      </p:sp>
      <p:pic>
        <p:nvPicPr>
          <p:cNvPr id="3" name="Imagem 2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B155DA26-8785-4B6D-8AC4-926817989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sp>
        <p:nvSpPr>
          <p:cNvPr id="5" name="CaixaDeTexto 6">
            <a:extLst>
              <a:ext uri="{FF2B5EF4-FFF2-40B4-BE49-F238E27FC236}">
                <a16:creationId xmlns:a16="http://schemas.microsoft.com/office/drawing/2014/main" id="{E306130E-0DD9-4A87-B244-703C779C4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232" y="2742025"/>
            <a:ext cx="3898621" cy="156966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O compilador processa nosso código e insere comandos na nossa classe antes de criar o </a:t>
            </a:r>
            <a:r>
              <a:rPr lang="pt-BR" altLang="pt-BR" sz="2400" dirty="0" err="1">
                <a:latin typeface="Arial Nova Cond Light" panose="020B0306020202020204" pitchFamily="34" charset="0"/>
              </a:rPr>
              <a:t>bytecode</a:t>
            </a:r>
            <a:r>
              <a:rPr lang="pt-BR" altLang="pt-BR" sz="2400" dirty="0">
                <a:latin typeface="Arial Nova Cond Light" panose="020B0306020202020204" pitchFamily="34" charset="0"/>
              </a:rPr>
              <a:t>.</a:t>
            </a:r>
          </a:p>
        </p:txBody>
      </p:sp>
      <p:cxnSp>
        <p:nvCxnSpPr>
          <p:cNvPr id="6" name="Conector de seta reta 8">
            <a:extLst>
              <a:ext uri="{FF2B5EF4-FFF2-40B4-BE49-F238E27FC236}">
                <a16:creationId xmlns:a16="http://schemas.microsoft.com/office/drawing/2014/main" id="{7F5B4E90-713A-41C8-83D0-1FEAAFA20478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>
            <a:off x="4970376" y="3526855"/>
            <a:ext cx="6748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1">
            <a:extLst>
              <a:ext uri="{FF2B5EF4-FFF2-40B4-BE49-F238E27FC236}">
                <a16:creationId xmlns:a16="http://schemas.microsoft.com/office/drawing/2014/main" id="{80A46C46-18DF-48BE-9065-82B3D0245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75" y="3290291"/>
            <a:ext cx="1577868" cy="461665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Código fonte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51D19AE-8F32-4C65-9533-63B48B522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851" y="3111356"/>
            <a:ext cx="2022525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Compilador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Java</a:t>
            </a:r>
          </a:p>
        </p:txBody>
      </p:sp>
      <p:sp>
        <p:nvSpPr>
          <p:cNvPr id="9" name="CaixaDeTexto 9">
            <a:extLst>
              <a:ext uri="{FF2B5EF4-FFF2-40B4-BE49-F238E27FC236}">
                <a16:creationId xmlns:a16="http://schemas.microsoft.com/office/drawing/2014/main" id="{8D1E256F-7FDB-418E-8DC9-931AB964D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254" y="4574462"/>
            <a:ext cx="1163717" cy="461665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Nova Cond Light" panose="020B0306020202020204" pitchFamily="34" charset="0"/>
              </a:rPr>
              <a:t>bytecode</a:t>
            </a:r>
          </a:p>
        </p:txBody>
      </p:sp>
      <p:cxnSp>
        <p:nvCxnSpPr>
          <p:cNvPr id="10" name="Conector de seta reta 3">
            <a:extLst>
              <a:ext uri="{FF2B5EF4-FFF2-40B4-BE49-F238E27FC236}">
                <a16:creationId xmlns:a16="http://schemas.microsoft.com/office/drawing/2014/main" id="{436C9CE6-A603-4F7B-826B-0E5361CD4C1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340343" y="3521124"/>
            <a:ext cx="607508" cy="57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5">
            <a:extLst>
              <a:ext uri="{FF2B5EF4-FFF2-40B4-BE49-F238E27FC236}">
                <a16:creationId xmlns:a16="http://schemas.microsoft.com/office/drawing/2014/main" id="{3C5FC155-3211-4257-89DB-D92A4BE9241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3959113" y="3942353"/>
            <a:ext cx="1" cy="6321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1C5999-D020-4012-BE73-E29D85E29DFB}"/>
              </a:ext>
            </a:extLst>
          </p:cNvPr>
          <p:cNvSpPr txBox="1"/>
          <p:nvPr/>
        </p:nvSpPr>
        <p:spPr>
          <a:xfrm>
            <a:off x="420390" y="5367180"/>
            <a:ext cx="9099971" cy="830997"/>
          </a:xfrm>
          <a:prstGeom prst="rect">
            <a:avLst/>
          </a:prstGeom>
          <a:solidFill>
            <a:srgbClr val="FFFCF3"/>
          </a:solidFill>
        </p:spPr>
        <p:txBody>
          <a:bodyPr wrap="square">
            <a:spAutoFit/>
          </a:bodyPr>
          <a:lstStyle/>
          <a:p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Todo código escrito em </a:t>
            </a:r>
            <a:r>
              <a:rPr lang="pt-BR" sz="2400" b="0" i="0" u="none" strike="noStrike" dirty="0">
                <a:solidFill>
                  <a:srgbClr val="0B0080"/>
                </a:solidFill>
                <a:effectLst/>
                <a:latin typeface="Arial Nova Cond Light" panose="020B0306020202020204" pitchFamily="34" charset="0"/>
              </a:rPr>
              <a:t>Java</a:t>
            </a:r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 é </a:t>
            </a:r>
            <a:r>
              <a:rPr lang="pt-BR" sz="2400" b="0" i="0" u="none" strike="noStrike" dirty="0">
                <a:solidFill>
                  <a:srgbClr val="0B0080"/>
                </a:solidFill>
                <a:effectLst/>
                <a:latin typeface="Arial Nova Cond Light" panose="020B0306020202020204" pitchFamily="34" charset="0"/>
              </a:rPr>
              <a:t>compilado</a:t>
            </a:r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 para uma forma intermediária de código denominada </a:t>
            </a:r>
            <a:r>
              <a:rPr lang="pt-BR" sz="2400" b="1" i="0" u="none" strike="noStrike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ova Cond Light" panose="020B0306020202020204" pitchFamily="34" charset="0"/>
                <a:hlinkClick r:id="rId4" tooltip="Byte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bytecode</a:t>
            </a:r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, que é interpretada pelas </a:t>
            </a:r>
            <a:r>
              <a:rPr lang="pt-BR" sz="2400" b="0" i="0" u="none" strike="noStrike" dirty="0">
                <a:solidFill>
                  <a:srgbClr val="0B0080"/>
                </a:solidFill>
                <a:effectLst/>
                <a:latin typeface="Arial Nova Cond Light" panose="020B0306020202020204" pitchFamily="34" charset="0"/>
              </a:rPr>
              <a:t>Máquinas Virtuais Java</a:t>
            </a:r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 (</a:t>
            </a:r>
            <a:r>
              <a:rPr lang="pt-BR" sz="2400" b="0" i="0" dirty="0" err="1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JVMs</a:t>
            </a:r>
            <a:r>
              <a:rPr lang="pt-BR" sz="2400" b="0" i="0" dirty="0">
                <a:solidFill>
                  <a:srgbClr val="202122"/>
                </a:solidFill>
                <a:effectLst/>
                <a:latin typeface="Arial Nova Cond Light" panose="020B0306020202020204" pitchFamily="34" charset="0"/>
              </a:rPr>
              <a:t>).</a:t>
            </a:r>
            <a:endParaRPr lang="pt-BR" sz="24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97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Construtores: observação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11390050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10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Se não tem construtor, o Java insere um.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934D324-8FEF-4E19-9117-34FE0184A547}"/>
              </a:ext>
            </a:extLst>
          </p:cNvPr>
          <p:cNvGrpSpPr/>
          <p:nvPr/>
        </p:nvGrpSpPr>
        <p:grpSpPr>
          <a:xfrm>
            <a:off x="443882" y="1913353"/>
            <a:ext cx="3906445" cy="2324100"/>
            <a:chOff x="3997671" y="2192890"/>
            <a:chExt cx="6624147" cy="4032419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AB2746BC-C81F-4E34-B9B1-D7D1E9F18315}"/>
                </a:ext>
              </a:extLst>
            </p:cNvPr>
            <p:cNvGrpSpPr/>
            <p:nvPr/>
          </p:nvGrpSpPr>
          <p:grpSpPr>
            <a:xfrm>
              <a:off x="3997671" y="2192890"/>
              <a:ext cx="6624147" cy="4032419"/>
              <a:chOff x="5643415" y="1856509"/>
              <a:chExt cx="5148000" cy="2160000"/>
            </a:xfrm>
          </p:grpSpPr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7DEB98C4-18FF-4E6C-A09D-410AA9465D9A}"/>
                  </a:ext>
                </a:extLst>
              </p:cNvPr>
              <p:cNvSpPr/>
              <p:nvPr/>
            </p:nvSpPr>
            <p:spPr>
              <a:xfrm>
                <a:off x="5735782" y="1958109"/>
                <a:ext cx="4959927" cy="1976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0791924B-7703-46EB-AAD6-EB3ADD2C5C4D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2160000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73C72EEF-472D-478B-BD19-37D7615FFB0B}"/>
                </a:ext>
              </a:extLst>
            </p:cNvPr>
            <p:cNvSpPr txBox="1"/>
            <p:nvPr/>
          </p:nvSpPr>
          <p:spPr>
            <a:xfrm>
              <a:off x="4325726" y="2488627"/>
              <a:ext cx="5963741" cy="33642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public</a:t>
              </a:r>
              <a:r>
                <a:rPr lang="pt-BR" altLang="pt-B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class</a:t>
              </a:r>
              <a:r>
                <a:rPr lang="pt-BR" altLang="pt-B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pt-BR" altLang="pt-BR" sz="2000" b="1" dirty="0">
                  <a:latin typeface="Consolas" panose="020B0609020204030204" pitchFamily="49" charset="0"/>
                </a:rPr>
                <a:t>Pessoa</a:t>
              </a:r>
              <a:r>
                <a:rPr lang="pt-BR" altLang="pt-BR" sz="2000" dirty="0">
                  <a:latin typeface="Consolas" panose="020B0609020204030204" pitchFamily="49" charset="0"/>
                </a:rPr>
                <a:t> 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latin typeface="Consolas" panose="020B0609020204030204" pitchFamily="49" charset="0"/>
                </a:rPr>
                <a:t>String</a:t>
              </a:r>
              <a:r>
                <a:rPr lang="pt-BR" altLang="pt-BR" sz="2000" dirty="0">
                  <a:latin typeface="Consolas" panose="020B0609020204030204" pitchFamily="49" charset="0"/>
                </a:rPr>
                <a:t> nome;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altLang="pt-BR" sz="2000" dirty="0">
                  <a:latin typeface="Consolas" panose="020B0609020204030204" pitchFamily="49" charset="0"/>
                </a:rPr>
                <a:t> idade;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double</a:t>
              </a:r>
              <a:r>
                <a:rPr lang="pt-BR" altLang="pt-BR" sz="2000" dirty="0">
                  <a:latin typeface="Consolas" panose="020B0609020204030204" pitchFamily="49" charset="0"/>
                </a:rPr>
                <a:t> renda;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}</a:t>
              </a:r>
              <a:endParaRPr lang="pt-BR" sz="20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0833AA3-EF99-4830-870B-8247829B48A3}"/>
              </a:ext>
            </a:extLst>
          </p:cNvPr>
          <p:cNvGrpSpPr/>
          <p:nvPr/>
        </p:nvGrpSpPr>
        <p:grpSpPr>
          <a:xfrm>
            <a:off x="6738463" y="1913353"/>
            <a:ext cx="4640737" cy="3419727"/>
            <a:chOff x="3997671" y="2192890"/>
            <a:chExt cx="6624147" cy="5933383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7AE6BCD5-770A-44A9-BF03-32BBCE00255A}"/>
                </a:ext>
              </a:extLst>
            </p:cNvPr>
            <p:cNvGrpSpPr/>
            <p:nvPr/>
          </p:nvGrpSpPr>
          <p:grpSpPr>
            <a:xfrm>
              <a:off x="3997671" y="2192890"/>
              <a:ext cx="6624147" cy="5933383"/>
              <a:chOff x="5643415" y="1856509"/>
              <a:chExt cx="5148000" cy="3178268"/>
            </a:xfrm>
          </p:grpSpPr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id="{23B7DE4F-E070-49F4-81D8-971D339E486D}"/>
                  </a:ext>
                </a:extLst>
              </p:cNvPr>
              <p:cNvSpPr/>
              <p:nvPr/>
            </p:nvSpPr>
            <p:spPr>
              <a:xfrm>
                <a:off x="5735783" y="1958109"/>
                <a:ext cx="4959927" cy="30030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C99B6174-6FB7-4CAA-93BD-E1F243DCE3A4}"/>
                  </a:ext>
                </a:extLst>
              </p:cNvPr>
              <p:cNvSpPr/>
              <p:nvPr/>
            </p:nvSpPr>
            <p:spPr>
              <a:xfrm>
                <a:off x="5643415" y="1856509"/>
                <a:ext cx="5148000" cy="3178268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B549E585-5B35-4951-853F-7F0BAF0D927C}"/>
                </a:ext>
              </a:extLst>
            </p:cNvPr>
            <p:cNvSpPr txBox="1"/>
            <p:nvPr/>
          </p:nvSpPr>
          <p:spPr>
            <a:xfrm>
              <a:off x="4325726" y="2488627"/>
              <a:ext cx="5963741" cy="5500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public</a:t>
              </a:r>
              <a:r>
                <a:rPr lang="pt-BR" altLang="pt-B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class</a:t>
              </a:r>
              <a:r>
                <a:rPr lang="pt-BR" altLang="pt-BR" sz="20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pt-BR" altLang="pt-BR" sz="2000" dirty="0">
                  <a:latin typeface="Consolas" panose="020B0609020204030204" pitchFamily="49" charset="0"/>
                </a:rPr>
                <a:t>Pessoa </a:t>
              </a:r>
              <a:r>
                <a:rPr lang="pt-BR" altLang="pt-BR" sz="2000" b="1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extends</a:t>
              </a:r>
              <a:r>
                <a:rPr lang="pt-BR" altLang="pt-BR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pt-BR" altLang="pt-BR" sz="2000" b="1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Object</a:t>
              </a:r>
              <a:r>
                <a:rPr lang="pt-BR" altLang="pt-BR" sz="2000" dirty="0">
                  <a:latin typeface="Consolas" panose="020B0609020204030204" pitchFamily="49" charset="0"/>
                </a:rPr>
                <a:t>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latin typeface="Consolas" panose="020B0609020204030204" pitchFamily="49" charset="0"/>
                </a:rPr>
                <a:t>String</a:t>
              </a:r>
              <a:r>
                <a:rPr lang="pt-BR" altLang="pt-BR" sz="2000" dirty="0">
                  <a:latin typeface="Consolas" panose="020B0609020204030204" pitchFamily="49" charset="0"/>
                </a:rPr>
                <a:t> nome;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int</a:t>
              </a:r>
              <a:r>
                <a:rPr lang="pt-BR" altLang="pt-BR" sz="2000" dirty="0">
                  <a:latin typeface="Consolas" panose="020B0609020204030204" pitchFamily="49" charset="0"/>
                </a:rPr>
                <a:t> idade;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double</a:t>
              </a:r>
              <a:r>
                <a:rPr lang="pt-BR" altLang="pt-BR" sz="2000" dirty="0">
                  <a:latin typeface="Consolas" panose="020B0609020204030204" pitchFamily="49" charset="0"/>
                </a:rPr>
                <a:t> renda;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 dirty="0">
                <a:latin typeface="Consolas" panose="020B0609020204030204" pitchFamily="49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    </a:t>
              </a:r>
              <a:r>
                <a:rPr lang="pt-BR" altLang="pt-BR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Pessoa(){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pt-BR" altLang="pt-BR" sz="2000" b="1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} 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Consolas" panose="020B0609020204030204" pitchFamily="49" charset="0"/>
                </a:rPr>
                <a:t>}</a:t>
              </a:r>
            </a:p>
          </p:txBody>
        </p:sp>
      </p:grpSp>
      <p:sp>
        <p:nvSpPr>
          <p:cNvPr id="4" name="Seta para a direita listrada 20">
            <a:extLst>
              <a:ext uri="{FF2B5EF4-FFF2-40B4-BE49-F238E27FC236}">
                <a16:creationId xmlns:a16="http://schemas.microsoft.com/office/drawing/2014/main" id="{8D861815-69AE-480B-B3C3-D49FCD9D3DF2}"/>
              </a:ext>
            </a:extLst>
          </p:cNvPr>
          <p:cNvSpPr/>
          <p:nvPr/>
        </p:nvSpPr>
        <p:spPr bwMode="auto">
          <a:xfrm>
            <a:off x="5224209" y="2983667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40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11390050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10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Exemplo</a:t>
            </a:r>
          </a:p>
        </p:txBody>
      </p:sp>
      <p:graphicFrame>
        <p:nvGraphicFramePr>
          <p:cNvPr id="3" name="Group 3">
            <a:extLst>
              <a:ext uri="{FF2B5EF4-FFF2-40B4-BE49-F238E27FC236}">
                <a16:creationId xmlns:a16="http://schemas.microsoft.com/office/drawing/2014/main" id="{A020DBF5-F99C-4A0F-AB75-57FCA3A689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718276"/>
              </p:ext>
            </p:extLst>
          </p:nvPr>
        </p:nvGraphicFramePr>
        <p:xfrm>
          <a:off x="5184749" y="1853911"/>
          <a:ext cx="3949844" cy="2688402"/>
        </p:xfrm>
        <a:graphic>
          <a:graphicData uri="http://schemas.openxmlformats.org/drawingml/2006/table">
            <a:tbl>
              <a:tblPr/>
              <a:tblGrid>
                <a:gridCol w="394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 marL="91417" marR="91417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5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String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idade: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renda: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double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marL="91417" marR="91417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Pessoa()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Pessoa(n: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String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, i: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, r: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double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)</a:t>
                      </a:r>
                    </a:p>
                  </a:txBody>
                  <a:tcPr marL="91417" marR="91417"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Line 13">
            <a:extLst>
              <a:ext uri="{FF2B5EF4-FFF2-40B4-BE49-F238E27FC236}">
                <a16:creationId xmlns:a16="http://schemas.microsoft.com/office/drawing/2014/main" id="{3869C34A-A67C-462A-809F-578CC2556C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62132" y="3442755"/>
            <a:ext cx="1379503" cy="4313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2400">
              <a:latin typeface="Arial Nova Cond Light" panose="020B0306020202020204" pitchFamily="34" charset="0"/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BFA25CE3-2FF9-4E39-A270-27BDD3727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55798" y="4307760"/>
            <a:ext cx="985838" cy="188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2400">
              <a:latin typeface="Arial Nova Cond Light" panose="020B0306020202020204" pitchFamily="34" charset="0"/>
            </a:endParaRP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A5E00A71-D6F6-4206-B2E6-2BFD75669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673" y="3155047"/>
            <a:ext cx="26244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Construtor padrão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CCC9BC87-7817-4154-AC58-1627A60EB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350" y="4137714"/>
            <a:ext cx="2753446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Nova Cond Light" panose="020B0306020202020204" pitchFamily="34" charset="0"/>
              </a:rPr>
              <a:t>Construtor com parâmetros</a:t>
            </a:r>
          </a:p>
        </p:txBody>
      </p:sp>
      <p:pic>
        <p:nvPicPr>
          <p:cNvPr id="9" name="Imagem 8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0495915-0363-4C68-9D30-7F5287BBA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8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11390050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100000"/>
              </a:lnSpc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O que é errado</a:t>
            </a:r>
          </a:p>
        </p:txBody>
      </p:sp>
      <p:pic>
        <p:nvPicPr>
          <p:cNvPr id="9" name="Imagem 8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0495915-0363-4C68-9D30-7F5287BBA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4" name="Imagem 7" descr="Recorte de Tela">
            <a:extLst>
              <a:ext uri="{FF2B5EF4-FFF2-40B4-BE49-F238E27FC236}">
                <a16:creationId xmlns:a16="http://schemas.microsoft.com/office/drawing/2014/main" id="{692A5E1D-A5B2-4D9D-9973-C58367E5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305"/>
          <a:stretch>
            <a:fillRect/>
          </a:stretch>
        </p:blipFill>
        <p:spPr bwMode="auto">
          <a:xfrm>
            <a:off x="1561668" y="5522060"/>
            <a:ext cx="3255963" cy="527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m 4" descr="Recorte de Tela">
            <a:extLst>
              <a:ext uri="{FF2B5EF4-FFF2-40B4-BE49-F238E27FC236}">
                <a16:creationId xmlns:a16="http://schemas.microsoft.com/office/drawing/2014/main" id="{160848E5-FBEC-4BFB-99F5-84322AEFE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668" y="1586647"/>
            <a:ext cx="5332412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m 6" descr="Recorte de Tela">
            <a:extLst>
              <a:ext uri="{FF2B5EF4-FFF2-40B4-BE49-F238E27FC236}">
                <a16:creationId xmlns:a16="http://schemas.microsoft.com/office/drawing/2014/main" id="{6DED89AF-1441-4ED6-8067-29AF7A79D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193" y="3693260"/>
            <a:ext cx="40497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8">
            <a:extLst>
              <a:ext uri="{FF2B5EF4-FFF2-40B4-BE49-F238E27FC236}">
                <a16:creationId xmlns:a16="http://schemas.microsoft.com/office/drawing/2014/main" id="{2CDF532F-5D44-4B04-957A-F255C898A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410" y="1274028"/>
            <a:ext cx="4201607" cy="830997"/>
          </a:xfrm>
          <a:prstGeom prst="rect">
            <a:avLst/>
          </a:prstGeom>
          <a:solidFill>
            <a:srgbClr val="FFFCF3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O construtor obrigatoriamente possui o mesmo nome da classe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A1C2D85D-4E8D-43C8-A1D4-6D655FE7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355" y="3429000"/>
            <a:ext cx="3419029" cy="1200329"/>
          </a:xfrm>
          <a:prstGeom prst="rect">
            <a:avLst/>
          </a:prstGeom>
          <a:solidFill>
            <a:srgbClr val="FFFCF3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O construtor é acionado somente quando a classe é instanciada</a:t>
            </a:r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F96328E6-53DC-4B71-8785-A7A36A3DA8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22255" y="1681896"/>
            <a:ext cx="1911350" cy="16621"/>
          </a:xfrm>
          <a:prstGeom prst="line">
            <a:avLst/>
          </a:prstGeom>
          <a:ln w="3810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CAA9CC84-7BE4-4047-B18C-B163BDA5B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343" y="5036127"/>
            <a:ext cx="4032250" cy="1200329"/>
          </a:xfrm>
          <a:prstGeom prst="rect">
            <a:avLst/>
          </a:prstGeom>
          <a:solidFill>
            <a:srgbClr val="FFFCF3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 </a:t>
            </a:r>
            <a:r>
              <a:rPr lang="pt-BR" sz="2400" u="sng" dirty="0">
                <a:solidFill>
                  <a:schemeClr val="tx1"/>
                </a:solidFill>
                <a:latin typeface="Arial Nova Cond Light" panose="020B0306020202020204" pitchFamily="34" charset="0"/>
              </a:rPr>
              <a:t>mensagem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é exibida porque o construtor </a:t>
            </a:r>
            <a:r>
              <a:rPr lang="pt-BR" sz="24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Pessoa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foi acionado na instanciação da classe</a:t>
            </a: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8B5940EC-572C-49C9-9099-FBA7D4A3A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6480" y="4377197"/>
            <a:ext cx="1312862" cy="1226003"/>
          </a:xfrm>
          <a:prstGeom prst="line">
            <a:avLst/>
          </a:prstGeom>
          <a:ln w="3810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90722707-E7FB-4DF6-86B4-78458CDFE8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8364" y="4413985"/>
            <a:ext cx="432666" cy="989288"/>
          </a:xfrm>
          <a:prstGeom prst="line">
            <a:avLst/>
          </a:prstGeom>
          <a:ln w="3810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Line 13">
            <a:extLst>
              <a:ext uri="{FF2B5EF4-FFF2-40B4-BE49-F238E27FC236}">
                <a16:creationId xmlns:a16="http://schemas.microsoft.com/office/drawing/2014/main" id="{C25B6624-4717-4C25-B47D-D28D621992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7017" y="4036290"/>
            <a:ext cx="1176335" cy="223824"/>
          </a:xfrm>
          <a:prstGeom prst="line">
            <a:avLst/>
          </a:prstGeom>
          <a:ln w="3810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B39462E3-EB61-4483-9C75-05F14AC2E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4035" y="1709632"/>
            <a:ext cx="2753371" cy="894603"/>
          </a:xfrm>
          <a:prstGeom prst="line">
            <a:avLst/>
          </a:prstGeom>
          <a:ln w="38100"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60F30CAE-8711-4475-8630-11912EB48DA8}"/>
              </a:ext>
            </a:extLst>
          </p:cNvPr>
          <p:cNvSpPr/>
          <p:nvPr/>
        </p:nvSpPr>
        <p:spPr>
          <a:xfrm>
            <a:off x="2604655" y="1480708"/>
            <a:ext cx="1117596" cy="36577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BFC05A4A-4774-4EEA-A60E-7C05AAC9C290}"/>
              </a:ext>
            </a:extLst>
          </p:cNvPr>
          <p:cNvSpPr/>
          <p:nvPr/>
        </p:nvSpPr>
        <p:spPr>
          <a:xfrm>
            <a:off x="1736435" y="2533762"/>
            <a:ext cx="1117596" cy="365774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27A1C3CE-FC69-4897-83FD-3BB7D35684B0}"/>
              </a:ext>
            </a:extLst>
          </p:cNvPr>
          <p:cNvSpPr/>
          <p:nvPr/>
        </p:nvSpPr>
        <p:spPr>
          <a:xfrm>
            <a:off x="2143490" y="4013374"/>
            <a:ext cx="2853527" cy="400611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674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4" descr="Recorte de Tela">
            <a:extLst>
              <a:ext uri="{FF2B5EF4-FFF2-40B4-BE49-F238E27FC236}">
                <a16:creationId xmlns:a16="http://schemas.microsoft.com/office/drawing/2014/main" id="{458E7772-3936-4F7B-BB93-7C9AF6D45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62" y="1673960"/>
            <a:ext cx="4176713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Construtores com parâmetros/argumentos 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E5C99CF4-D48E-48BA-9A90-47274994FE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3882" y="1048258"/>
            <a:ext cx="11390050" cy="5149919"/>
          </a:xfrm>
        </p:spPr>
        <p:txBody>
          <a:bodyPr>
            <a:noAutofit/>
          </a:bodyPr>
          <a:lstStyle/>
          <a:p>
            <a:pPr marL="628650" indent="-454025" algn="just" eaLnBrk="1" hangingPunct="1">
              <a:lnSpc>
                <a:spcPct val="100000"/>
              </a:lnSpc>
              <a:buBlip>
                <a:blip r:embed="rId3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Alterando o construtor para inicializar os atributos da classe</a:t>
            </a:r>
          </a:p>
        </p:txBody>
      </p:sp>
      <p:pic>
        <p:nvPicPr>
          <p:cNvPr id="9" name="Imagem 8" descr="Uma imagem contendo no interior, mesa, computador, mouse&#10;&#10;Descrição gerada automaticamente">
            <a:extLst>
              <a:ext uri="{FF2B5EF4-FFF2-40B4-BE49-F238E27FC236}">
                <a16:creationId xmlns:a16="http://schemas.microsoft.com/office/drawing/2014/main" id="{70495915-0363-4C68-9D30-7F5287BBA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459" y="3874077"/>
            <a:ext cx="1895475" cy="2324100"/>
          </a:xfrm>
          <a:prstGeom prst="rect">
            <a:avLst/>
          </a:prstGeom>
        </p:spPr>
      </p:pic>
      <p:pic>
        <p:nvPicPr>
          <p:cNvPr id="14" name="Imagem 5" descr="Recorte de Tela">
            <a:extLst>
              <a:ext uri="{FF2B5EF4-FFF2-40B4-BE49-F238E27FC236}">
                <a16:creationId xmlns:a16="http://schemas.microsoft.com/office/drawing/2014/main" id="{9BA0A0D2-6967-43A1-88B3-25866F7AD5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75" y="4250105"/>
            <a:ext cx="48577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8">
            <a:extLst>
              <a:ext uri="{FF2B5EF4-FFF2-40B4-BE49-F238E27FC236}">
                <a16:creationId xmlns:a16="http://schemas.microsoft.com/office/drawing/2014/main" id="{FFE6259D-47F1-4EEB-88C3-40ED938AA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794" y="1814550"/>
            <a:ext cx="4665518" cy="1938992"/>
          </a:xfrm>
          <a:prstGeom prst="rect">
            <a:avLst/>
          </a:prstGeom>
          <a:solidFill>
            <a:srgbClr val="FFFCF3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Um construtor pode ser alterado para receber tantos parâmetros quanto o programador quiser, no entanto, na instanciação da classe têm que ser passadas estas informações</a:t>
            </a: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EE095D57-475C-4F45-92C6-D11464C04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238" y="4696517"/>
            <a:ext cx="4548188" cy="504825"/>
          </a:xfrm>
          <a:prstGeom prst="ellipse">
            <a:avLst/>
          </a:prstGeom>
          <a:noFill/>
          <a:ln w="31750">
            <a:solidFill>
              <a:schemeClr val="tx2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2400">
              <a:latin typeface="Arial Nova Cond Light" panose="020B0306020202020204" pitchFamily="34" charset="0"/>
            </a:endParaRPr>
          </a:p>
        </p:txBody>
      </p:sp>
      <p:sp>
        <p:nvSpPr>
          <p:cNvPr id="42" name="Oval 14">
            <a:extLst>
              <a:ext uri="{FF2B5EF4-FFF2-40B4-BE49-F238E27FC236}">
                <a16:creationId xmlns:a16="http://schemas.microsoft.com/office/drawing/2014/main" id="{E86DD267-F8E7-442E-AEAC-A1F6392FE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75" y="2696310"/>
            <a:ext cx="3887787" cy="433387"/>
          </a:xfrm>
          <a:prstGeom prst="ellipse">
            <a:avLst/>
          </a:prstGeom>
          <a:noFill/>
          <a:ln w="31750">
            <a:solidFill>
              <a:schemeClr val="tx2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2400">
              <a:latin typeface="Arial Nova Cond Light" panose="020B0306020202020204" pitchFamily="34" charset="0"/>
            </a:endParaRPr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5B9EC561-C1A7-4B89-AECD-DA954421CF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41936" y="2772862"/>
            <a:ext cx="663855" cy="2016125"/>
          </a:xfrm>
          <a:prstGeom prst="line">
            <a:avLst/>
          </a:prstGeom>
          <a:noFill/>
          <a:ln w="31750">
            <a:solidFill>
              <a:schemeClr val="tx2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2400">
              <a:latin typeface="Arial Nova Cond Light" panose="020B0306020202020204" pitchFamily="34" charset="0"/>
            </a:endParaRPr>
          </a:p>
        </p:txBody>
      </p:sp>
      <p:sp>
        <p:nvSpPr>
          <p:cNvPr id="46" name="Line 16">
            <a:extLst>
              <a:ext uri="{FF2B5EF4-FFF2-40B4-BE49-F238E27FC236}">
                <a16:creationId xmlns:a16="http://schemas.microsoft.com/office/drawing/2014/main" id="{24CF31FF-0FF7-4D73-A62E-9D6E206469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0473" y="2761673"/>
            <a:ext cx="1415319" cy="221672"/>
          </a:xfrm>
          <a:prstGeom prst="line">
            <a:avLst/>
          </a:prstGeom>
          <a:noFill/>
          <a:ln w="31750">
            <a:solidFill>
              <a:schemeClr val="tx2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2400">
              <a:latin typeface="Arial Nova Cond Light" panose="020B0306020202020204" pitchFamily="34" charset="0"/>
            </a:endParaRPr>
          </a:p>
        </p:txBody>
      </p:sp>
      <p:pic>
        <p:nvPicPr>
          <p:cNvPr id="48" name="Imagem 3" descr="Recorte de Tela">
            <a:extLst>
              <a:ext uri="{FF2B5EF4-FFF2-40B4-BE49-F238E27FC236}">
                <a16:creationId xmlns:a16="http://schemas.microsoft.com/office/drawing/2014/main" id="{90AF49CA-7E0D-4B91-8015-9E2593B4549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50063" y="4696517"/>
            <a:ext cx="2051050" cy="1381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941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 com mais de um construtor (Sobrecarga)</a:t>
            </a: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14E313C4-18A7-4418-B76E-EA41C5F6C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880" y="1486212"/>
            <a:ext cx="4552702" cy="1569660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 classe pode ser instanciada de duas maneiras, uma não passando nenhum parâmetro e outra passando três (nesta ordem: String, </a:t>
            </a:r>
            <a:r>
              <a:rPr lang="pt-BR" sz="2400" dirty="0" err="1">
                <a:solidFill>
                  <a:schemeClr val="tx1"/>
                </a:solidFill>
                <a:latin typeface="Arial Nova Cond Light" panose="020B0306020202020204" pitchFamily="34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e </a:t>
            </a:r>
            <a:r>
              <a:rPr lang="pt-BR" sz="2400" dirty="0" err="1">
                <a:solidFill>
                  <a:schemeClr val="tx1"/>
                </a:solidFill>
                <a:latin typeface="Arial Nova Cond Light" panose="020B0306020202020204" pitchFamily="34" charset="0"/>
              </a:rPr>
              <a:t>double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) </a:t>
            </a:r>
          </a:p>
        </p:txBody>
      </p:sp>
      <p:sp>
        <p:nvSpPr>
          <p:cNvPr id="43" name="Text Box 8">
            <a:extLst>
              <a:ext uri="{FF2B5EF4-FFF2-40B4-BE49-F238E27FC236}">
                <a16:creationId xmlns:a16="http://schemas.microsoft.com/office/drawing/2014/main" id="{7A6ADB6E-3C36-4AF8-8AAA-589D2997B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4696718"/>
            <a:ext cx="4166951" cy="1200329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Em cada uma das maneiras de instanciar é chamado o construtor correspondente</a:t>
            </a:r>
          </a:p>
        </p:txBody>
      </p:sp>
      <p:pic>
        <p:nvPicPr>
          <p:cNvPr id="45" name="Imagem 1" descr="Recorte de Tela">
            <a:extLst>
              <a:ext uri="{FF2B5EF4-FFF2-40B4-BE49-F238E27FC236}">
                <a16:creationId xmlns:a16="http://schemas.microsoft.com/office/drawing/2014/main" id="{2F2724C0-9656-4FAA-920A-049C73001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135784"/>
            <a:ext cx="4780468" cy="3223780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7" name="Imagem 2" descr="Recorte de Tela">
            <a:extLst>
              <a:ext uri="{FF2B5EF4-FFF2-40B4-BE49-F238E27FC236}">
                <a16:creationId xmlns:a16="http://schemas.microsoft.com/office/drawing/2014/main" id="{BF5B3C58-1B26-4FA9-8661-A351F35D8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20422" y="3553179"/>
            <a:ext cx="2125177" cy="2354218"/>
          </a:xfrm>
          <a:prstGeom prst="rect">
            <a:avLst/>
          </a:prstGeom>
          <a:solidFill>
            <a:srgbClr val="FFFCF3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9" name="Conector de seta reta 2">
            <a:extLst>
              <a:ext uri="{FF2B5EF4-FFF2-40B4-BE49-F238E27FC236}">
                <a16:creationId xmlns:a16="http://schemas.microsoft.com/office/drawing/2014/main" id="{9387F4D5-B559-4101-8AF8-9ED27462D99C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flipH="1">
            <a:off x="3528291" y="2271042"/>
            <a:ext cx="3039589" cy="77071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ector de seta reta 10">
            <a:extLst>
              <a:ext uri="{FF2B5EF4-FFF2-40B4-BE49-F238E27FC236}">
                <a16:creationId xmlns:a16="http://schemas.microsoft.com/office/drawing/2014/main" id="{A2ED4D33-1708-47B4-99E1-F36C39079732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flipH="1" flipV="1">
            <a:off x="5200486" y="1933888"/>
            <a:ext cx="1367394" cy="33715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4095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 com mais de um construtor (Sobrecarga)</a:t>
            </a: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14E313C4-18A7-4418-B76E-EA41C5F6C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880" y="1486212"/>
            <a:ext cx="4552702" cy="1569660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 classe pode ser instanciada de duas maneiras, uma não passando nenhum parâmetro e outra passando três (nesta ordem: String, </a:t>
            </a:r>
            <a:r>
              <a:rPr lang="pt-BR" sz="2400" dirty="0" err="1">
                <a:solidFill>
                  <a:schemeClr val="tx1"/>
                </a:solidFill>
                <a:latin typeface="Arial Nova Cond Light" panose="020B0306020202020204" pitchFamily="34" charset="0"/>
              </a:rPr>
              <a:t>int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e </a:t>
            </a:r>
            <a:r>
              <a:rPr lang="pt-BR" sz="2400" dirty="0" err="1">
                <a:solidFill>
                  <a:schemeClr val="tx1"/>
                </a:solidFill>
                <a:latin typeface="Arial Nova Cond Light" panose="020B0306020202020204" pitchFamily="34" charset="0"/>
              </a:rPr>
              <a:t>double</a:t>
            </a: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) </a:t>
            </a:r>
          </a:p>
        </p:txBody>
      </p:sp>
      <p:sp>
        <p:nvSpPr>
          <p:cNvPr id="43" name="Text Box 8">
            <a:extLst>
              <a:ext uri="{FF2B5EF4-FFF2-40B4-BE49-F238E27FC236}">
                <a16:creationId xmlns:a16="http://schemas.microsoft.com/office/drawing/2014/main" id="{7A6ADB6E-3C36-4AF8-8AAA-589D2997B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4696718"/>
            <a:ext cx="4166951" cy="1200329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Em cada uma das maneiras de instanciar é chamado o construtor correspondente</a:t>
            </a:r>
          </a:p>
        </p:txBody>
      </p:sp>
      <p:pic>
        <p:nvPicPr>
          <p:cNvPr id="45" name="Imagem 1" descr="Recorte de Tela">
            <a:extLst>
              <a:ext uri="{FF2B5EF4-FFF2-40B4-BE49-F238E27FC236}">
                <a16:creationId xmlns:a16="http://schemas.microsoft.com/office/drawing/2014/main" id="{2F2724C0-9656-4FAA-920A-049C73001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135784"/>
            <a:ext cx="4780468" cy="3223780"/>
          </a:xfrm>
          <a:prstGeom prst="rect">
            <a:avLst/>
          </a:prstGeom>
          <a:solidFill>
            <a:srgbClr val="FFFCF3"/>
          </a:solidFill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7" name="Imagem 2" descr="Recorte de Tela">
            <a:extLst>
              <a:ext uri="{FF2B5EF4-FFF2-40B4-BE49-F238E27FC236}">
                <a16:creationId xmlns:a16="http://schemas.microsoft.com/office/drawing/2014/main" id="{BF5B3C58-1B26-4FA9-8661-A351F35D8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20422" y="3553179"/>
            <a:ext cx="2125177" cy="2354218"/>
          </a:xfrm>
          <a:prstGeom prst="rect">
            <a:avLst/>
          </a:prstGeom>
          <a:solidFill>
            <a:srgbClr val="FFFCF3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9" name="Conector de seta reta 2">
            <a:extLst>
              <a:ext uri="{FF2B5EF4-FFF2-40B4-BE49-F238E27FC236}">
                <a16:creationId xmlns:a16="http://schemas.microsoft.com/office/drawing/2014/main" id="{9387F4D5-B559-4101-8AF8-9ED27462D99C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flipH="1">
            <a:off x="3528291" y="2271042"/>
            <a:ext cx="3039589" cy="77071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ector de seta reta 10">
            <a:extLst>
              <a:ext uri="{FF2B5EF4-FFF2-40B4-BE49-F238E27FC236}">
                <a16:creationId xmlns:a16="http://schemas.microsoft.com/office/drawing/2014/main" id="{A2ED4D33-1708-47B4-99E1-F36C39079732}"/>
              </a:ext>
            </a:extLst>
          </p:cNvPr>
          <p:cNvCxnSpPr>
            <a:cxnSpLocks/>
            <a:stCxn id="41" idx="1"/>
          </p:cNvCxnSpPr>
          <p:nvPr/>
        </p:nvCxnSpPr>
        <p:spPr bwMode="auto">
          <a:xfrm flipH="1" flipV="1">
            <a:off x="5200486" y="1933888"/>
            <a:ext cx="1367394" cy="33715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51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Espaço Reservado para Número de Slide 5">
            <a:extLst>
              <a:ext uri="{FF2B5EF4-FFF2-40B4-BE49-F238E27FC236}">
                <a16:creationId xmlns:a16="http://schemas.microsoft.com/office/drawing/2014/main" id="{702B8EF1-AB5A-410E-955C-54DE11DC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16A3C8-C4B4-44F7-B5C4-CE5F0CEFB51D}" type="slidenum">
              <a:rPr lang="pt-BR" altLang="pt-BR" sz="1400" b="1">
                <a:solidFill>
                  <a:srgbClr val="FFFFFF"/>
                </a:solidFill>
                <a:latin typeface="Garamond" panose="02020404030301010803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pt-BR" altLang="pt-BR" sz="1400" b="1">
              <a:solidFill>
                <a:srgbClr val="FFFFFF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7" name="Group 28">
            <a:extLst>
              <a:ext uri="{FF2B5EF4-FFF2-40B4-BE49-F238E27FC236}">
                <a16:creationId xmlns:a16="http://schemas.microsoft.com/office/drawing/2014/main" id="{6D7CCB28-C64E-4928-9751-1C6BE533E0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660300"/>
              </p:ext>
            </p:extLst>
          </p:nvPr>
        </p:nvGraphicFramePr>
        <p:xfrm>
          <a:off x="561541" y="1059832"/>
          <a:ext cx="3548639" cy="2313751"/>
        </p:xfrm>
        <a:graphic>
          <a:graphicData uri="http://schemas.openxmlformats.org/drawingml/2006/table">
            <a:tbl>
              <a:tblPr/>
              <a:tblGrid>
                <a:gridCol w="3548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286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Triangulo</a:t>
                      </a:r>
                    </a:p>
                  </a:txBody>
                  <a:tcPr marL="91414" marR="91414"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955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base: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altura: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marL="91414" marR="91414"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9539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Triangulo()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Triangulo(b: </a:t>
                      </a:r>
                      <a:r>
                        <a:rPr kumimoji="0" lang="pt-BR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float</a:t>
                      </a: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, a: </a:t>
                      </a:r>
                      <a:r>
                        <a:rPr kumimoji="0" lang="pt-BR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float</a:t>
                      </a: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14" marR="91414" marT="45703" marB="457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Group 28">
            <a:extLst>
              <a:ext uri="{FF2B5EF4-FFF2-40B4-BE49-F238E27FC236}">
                <a16:creationId xmlns:a16="http://schemas.microsoft.com/office/drawing/2014/main" id="{8D39A8FC-B9EB-424B-BB4E-09E970FBC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84340"/>
              </p:ext>
            </p:extLst>
          </p:nvPr>
        </p:nvGraphicFramePr>
        <p:xfrm>
          <a:off x="4982688" y="1059832"/>
          <a:ext cx="3548639" cy="2625649"/>
        </p:xfrm>
        <a:graphic>
          <a:graphicData uri="http://schemas.openxmlformats.org/drawingml/2006/table">
            <a:tbl>
              <a:tblPr/>
              <a:tblGrid>
                <a:gridCol w="3548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18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91474" marR="91474" marT="45664" marB="456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254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dia: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mes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ano: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marL="91474" marR="91474" marT="45664" marB="456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3859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Data()</a:t>
                      </a:r>
                    </a:p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Data(d: </a:t>
                      </a:r>
                      <a:r>
                        <a:rPr kumimoji="0" lang="pt-BR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, m: </a:t>
                      </a:r>
                      <a:r>
                        <a:rPr kumimoji="0" lang="pt-BR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, a: </a:t>
                      </a:r>
                      <a:r>
                        <a:rPr kumimoji="0" lang="pt-BR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pt-BR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74" marR="91474" marT="45664" marB="4566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3032" name="Imagem 1" descr="Recorte de Tela">
            <a:extLst>
              <a:ext uri="{FF2B5EF4-FFF2-40B4-BE49-F238E27FC236}">
                <a16:creationId xmlns:a16="http://schemas.microsoft.com/office/drawing/2014/main" id="{C3812F94-1B5C-4961-BA3D-C9E9BAED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35" y="3429000"/>
            <a:ext cx="3168650" cy="28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33" name="Imagem 2" descr="Recorte de Tela">
            <a:extLst>
              <a:ext uri="{FF2B5EF4-FFF2-40B4-BE49-F238E27FC236}">
                <a16:creationId xmlns:a16="http://schemas.microsoft.com/office/drawing/2014/main" id="{7F2995B6-585F-4BDA-940B-D7746A620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849" y="1059832"/>
            <a:ext cx="3011487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2F7F801-B8A5-489A-83E6-87EB523E8AC1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rial Nova Cond Light" panose="020B0306020202020204" pitchFamily="34" charset="0"/>
              </a:rPr>
              <a:t>Exemplos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Espaço Reservado para Número de Slide 5">
            <a:extLst>
              <a:ext uri="{FF2B5EF4-FFF2-40B4-BE49-F238E27FC236}">
                <a16:creationId xmlns:a16="http://schemas.microsoft.com/office/drawing/2014/main" id="{F33E8B8A-51E6-4578-99DD-997D0178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8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9A4AD5A6-8B30-4F3C-AA01-863E519A767C}" type="slidenum">
              <a:rPr lang="pt-BR" altLang="pt-BR" sz="1400" b="1">
                <a:solidFill>
                  <a:srgbClr val="FFFFFF"/>
                </a:solidFill>
                <a:latin typeface="Garamond" panose="02020404030301010803" pitchFamily="18" charset="0"/>
              </a:rPr>
              <a:pPr algn="ctr">
                <a:spcBef>
                  <a:spcPct val="0"/>
                </a:spcBef>
                <a:buFontTx/>
                <a:buNone/>
              </a:pPr>
              <a:t>43</a:t>
            </a:fld>
            <a:endParaRPr lang="pt-BR" altLang="pt-BR" sz="1400" b="1">
              <a:solidFill>
                <a:srgbClr val="FFFFFF"/>
              </a:solidFill>
              <a:latin typeface="Garamond" panose="02020404030301010803" pitchFamily="18" charset="0"/>
            </a:endParaRPr>
          </a:p>
        </p:txBody>
      </p:sp>
      <p:pic>
        <p:nvPicPr>
          <p:cNvPr id="44036" name="Imagem 1" descr="Recorte de Tela">
            <a:extLst>
              <a:ext uri="{FF2B5EF4-FFF2-40B4-BE49-F238E27FC236}">
                <a16:creationId xmlns:a16="http://schemas.microsoft.com/office/drawing/2014/main" id="{1F43B4D3-8572-4BD8-916E-06B86C519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2" y="1179514"/>
            <a:ext cx="7794293" cy="464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C646FA81-2AB8-43B5-BE9A-98807C39A208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rial Nova Cond Light" panose="020B0306020202020204" pitchFamily="34" charset="0"/>
              </a:rPr>
              <a:t>Usando a classe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Espaço Reservado para Número de Slide 5">
            <a:extLst>
              <a:ext uri="{FF2B5EF4-FFF2-40B4-BE49-F238E27FC236}">
                <a16:creationId xmlns:a16="http://schemas.microsoft.com/office/drawing/2014/main" id="{0C74A720-5414-4ACE-8288-5EAD8278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136C35DF-5B73-4256-A1C9-5668342FA75F}" type="slidenum">
              <a:rPr lang="pt-BR" altLang="pt-BR" sz="1400" b="1">
                <a:solidFill>
                  <a:srgbClr val="FFFFFF"/>
                </a:solidFill>
                <a:latin typeface="Garamond" panose="02020404030301010803" pitchFamily="18" charset="0"/>
              </a:rPr>
              <a:pPr algn="l">
                <a:spcBef>
                  <a:spcPct val="0"/>
                </a:spcBef>
                <a:buFontTx/>
                <a:buNone/>
              </a:pPr>
              <a:t>44</a:t>
            </a:fld>
            <a:endParaRPr lang="pt-BR" altLang="pt-BR" sz="1400" b="1">
              <a:solidFill>
                <a:srgbClr val="FFFFFF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7C63844-DA85-4A00-8601-FFC846810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14489"/>
              </p:ext>
            </p:extLst>
          </p:nvPr>
        </p:nvGraphicFramePr>
        <p:xfrm>
          <a:off x="443883" y="1108228"/>
          <a:ext cx="5411972" cy="2834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1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41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ContaCorrente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 marL="91472" marR="91472" marT="45669" marB="456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698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nome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saldo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float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limite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float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tipo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char</a:t>
                      </a:r>
                    </a:p>
                  </a:txBody>
                  <a:tcPr marL="91472" marR="91472" marT="45669" marB="4566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07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ContaCorrente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(n: string, s: float, l: float, t: char)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ContaCorrente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(n: string, s: float, t: char)</a:t>
                      </a:r>
                    </a:p>
                  </a:txBody>
                  <a:tcPr marL="91472" marR="91472" marT="45669" marB="456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070" name="Text Box 4">
            <a:extLst>
              <a:ext uri="{FF2B5EF4-FFF2-40B4-BE49-F238E27FC236}">
                <a16:creationId xmlns:a16="http://schemas.microsoft.com/office/drawing/2014/main" id="{0FC5A6A4-E631-4EB3-940D-1328E0E4B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4306294"/>
            <a:ext cx="9993208" cy="1200329"/>
          </a:xfrm>
          <a:prstGeom prst="rect">
            <a:avLst/>
          </a:prstGeom>
          <a:solidFill>
            <a:srgbClr val="FFFCF3"/>
          </a:solidFill>
          <a:ln w="9525" cap="rnd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Arial Nova Cond Light" panose="020B0306020202020204" pitchFamily="34" charset="0"/>
              </a:rPr>
              <a:t>Declare dois objetos da classe </a:t>
            </a:r>
            <a:r>
              <a:rPr lang="pt-BR" altLang="pt-BR" sz="2400" dirty="0" err="1">
                <a:latin typeface="Arial Nova Cond Light" panose="020B0306020202020204" pitchFamily="34" charset="0"/>
              </a:rPr>
              <a:t>ContaCorrente</a:t>
            </a:r>
            <a:r>
              <a:rPr lang="pt-BR" altLang="pt-BR" sz="2400" dirty="0">
                <a:latin typeface="Arial Nova Cond Light" panose="020B0306020202020204" pitchFamily="34" charset="0"/>
              </a:rPr>
              <a:t>, solicite os dados para o usuário e instancie um objeto com o primeiro construtor, repita o processo para instanciar o segundo objeto com o segundo construtor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71A6358-A150-461B-BA14-A1E6535956D0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rial Nova Cond Light" panose="020B0306020202020204" pitchFamily="34" charset="0"/>
              </a:rPr>
              <a:t>Outro exemplo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Imagem 1" descr="Recorte de Ecrã">
            <a:extLst>
              <a:ext uri="{FF2B5EF4-FFF2-40B4-BE49-F238E27FC236}">
                <a16:creationId xmlns:a16="http://schemas.microsoft.com/office/drawing/2014/main" id="{7B4BC011-D977-4BD6-B77F-629E3428C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83" y="1223675"/>
            <a:ext cx="6421438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524646-F9E6-446F-93AD-18B1E0308E75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rial Nova Cond Light" panose="020B0306020202020204" pitchFamily="34" charset="0"/>
              </a:rPr>
              <a:t>Outro exemplo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ão deve haver outro filme do Deadpool”, diz criador do personagem">
            <a:extLst>
              <a:ext uri="{FF2B5EF4-FFF2-40B4-BE49-F238E27FC236}">
                <a16:creationId xmlns:a16="http://schemas.microsoft.com/office/drawing/2014/main" id="{5D375748-2C84-41A0-9729-B8C33384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774" y="1047891"/>
            <a:ext cx="8336268" cy="518932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03788F3-9F99-4158-919B-B170E45B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10310928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5">
            <a:extLst>
              <a:ext uri="{FF2B5EF4-FFF2-40B4-BE49-F238E27FC236}">
                <a16:creationId xmlns:a16="http://schemas.microsoft.com/office/drawing/2014/main" id="{03C37F57-4B06-4D88-AF17-85D16875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1011240"/>
            <a:ext cx="11390051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PT" altLang="pt-BR" sz="2800" b="1" dirty="0">
                <a:latin typeface="Arial Nova Cond Light" panose="020B0306020202020204" pitchFamily="34" charset="0"/>
              </a:rPr>
              <a:t>1- </a:t>
            </a:r>
            <a:r>
              <a:rPr lang="pt-PT" altLang="pt-BR" sz="2800" dirty="0">
                <a:latin typeface="Arial Nova Cond Light" panose="020B0306020202020204" pitchFamily="34" charset="0"/>
              </a:rPr>
              <a:t>Considere os diagramas UML dos seguintes itens, observe que cada item possue 2 construtores distintos. </a:t>
            </a:r>
            <a:r>
              <a:rPr lang="pt-BR" altLang="pt-BR" sz="2800" dirty="0">
                <a:latin typeface="Arial Nova Cond Light" panose="020B0306020202020204" pitchFamily="34" charset="0"/>
              </a:rPr>
              <a:t>Construa o código das respectivas classes e crie 2 objetos usando os construtores criados e os preencha com dados fornecidos pelo usuário. Exiba os dados dos objetos.</a:t>
            </a:r>
            <a:endParaRPr lang="pt-PT" altLang="pt-BR" sz="2800" dirty="0">
              <a:latin typeface="Arial Nova Cond Light" panose="020B0306020202020204" pitchFamily="34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C991C1E-03D0-4320-9693-B0D1574AF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78850"/>
              </p:ext>
            </p:extLst>
          </p:nvPr>
        </p:nvGraphicFramePr>
        <p:xfrm>
          <a:off x="8599055" y="2720254"/>
          <a:ext cx="3149063" cy="35661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5">
                <a:tc>
                  <a:txBody>
                    <a:bodyPr/>
                    <a:lstStyle/>
                    <a:p>
                      <a:pPr algn="ctr"/>
                      <a:r>
                        <a:rPr lang="pt-BR" sz="2400" b="1" noProof="0" dirty="0">
                          <a:latin typeface="Arial Nova Cond Light" panose="020B0306020202020204" pitchFamily="34" charset="0"/>
                        </a:rPr>
                        <a:t>Paciente</a:t>
                      </a:r>
                    </a:p>
                  </a:txBody>
                  <a:tcPr marL="91447" marR="91447"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53">
                <a:tc>
                  <a:txBody>
                    <a:bodyPr/>
                    <a:lstStyle/>
                    <a:p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noProof="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rg</a:t>
                      </a:r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noProof="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endereco</a:t>
                      </a:r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 </a:t>
                      </a:r>
                    </a:p>
                    <a:p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telefone: </a:t>
                      </a:r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noProof="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data</a:t>
                      </a:r>
                      <a:r>
                        <a:rPr lang="pt-BR" sz="2400" baseline="0" noProof="0" dirty="0" err="1">
                          <a:latin typeface="Arial Nova Cond Light" panose="020B0306020202020204" pitchFamily="34" charset="0"/>
                        </a:rPr>
                        <a:t>Nascimento</a:t>
                      </a:r>
                      <a:r>
                        <a:rPr lang="pt-BR" sz="2400" baseline="0" noProof="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pt-BR" sz="2400" baseline="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baseline="0" noProof="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baseline="0" noProof="0" dirty="0" err="1">
                          <a:latin typeface="Arial Nova Cond Light" panose="020B0306020202020204" pitchFamily="34" charset="0"/>
                        </a:rPr>
                        <a:t>profissao</a:t>
                      </a:r>
                      <a:r>
                        <a:rPr lang="pt-BR" sz="2400" baseline="0" noProof="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pt-BR" sz="2400" baseline="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noProof="0" dirty="0">
                        <a:latin typeface="Arial Nova Cond Light" panose="020B0306020202020204" pitchFamily="34" charset="0"/>
                      </a:endParaRPr>
                    </a:p>
                  </a:txBody>
                  <a:tcPr marL="91447" marR="91447"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2">
                <a:tc>
                  <a:txBody>
                    <a:bodyPr/>
                    <a:lstStyle/>
                    <a:p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Paciente()</a:t>
                      </a:r>
                    </a:p>
                    <a:p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Paciente(nome: </a:t>
                      </a:r>
                      <a:r>
                        <a:rPr lang="pt-BR" sz="2400" noProof="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r>
                        <a:rPr lang="pt-BR" sz="2400" noProof="0" dirty="0">
                          <a:latin typeface="Arial Nova Cond Light" panose="020B0306020202020204" pitchFamily="34" charset="0"/>
                        </a:rPr>
                        <a:t>)</a:t>
                      </a:r>
                    </a:p>
                  </a:txBody>
                  <a:tcPr marL="91447" marR="91447"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1D223321-1BC5-494D-952C-76BC22A0AEDA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>
                <a:latin typeface="Arial Nova Cond Light" panose="020B0306020202020204" pitchFamily="34" charset="0"/>
              </a:rPr>
              <a:t>Exercícios de aplicação</a:t>
            </a:r>
            <a:endParaRPr lang="pt-BR" dirty="0">
              <a:latin typeface="Arial Nova Cond Light" panose="020B0306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5">
            <a:extLst>
              <a:ext uri="{FF2B5EF4-FFF2-40B4-BE49-F238E27FC236}">
                <a16:creationId xmlns:a16="http://schemas.microsoft.com/office/drawing/2014/main" id="{03C37F57-4B06-4D88-AF17-85D16875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1018165"/>
            <a:ext cx="11390051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buNone/>
            </a:pPr>
            <a:r>
              <a:rPr lang="pt-PT" altLang="pt-BR" sz="2800" b="1" dirty="0">
                <a:latin typeface="Arial Nova Cond Light" panose="020B0306020202020204" pitchFamily="34" charset="0"/>
              </a:rPr>
              <a:t>2- </a:t>
            </a:r>
            <a:r>
              <a:rPr lang="pt-PT" altLang="pt-BR" sz="2800" dirty="0">
                <a:latin typeface="Arial Nova Cond Light" panose="020B0306020202020204" pitchFamily="34" charset="0"/>
              </a:rPr>
              <a:t>Considere os diagramas UML dos seguintes itens, observe que cada item possue 2 construtores distintos. </a:t>
            </a:r>
            <a:r>
              <a:rPr lang="pt-BR" altLang="pt-BR" sz="2800" dirty="0">
                <a:latin typeface="Arial Nova Cond Light" panose="020B0306020202020204" pitchFamily="34" charset="0"/>
              </a:rPr>
              <a:t>Construa o código das respectivas classes e crie 2 objetos usando os construtores criados e os preencha com dados fornecidos pelo usuário. Exiba os dados dos objetos.</a:t>
            </a:r>
            <a:endParaRPr lang="pt-PT" altLang="pt-BR" sz="2800" dirty="0">
              <a:latin typeface="Arial Nova Cond Light" panose="020B0306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A63C45B-B495-4B42-9187-F8EB7A5F4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90755"/>
              </p:ext>
            </p:extLst>
          </p:nvPr>
        </p:nvGraphicFramePr>
        <p:xfrm>
          <a:off x="443882" y="2929013"/>
          <a:ext cx="3363187" cy="3200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3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endParaRPr lang="pt-BR" sz="2400" b="1" dirty="0">
                        <a:latin typeface="Arial Nova Cond Light" panose="020B0306020202020204" pitchFamily="34" charset="0"/>
                      </a:endParaRP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165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marca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fabricante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cod_barras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preco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float</a:t>
                      </a: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30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()</a:t>
                      </a:r>
                    </a:p>
                    <a:p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Produto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 (m: string,</a:t>
                      </a:r>
                      <a:r>
                        <a:rPr lang="en-US" sz="2400" baseline="0" dirty="0">
                          <a:latin typeface="Arial Nova Cond Light" panose="020B0306020202020204" pitchFamily="34" charset="0"/>
                        </a:rPr>
                        <a:t> f:string, c:string, p:float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)</a:t>
                      </a:r>
                    </a:p>
                  </a:txBody>
                  <a:tcPr marL="91428" marR="91428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CBD63901-D30F-48C7-A753-B9C66AB872EB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>
                <a:latin typeface="Arial Nova Cond Light" panose="020B0306020202020204" pitchFamily="34" charset="0"/>
              </a:rPr>
              <a:t>Exercícios de aplicação</a:t>
            </a:r>
            <a:endParaRPr lang="pt-BR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104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comida, desenho&#10;&#10;Descrição gerada automaticamente">
            <a:extLst>
              <a:ext uri="{FF2B5EF4-FFF2-40B4-BE49-F238E27FC236}">
                <a16:creationId xmlns:a16="http://schemas.microsoft.com/office/drawing/2014/main" id="{A1402EDD-1116-47C1-B88A-BECAA8C6A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899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3533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Personalizada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C000"/>
      </a:accent1>
      <a:accent2>
        <a:srgbClr val="1C6294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A697029E-E58C-4DB8-96CA-F0D79D6C14D6}" vid="{86992366-360A-4FA3-8D04-C376AECE2C3A}"/>
    </a:ext>
  </a:extLst>
</a:theme>
</file>

<file path=ppt/theme/theme2.xml><?xml version="1.0" encoding="utf-8"?>
<a:theme xmlns:a="http://schemas.openxmlformats.org/drawingml/2006/main" name="1_Tema1">
  <a:themeElements>
    <a:clrScheme name="Personalizada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C000"/>
      </a:accent1>
      <a:accent2>
        <a:srgbClr val="1C6294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alizada 3">
      <a:majorFont>
        <a:latin typeface="Arial Nova Cond Light"/>
        <a:ea typeface=""/>
        <a:cs typeface=""/>
      </a:majorFont>
      <a:minorFont>
        <a:latin typeface="Arial Nova Con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A697029E-E58C-4DB8-96CA-F0D79D6C14D6}" vid="{86992366-360A-4FA3-8D04-C376AECE2C3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2656</Words>
  <Application>Microsoft Office PowerPoint</Application>
  <PresentationFormat>Widescreen</PresentationFormat>
  <Paragraphs>447</Paragraphs>
  <Slides>49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49</vt:i4>
      </vt:variant>
    </vt:vector>
  </HeadingPairs>
  <TitlesOfParts>
    <vt:vector size="59" baseType="lpstr">
      <vt:lpstr>Arial Nova Cond Light</vt:lpstr>
      <vt:lpstr>Calibri</vt:lpstr>
      <vt:lpstr>Calibri Light</vt:lpstr>
      <vt:lpstr>Consolas</vt:lpstr>
      <vt:lpstr>Courier New</vt:lpstr>
      <vt:lpstr>Garamond</vt:lpstr>
      <vt:lpstr>Tw Cen MT Condensed Extra Bold</vt:lpstr>
      <vt:lpstr>Wingdings</vt:lpstr>
      <vt:lpstr>Tema1</vt:lpstr>
      <vt:lpstr>1_Tema1</vt:lpstr>
      <vt:lpstr>Programação Orientada a Objetos</vt:lpstr>
      <vt:lpstr>Aula anterior: Classes</vt:lpstr>
      <vt:lpstr>Aula anterior: Construindo classes em Java</vt:lpstr>
      <vt:lpstr>Resumindo a aula anterior</vt:lpstr>
      <vt:lpstr>Que tal uma pausa para a provinha?</vt:lpstr>
      <vt:lpstr>Que tal uma pausa para a provinha?</vt:lpstr>
      <vt:lpstr>Estrutura de uma classe Java executável</vt:lpstr>
      <vt:lpstr>Estrutura de uma classe Java executável</vt:lpstr>
      <vt:lpstr>Estrutura de uma classe Java executável</vt:lpstr>
      <vt:lpstr>Dicas que te tornarão um programador melhor</vt:lpstr>
      <vt:lpstr>Dicas que te tornarão um programador melhor</vt:lpstr>
      <vt:lpstr>Dicas que te tornarão um programador melhor</vt:lpstr>
      <vt:lpstr>Tipos de dados</vt:lpstr>
      <vt:lpstr>Tipos de Dados Primitivos – Java</vt:lpstr>
      <vt:lpstr>Tipos de Dados Primitivos – Java</vt:lpstr>
      <vt:lpstr>String (conjunto de caracteres)</vt:lpstr>
      <vt:lpstr>Variáveis</vt:lpstr>
      <vt:lpstr>Declaração de variáveis</vt:lpstr>
      <vt:lpstr>Identificador (nome):</vt:lpstr>
      <vt:lpstr>Identificador (nome):</vt:lpstr>
      <vt:lpstr>Identificador (nome):</vt:lpstr>
      <vt:lpstr>Palavras reservadas</vt:lpstr>
      <vt:lpstr>Atribuição de valores a variáveis</vt:lpstr>
      <vt:lpstr>Atribuição de valores a variáveis</vt:lpstr>
      <vt:lpstr>Comandos de entrada e saída</vt:lpstr>
      <vt:lpstr>Comandos de saída: Modo Gráfico</vt:lpstr>
      <vt:lpstr>Comandos de saída: Modo Gráfico</vt:lpstr>
      <vt:lpstr>Entrada de Dados no Modo Texto</vt:lpstr>
      <vt:lpstr>Entrada de Dados no Modo Texto</vt:lpstr>
      <vt:lpstr>Entrada de Dados no Modo Gráfico</vt:lpstr>
      <vt:lpstr>Entrada de Dados no Modo Gráfico</vt:lpstr>
      <vt:lpstr>Entrada e saída de Dados: Modo Gráfico</vt:lpstr>
      <vt:lpstr>Conversões de tipos:</vt:lpstr>
      <vt:lpstr>Construtores</vt:lpstr>
      <vt:lpstr>Construtores: observação</vt:lpstr>
      <vt:lpstr>Construtores: observação</vt:lpstr>
      <vt:lpstr>Construtores</vt:lpstr>
      <vt:lpstr>Construtores</vt:lpstr>
      <vt:lpstr>Construtores com parâmetros/argumentos </vt:lpstr>
      <vt:lpstr>Classes com mais de um construtor (Sobrecarga)</vt:lpstr>
      <vt:lpstr>Classes com mais de um construtor (Sobrecarga)</vt:lpstr>
      <vt:lpstr>Apresentação do PowerPoint</vt:lpstr>
      <vt:lpstr>Apresentação do PowerPoint</vt:lpstr>
      <vt:lpstr>Apresentação do PowerPoint</vt:lpstr>
      <vt:lpstr>Apresentação do PowerPoint</vt:lpstr>
      <vt:lpstr>Exercícios de aplicação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</dc:title>
  <dc:creator>Marco Antonio Sanches Anastacio</dc:creator>
  <cp:lastModifiedBy>Marco Sanches</cp:lastModifiedBy>
  <cp:revision>1</cp:revision>
  <dcterms:created xsi:type="dcterms:W3CDTF">2020-08-21T17:41:39Z</dcterms:created>
  <dcterms:modified xsi:type="dcterms:W3CDTF">2021-02-01T17:51:05Z</dcterms:modified>
</cp:coreProperties>
</file>