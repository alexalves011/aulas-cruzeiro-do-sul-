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5"/>
  </p:notesMasterIdLst>
  <p:sldIdLst>
    <p:sldId id="256" r:id="rId2"/>
    <p:sldId id="474" r:id="rId3"/>
    <p:sldId id="475" r:id="rId4"/>
    <p:sldId id="486" r:id="rId5"/>
    <p:sldId id="258" r:id="rId6"/>
    <p:sldId id="519" r:id="rId7"/>
    <p:sldId id="334" r:id="rId8"/>
    <p:sldId id="335" r:id="rId9"/>
    <p:sldId id="336" r:id="rId10"/>
    <p:sldId id="337" r:id="rId11"/>
    <p:sldId id="352" r:id="rId12"/>
    <p:sldId id="353" r:id="rId13"/>
    <p:sldId id="354" r:id="rId14"/>
    <p:sldId id="357" r:id="rId15"/>
    <p:sldId id="358" r:id="rId16"/>
    <p:sldId id="359" r:id="rId17"/>
    <p:sldId id="361" r:id="rId18"/>
    <p:sldId id="529" r:id="rId19"/>
    <p:sldId id="340" r:id="rId20"/>
    <p:sldId id="342" r:id="rId21"/>
    <p:sldId id="343" r:id="rId22"/>
    <p:sldId id="344" r:id="rId23"/>
    <p:sldId id="363" r:id="rId24"/>
    <p:sldId id="530" r:id="rId25"/>
    <p:sldId id="345" r:id="rId26"/>
    <p:sldId id="520" r:id="rId27"/>
    <p:sldId id="521" r:id="rId28"/>
    <p:sldId id="522" r:id="rId29"/>
    <p:sldId id="523" r:id="rId30"/>
    <p:sldId id="524" r:id="rId31"/>
    <p:sldId id="525" r:id="rId32"/>
    <p:sldId id="526" r:id="rId33"/>
    <p:sldId id="527" r:id="rId34"/>
    <p:sldId id="532" r:id="rId35"/>
    <p:sldId id="533" r:id="rId36"/>
    <p:sldId id="534" r:id="rId37"/>
    <p:sldId id="535" r:id="rId38"/>
    <p:sldId id="537" r:id="rId39"/>
    <p:sldId id="536" r:id="rId40"/>
    <p:sldId id="396" r:id="rId41"/>
    <p:sldId id="528" r:id="rId42"/>
    <p:sldId id="531" r:id="rId43"/>
    <p:sldId id="483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" id="{0AB01902-1789-4A79-8F95-9C1226EA6FFF}">
          <p14:sldIdLst>
            <p14:sldId id="256"/>
          </p14:sldIdLst>
        </p14:section>
        <p14:section name="Revisão aula anterior" id="{72FCDCB0-1157-4BF2-9BA9-D1E41BCB16FB}">
          <p14:sldIdLst>
            <p14:sldId id="474"/>
            <p14:sldId id="475"/>
            <p14:sldId id="486"/>
            <p14:sldId id="258"/>
            <p14:sldId id="519"/>
          </p14:sldIdLst>
        </p14:section>
        <p14:section name="Tópico 1" id="{F59B47DD-E604-4F72-8B4A-0BC768244D72}">
          <p14:sldIdLst>
            <p14:sldId id="334"/>
            <p14:sldId id="335"/>
            <p14:sldId id="336"/>
            <p14:sldId id="337"/>
            <p14:sldId id="352"/>
            <p14:sldId id="353"/>
            <p14:sldId id="354"/>
            <p14:sldId id="357"/>
            <p14:sldId id="358"/>
            <p14:sldId id="359"/>
            <p14:sldId id="361"/>
            <p14:sldId id="529"/>
            <p14:sldId id="340"/>
            <p14:sldId id="342"/>
            <p14:sldId id="343"/>
            <p14:sldId id="344"/>
            <p14:sldId id="363"/>
          </p14:sldIdLst>
        </p14:section>
        <p14:section name="Tópico 2" id="{1BF0D6FA-9CD0-4ED6-AA94-E64D1C9EB8D0}">
          <p14:sldIdLst>
            <p14:sldId id="530"/>
            <p14:sldId id="345"/>
            <p14:sldId id="520"/>
            <p14:sldId id="521"/>
            <p14:sldId id="522"/>
            <p14:sldId id="523"/>
            <p14:sldId id="524"/>
            <p14:sldId id="525"/>
            <p14:sldId id="526"/>
            <p14:sldId id="527"/>
            <p14:sldId id="532"/>
            <p14:sldId id="533"/>
            <p14:sldId id="534"/>
            <p14:sldId id="535"/>
            <p14:sldId id="537"/>
            <p14:sldId id="536"/>
          </p14:sldIdLst>
        </p14:section>
        <p14:section name="Exercícios" id="{902A5555-B920-4B5B-BA82-40D05AD08D00}">
          <p14:sldIdLst>
            <p14:sldId id="396"/>
            <p14:sldId id="528"/>
            <p14:sldId id="531"/>
          </p14:sldIdLst>
        </p14:section>
        <p14:section name="Fechamento" id="{9877D3F4-6CDD-4355-92B9-A82E606F2816}">
          <p14:sldIdLst>
            <p14:sldId id="4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 Sanches" initials="MS" lastIdx="1" clrIdx="0">
    <p:extLst>
      <p:ext uri="{19B8F6BF-5375-455C-9EA6-DF929625EA0E}">
        <p15:presenceInfo xmlns:p15="http://schemas.microsoft.com/office/powerpoint/2012/main" userId="301bf0f768bc15f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F3"/>
    <a:srgbClr val="FF66FF"/>
    <a:srgbClr val="FFCC99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5308E4-3C80-4E33-852C-43617EAFEF53}" v="3" dt="2021-02-01T17:56:22.6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87" autoAdjust="0"/>
    <p:restoredTop sz="94340" autoAdjust="0"/>
  </p:normalViewPr>
  <p:slideViewPr>
    <p:cSldViewPr snapToGrid="0">
      <p:cViewPr varScale="1">
        <p:scale>
          <a:sx n="106" d="100"/>
          <a:sy n="106" d="100"/>
        </p:scale>
        <p:origin x="11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Sanches" userId="301bf0f768bc15fc" providerId="LiveId" clId="{5C5308E4-3C80-4E33-852C-43617EAFEF53}"/>
    <pc:docChg chg="custSel modSld">
      <pc:chgData name="Marco Sanches" userId="301bf0f768bc15fc" providerId="LiveId" clId="{5C5308E4-3C80-4E33-852C-43617EAFEF53}" dt="2021-02-01T17:56:22.694" v="10"/>
      <pc:docMkLst>
        <pc:docMk/>
      </pc:docMkLst>
      <pc:sldChg chg="modSp mod">
        <pc:chgData name="Marco Sanches" userId="301bf0f768bc15fc" providerId="LiveId" clId="{5C5308E4-3C80-4E33-852C-43617EAFEF53}" dt="2021-02-01T17:55:07.969" v="1" actId="14100"/>
        <pc:sldMkLst>
          <pc:docMk/>
          <pc:sldMk cId="0" sldId="354"/>
        </pc:sldMkLst>
        <pc:spChg chg="mod">
          <ac:chgData name="Marco Sanches" userId="301bf0f768bc15fc" providerId="LiveId" clId="{5C5308E4-3C80-4E33-852C-43617EAFEF53}" dt="2021-02-01T17:55:07.969" v="1" actId="14100"/>
          <ac:spMkLst>
            <pc:docMk/>
            <pc:sldMk cId="0" sldId="354"/>
            <ac:spMk id="3" creationId="{E8249E17-D641-461E-8171-25AD30369CCC}"/>
          </ac:spMkLst>
        </pc:spChg>
        <pc:spChg chg="mod">
          <ac:chgData name="Marco Sanches" userId="301bf0f768bc15fc" providerId="LiveId" clId="{5C5308E4-3C80-4E33-852C-43617EAFEF53}" dt="2021-02-01T17:55:03.209" v="0" actId="14100"/>
          <ac:spMkLst>
            <pc:docMk/>
            <pc:sldMk cId="0" sldId="354"/>
            <ac:spMk id="9" creationId="{C321F719-3CDA-4700-8AC3-353509F0650E}"/>
          </ac:spMkLst>
        </pc:spChg>
        <pc:cxnChg chg="mod">
          <ac:chgData name="Marco Sanches" userId="301bf0f768bc15fc" providerId="LiveId" clId="{5C5308E4-3C80-4E33-852C-43617EAFEF53}" dt="2021-02-01T17:55:07.969" v="1" actId="14100"/>
          <ac:cxnSpMkLst>
            <pc:docMk/>
            <pc:sldMk cId="0" sldId="354"/>
            <ac:cxnSpMk id="7" creationId="{F2F32997-7B67-4BA3-9C6B-F3B19E49A4AC}"/>
          </ac:cxnSpMkLst>
        </pc:cxnChg>
        <pc:cxnChg chg="mod">
          <ac:chgData name="Marco Sanches" userId="301bf0f768bc15fc" providerId="LiveId" clId="{5C5308E4-3C80-4E33-852C-43617EAFEF53}" dt="2021-02-01T17:55:03.209" v="0" actId="14100"/>
          <ac:cxnSpMkLst>
            <pc:docMk/>
            <pc:sldMk cId="0" sldId="354"/>
            <ac:cxnSpMk id="11" creationId="{5E954192-601F-465E-B24D-D7FD938E94F4}"/>
          </ac:cxnSpMkLst>
        </pc:cxnChg>
      </pc:sldChg>
      <pc:sldChg chg="addSp delSp modSp mod">
        <pc:chgData name="Marco Sanches" userId="301bf0f768bc15fc" providerId="LiveId" clId="{5C5308E4-3C80-4E33-852C-43617EAFEF53}" dt="2021-02-01T17:56:08.059" v="4"/>
        <pc:sldMkLst>
          <pc:docMk/>
          <pc:sldMk cId="4145914251" sldId="396"/>
        </pc:sldMkLst>
        <pc:spChg chg="del">
          <ac:chgData name="Marco Sanches" userId="301bf0f768bc15fc" providerId="LiveId" clId="{5C5308E4-3C80-4E33-852C-43617EAFEF53}" dt="2021-02-01T17:56:03.796" v="2" actId="478"/>
          <ac:spMkLst>
            <pc:docMk/>
            <pc:sldMk cId="4145914251" sldId="396"/>
            <ac:spMk id="2" creationId="{897856AD-9995-4A2C-83BB-7CDC555080CE}"/>
          </ac:spMkLst>
        </pc:spChg>
        <pc:spChg chg="add del mod">
          <ac:chgData name="Marco Sanches" userId="301bf0f768bc15fc" providerId="LiveId" clId="{5C5308E4-3C80-4E33-852C-43617EAFEF53}" dt="2021-02-01T17:56:07.194" v="3" actId="478"/>
          <ac:spMkLst>
            <pc:docMk/>
            <pc:sldMk cId="4145914251" sldId="396"/>
            <ac:spMk id="5" creationId="{B04FEAB0-224B-43CE-A395-2F2D24F4D04E}"/>
          </ac:spMkLst>
        </pc:spChg>
        <pc:spChg chg="add mod">
          <ac:chgData name="Marco Sanches" userId="301bf0f768bc15fc" providerId="LiveId" clId="{5C5308E4-3C80-4E33-852C-43617EAFEF53}" dt="2021-02-01T17:56:08.059" v="4"/>
          <ac:spMkLst>
            <pc:docMk/>
            <pc:sldMk cId="4145914251" sldId="396"/>
            <ac:spMk id="6" creationId="{7ABC3450-8304-4884-9236-7D3A84DE66A0}"/>
          </ac:spMkLst>
        </pc:spChg>
      </pc:sldChg>
      <pc:sldChg chg="addSp delSp modSp mod">
        <pc:chgData name="Marco Sanches" userId="301bf0f768bc15fc" providerId="LiveId" clId="{5C5308E4-3C80-4E33-852C-43617EAFEF53}" dt="2021-02-01T17:56:16.176" v="7"/>
        <pc:sldMkLst>
          <pc:docMk/>
          <pc:sldMk cId="694713730" sldId="528"/>
        </pc:sldMkLst>
        <pc:spChg chg="del">
          <ac:chgData name="Marco Sanches" userId="301bf0f768bc15fc" providerId="LiveId" clId="{5C5308E4-3C80-4E33-852C-43617EAFEF53}" dt="2021-02-01T17:56:12.097" v="5" actId="478"/>
          <ac:spMkLst>
            <pc:docMk/>
            <pc:sldMk cId="694713730" sldId="528"/>
            <ac:spMk id="5" creationId="{B4658E21-3D00-48CD-A16B-1487800E3A10}"/>
          </ac:spMkLst>
        </pc:spChg>
        <pc:spChg chg="add del mod">
          <ac:chgData name="Marco Sanches" userId="301bf0f768bc15fc" providerId="LiveId" clId="{5C5308E4-3C80-4E33-852C-43617EAFEF53}" dt="2021-02-01T17:56:15.350" v="6" actId="478"/>
          <ac:spMkLst>
            <pc:docMk/>
            <pc:sldMk cId="694713730" sldId="528"/>
            <ac:spMk id="6" creationId="{6DAE0379-7EC9-4CBA-A265-382483178C59}"/>
          </ac:spMkLst>
        </pc:spChg>
        <pc:spChg chg="add mod">
          <ac:chgData name="Marco Sanches" userId="301bf0f768bc15fc" providerId="LiveId" clId="{5C5308E4-3C80-4E33-852C-43617EAFEF53}" dt="2021-02-01T17:56:16.176" v="7"/>
          <ac:spMkLst>
            <pc:docMk/>
            <pc:sldMk cId="694713730" sldId="528"/>
            <ac:spMk id="9" creationId="{2DCF9BF8-08DE-4ADA-B8C6-27D1CB00239E}"/>
          </ac:spMkLst>
        </pc:spChg>
      </pc:sldChg>
      <pc:sldChg chg="addSp delSp modSp mod">
        <pc:chgData name="Marco Sanches" userId="301bf0f768bc15fc" providerId="LiveId" clId="{5C5308E4-3C80-4E33-852C-43617EAFEF53}" dt="2021-02-01T17:56:22.694" v="10"/>
        <pc:sldMkLst>
          <pc:docMk/>
          <pc:sldMk cId="2130317562" sldId="531"/>
        </pc:sldMkLst>
        <pc:spChg chg="add del mod">
          <ac:chgData name="Marco Sanches" userId="301bf0f768bc15fc" providerId="LiveId" clId="{5C5308E4-3C80-4E33-852C-43617EAFEF53}" dt="2021-02-01T17:56:21.985" v="9" actId="478"/>
          <ac:spMkLst>
            <pc:docMk/>
            <pc:sldMk cId="2130317562" sldId="531"/>
            <ac:spMk id="5" creationId="{7B03BC58-83E7-4B14-AB7E-118E5DD2F38E}"/>
          </ac:spMkLst>
        </pc:spChg>
        <pc:spChg chg="add mod">
          <ac:chgData name="Marco Sanches" userId="301bf0f768bc15fc" providerId="LiveId" clId="{5C5308E4-3C80-4E33-852C-43617EAFEF53}" dt="2021-02-01T17:56:22.694" v="10"/>
          <ac:spMkLst>
            <pc:docMk/>
            <pc:sldMk cId="2130317562" sldId="531"/>
            <ac:spMk id="8" creationId="{41D7AC39-8B7E-4243-8DE4-A068F197CE06}"/>
          </ac:spMkLst>
        </pc:spChg>
        <pc:spChg chg="del">
          <ac:chgData name="Marco Sanches" userId="301bf0f768bc15fc" providerId="LiveId" clId="{5C5308E4-3C80-4E33-852C-43617EAFEF53}" dt="2021-02-01T17:56:20.534" v="8" actId="478"/>
          <ac:spMkLst>
            <pc:docMk/>
            <pc:sldMk cId="2130317562" sldId="531"/>
            <ac:spMk id="9" creationId="{6108DC07-6FEA-439F-AB19-64A42B5C396B}"/>
          </ac:spMkLst>
        </pc:spChg>
      </pc:sldChg>
    </pc:docChg>
  </pc:docChgLst>
  <pc:docChgLst>
    <pc:chgData name="Marco Sanches" userId="301bf0f768bc15fc" providerId="LiveId" clId="{F4238A5F-677D-43C0-B2D3-BFD989BC97CF}"/>
    <pc:docChg chg="undo custSel mod addSld delSld modSld sldOrd delMainMaster modMainMaster addSection delSection modSection">
      <pc:chgData name="Marco Sanches" userId="301bf0f768bc15fc" providerId="LiveId" clId="{F4238A5F-677D-43C0-B2D3-BFD989BC97CF}" dt="2020-09-04T14:28:43.506" v="2973" actId="1076"/>
      <pc:docMkLst>
        <pc:docMk/>
      </pc:docMkLst>
      <pc:sldChg chg="delSp modSp mod">
        <pc:chgData name="Marco Sanches" userId="301bf0f768bc15fc" providerId="LiveId" clId="{F4238A5F-677D-43C0-B2D3-BFD989BC97CF}" dt="2020-09-02T14:57:36.389" v="11" actId="20577"/>
        <pc:sldMkLst>
          <pc:docMk/>
          <pc:sldMk cId="3687106035" sldId="256"/>
        </pc:sldMkLst>
        <pc:spChg chg="mod">
          <ac:chgData name="Marco Sanches" userId="301bf0f768bc15fc" providerId="LiveId" clId="{F4238A5F-677D-43C0-B2D3-BFD989BC97CF}" dt="2020-09-02T14:57:36.389" v="11" actId="20577"/>
          <ac:spMkLst>
            <pc:docMk/>
            <pc:sldMk cId="3687106035" sldId="256"/>
            <ac:spMk id="6" creationId="{0C89EAFD-0EE9-46F0-A68A-44FA35B4F6FE}"/>
          </ac:spMkLst>
        </pc:spChg>
        <pc:spChg chg="del">
          <ac:chgData name="Marco Sanches" userId="301bf0f768bc15fc" providerId="LiveId" clId="{F4238A5F-677D-43C0-B2D3-BFD989BC97CF}" dt="2020-09-02T14:57:33.393" v="0" actId="478"/>
          <ac:spMkLst>
            <pc:docMk/>
            <pc:sldMk cId="3687106035" sldId="256"/>
            <ac:spMk id="10" creationId="{E2CCE2D1-1DED-4F99-94B1-569D42819251}"/>
          </ac:spMkLst>
        </pc:spChg>
      </pc:sldChg>
      <pc:sldChg chg="del">
        <pc:chgData name="Marco Sanches" userId="301bf0f768bc15fc" providerId="LiveId" clId="{F4238A5F-677D-43C0-B2D3-BFD989BC97CF}" dt="2020-09-02T18:37:31.441" v="1973" actId="2696"/>
        <pc:sldMkLst>
          <pc:docMk/>
          <pc:sldMk cId="1622163198" sldId="258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1877027153" sldId="303"/>
        </pc:sldMkLst>
      </pc:sldChg>
      <pc:sldChg chg="addSp delSp modSp del mod">
        <pc:chgData name="Marco Sanches" userId="301bf0f768bc15fc" providerId="LiveId" clId="{F4238A5F-677D-43C0-B2D3-BFD989BC97CF}" dt="2020-09-02T18:43:44.981" v="2089" actId="47"/>
        <pc:sldMkLst>
          <pc:docMk/>
          <pc:sldMk cId="1220376697" sldId="329"/>
        </pc:sldMkLst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1220376697" sldId="329"/>
            <ac:spMk id="2" creationId="{2673C28C-5AA7-41A6-B302-EAEC961871E9}"/>
          </ac:spMkLst>
        </pc:spChg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1220376697" sldId="329"/>
            <ac:spMk id="3" creationId="{53EB0782-8CBE-4D65-B9B6-CD13D8A783B3}"/>
          </ac:spMkLst>
        </pc:spChg>
        <pc:spChg chg="mod">
          <ac:chgData name="Marco Sanches" userId="301bf0f768bc15fc" providerId="LiveId" clId="{F4238A5F-677D-43C0-B2D3-BFD989BC97CF}" dt="2020-09-02T15:38:01.681" v="50" actId="27636"/>
          <ac:spMkLst>
            <pc:docMk/>
            <pc:sldMk cId="1220376697" sldId="329"/>
            <ac:spMk id="50179" creationId="{D45AE745-8223-4A1A-B4BC-194388C44129}"/>
          </ac:spMkLst>
        </pc:spChg>
        <pc:spChg chg="mod">
          <ac:chgData name="Marco Sanches" userId="301bf0f768bc15fc" providerId="LiveId" clId="{F4238A5F-677D-43C0-B2D3-BFD989BC97CF}" dt="2020-09-02T15:38:01.551" v="46"/>
          <ac:spMkLst>
            <pc:docMk/>
            <pc:sldMk cId="1220376697" sldId="329"/>
            <ac:spMk id="78850" creationId="{AF996FBC-FED6-4F56-A676-2DF66A066EE1}"/>
          </ac:spMkLst>
        </pc:spChg>
      </pc:sldChg>
      <pc:sldChg chg="addSp delSp modSp mod">
        <pc:chgData name="Marco Sanches" userId="301bf0f768bc15fc" providerId="LiveId" clId="{F4238A5F-677D-43C0-B2D3-BFD989BC97CF}" dt="2020-09-02T15:38:59.060" v="55" actId="14100"/>
        <pc:sldMkLst>
          <pc:docMk/>
          <pc:sldMk cId="0" sldId="334"/>
        </pc:sldMkLst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0" sldId="334"/>
            <ac:spMk id="3" creationId="{E25ACD63-358E-4389-A450-B101EFAF24B0}"/>
          </ac:spMkLst>
        </pc:spChg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0" sldId="334"/>
            <ac:spMk id="4" creationId="{B68D8683-1684-47E1-8F24-3FFA430803AF}"/>
          </ac:spMkLst>
        </pc:spChg>
        <pc:spChg chg="mod">
          <ac:chgData name="Marco Sanches" userId="301bf0f768bc15fc" providerId="LiveId" clId="{F4238A5F-677D-43C0-B2D3-BFD989BC97CF}" dt="2020-09-02T15:38:01.551" v="46"/>
          <ac:spMkLst>
            <pc:docMk/>
            <pc:sldMk cId="0" sldId="334"/>
            <ac:spMk id="30722" creationId="{7ACBFE17-6741-4C44-A817-3C98FAE1C371}"/>
          </ac:spMkLst>
        </pc:spChg>
        <pc:spChg chg="mod">
          <ac:chgData name="Marco Sanches" userId="301bf0f768bc15fc" providerId="LiveId" clId="{F4238A5F-677D-43C0-B2D3-BFD989BC97CF}" dt="2020-09-02T15:38:59.060" v="55" actId="14100"/>
          <ac:spMkLst>
            <pc:docMk/>
            <pc:sldMk cId="0" sldId="334"/>
            <ac:spMk id="30723" creationId="{C82C4DCF-E24F-4549-8111-A6B2771F7D8C}"/>
          </ac:spMkLst>
        </pc:spChg>
        <pc:spChg chg="mod">
          <ac:chgData name="Marco Sanches" userId="301bf0f768bc15fc" providerId="LiveId" clId="{F4238A5F-677D-43C0-B2D3-BFD989BC97CF}" dt="2020-09-02T14:59:51.892" v="36" actId="1076"/>
          <ac:spMkLst>
            <pc:docMk/>
            <pc:sldMk cId="0" sldId="334"/>
            <ac:spMk id="30724" creationId="{99264461-C3A4-427D-86F6-A54978065FDC}"/>
          </ac:spMkLst>
        </pc:spChg>
        <pc:picChg chg="add mod">
          <ac:chgData name="Marco Sanches" userId="301bf0f768bc15fc" providerId="LiveId" clId="{F4238A5F-677D-43C0-B2D3-BFD989BC97CF}" dt="2020-09-02T15:00:03.666" v="38" actId="14100"/>
          <ac:picMkLst>
            <pc:docMk/>
            <pc:sldMk cId="0" sldId="334"/>
            <ac:picMk id="2" creationId="{555C5BA5-1420-42D8-9071-D2A6D8A999D1}"/>
          </ac:picMkLst>
        </pc:picChg>
      </pc:sldChg>
      <pc:sldChg chg="addSp delSp modSp mod modAnim">
        <pc:chgData name="Marco Sanches" userId="301bf0f768bc15fc" providerId="LiveId" clId="{F4238A5F-677D-43C0-B2D3-BFD989BC97CF}" dt="2020-09-04T12:25:30.781" v="2969" actId="20577"/>
        <pc:sldMkLst>
          <pc:docMk/>
          <pc:sldMk cId="0" sldId="335"/>
        </pc:sldMkLst>
        <pc:spChg chg="mod">
          <ac:chgData name="Marco Sanches" userId="301bf0f768bc15fc" providerId="LiveId" clId="{F4238A5F-677D-43C0-B2D3-BFD989BC97CF}" dt="2020-09-03T17:48:24.868" v="2170" actId="1076"/>
          <ac:spMkLst>
            <pc:docMk/>
            <pc:sldMk cId="0" sldId="335"/>
            <ac:spMk id="2" creationId="{AEA07353-5969-44D4-A75A-513C8A7125A8}"/>
          </ac:spMkLst>
        </pc:spChg>
        <pc:spChg chg="add del mod">
          <ac:chgData name="Marco Sanches" userId="301bf0f768bc15fc" providerId="LiveId" clId="{F4238A5F-677D-43C0-B2D3-BFD989BC97CF}" dt="2020-09-02T15:37:21.707" v="44"/>
          <ac:spMkLst>
            <pc:docMk/>
            <pc:sldMk cId="0" sldId="335"/>
            <ac:spMk id="3" creationId="{C1C9E459-BF41-46DD-AA42-EC4225E7B3CC}"/>
          </ac:spMkLst>
        </pc:spChg>
        <pc:spChg chg="add del mod">
          <ac:chgData name="Marco Sanches" userId="301bf0f768bc15fc" providerId="LiveId" clId="{F4238A5F-677D-43C0-B2D3-BFD989BC97CF}" dt="2020-09-02T15:37:21.707" v="44"/>
          <ac:spMkLst>
            <pc:docMk/>
            <pc:sldMk cId="0" sldId="335"/>
            <ac:spMk id="4" creationId="{E768EFA4-0C4F-4E53-9810-C6E53107A905}"/>
          </ac:spMkLst>
        </pc:spChg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0" sldId="335"/>
            <ac:spMk id="5" creationId="{C40E5699-4A1B-4EAC-A532-87570FB947FA}"/>
          </ac:spMkLst>
        </pc:spChg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0" sldId="335"/>
            <ac:spMk id="6" creationId="{4A05B22C-0788-42C5-8EBA-FB594F9FC0D6}"/>
          </ac:spMkLst>
        </pc:spChg>
        <pc:spChg chg="mod">
          <ac:chgData name="Marco Sanches" userId="301bf0f768bc15fc" providerId="LiveId" clId="{F4238A5F-677D-43C0-B2D3-BFD989BC97CF}" dt="2020-09-03T17:48:24.868" v="2170" actId="1076"/>
          <ac:spMkLst>
            <pc:docMk/>
            <pc:sldMk cId="0" sldId="335"/>
            <ac:spMk id="9" creationId="{CBE2C662-4105-46CB-A736-556796003A31}"/>
          </ac:spMkLst>
        </pc:spChg>
        <pc:spChg chg="mod">
          <ac:chgData name="Marco Sanches" userId="301bf0f768bc15fc" providerId="LiveId" clId="{F4238A5F-677D-43C0-B2D3-BFD989BC97CF}" dt="2020-09-02T15:44:51.961" v="125" actId="1076"/>
          <ac:spMkLst>
            <pc:docMk/>
            <pc:sldMk cId="0" sldId="335"/>
            <ac:spMk id="11" creationId="{F2A3A86C-2424-4CDA-B6BB-90891CD8FDC4}"/>
          </ac:spMkLst>
        </pc:spChg>
        <pc:spChg chg="del mod">
          <ac:chgData name="Marco Sanches" userId="301bf0f768bc15fc" providerId="LiveId" clId="{F4238A5F-677D-43C0-B2D3-BFD989BC97CF}" dt="2020-09-02T15:45:21.195" v="134" actId="478"/>
          <ac:spMkLst>
            <pc:docMk/>
            <pc:sldMk cId="0" sldId="335"/>
            <ac:spMk id="12" creationId="{57F2523F-4679-4F90-958D-8DD2835D4274}"/>
          </ac:spMkLst>
        </pc:spChg>
        <pc:spChg chg="mod">
          <ac:chgData name="Marco Sanches" userId="301bf0f768bc15fc" providerId="LiveId" clId="{F4238A5F-677D-43C0-B2D3-BFD989BC97CF}" dt="2020-09-02T15:43:48.843" v="109" actId="1076"/>
          <ac:spMkLst>
            <pc:docMk/>
            <pc:sldMk cId="0" sldId="335"/>
            <ac:spMk id="15" creationId="{E87F8B2E-C5DC-4DA9-B925-27D6F95C2753}"/>
          </ac:spMkLst>
        </pc:spChg>
        <pc:spChg chg="mod">
          <ac:chgData name="Marco Sanches" userId="301bf0f768bc15fc" providerId="LiveId" clId="{F4238A5F-677D-43C0-B2D3-BFD989BC97CF}" dt="2020-09-02T15:43:02.739" v="96" actId="1076"/>
          <ac:spMkLst>
            <pc:docMk/>
            <pc:sldMk cId="0" sldId="335"/>
            <ac:spMk id="23" creationId="{34A1B3DF-0658-4BCF-968D-CD1427522D27}"/>
          </ac:spMkLst>
        </pc:spChg>
        <pc:spChg chg="mod">
          <ac:chgData name="Marco Sanches" userId="301bf0f768bc15fc" providerId="LiveId" clId="{F4238A5F-677D-43C0-B2D3-BFD989BC97CF}" dt="2020-09-03T17:49:32.589" v="2182" actId="1076"/>
          <ac:spMkLst>
            <pc:docMk/>
            <pc:sldMk cId="0" sldId="335"/>
            <ac:spMk id="29" creationId="{9A86B037-39D3-4E87-96CA-588CA63E115C}"/>
          </ac:spMkLst>
        </pc:spChg>
        <pc:spChg chg="mod">
          <ac:chgData name="Marco Sanches" userId="301bf0f768bc15fc" providerId="LiveId" clId="{F4238A5F-677D-43C0-B2D3-BFD989BC97CF}" dt="2020-09-03T17:48:32.761" v="2172" actId="1076"/>
          <ac:spMkLst>
            <pc:docMk/>
            <pc:sldMk cId="0" sldId="335"/>
            <ac:spMk id="31" creationId="{205AB66B-DF89-4852-B5F2-FFE42595F808}"/>
          </ac:spMkLst>
        </pc:spChg>
        <pc:spChg chg="mod">
          <ac:chgData name="Marco Sanches" userId="301bf0f768bc15fc" providerId="LiveId" clId="{F4238A5F-677D-43C0-B2D3-BFD989BC97CF}" dt="2020-09-04T10:48:57.946" v="2833" actId="1076"/>
          <ac:spMkLst>
            <pc:docMk/>
            <pc:sldMk cId="0" sldId="335"/>
            <ac:spMk id="32" creationId="{76D0A33C-DF86-4E19-9B0F-7A1CEF8F3C51}"/>
          </ac:spMkLst>
        </pc:spChg>
        <pc:spChg chg="mod">
          <ac:chgData name="Marco Sanches" userId="301bf0f768bc15fc" providerId="LiveId" clId="{F4238A5F-677D-43C0-B2D3-BFD989BC97CF}" dt="2020-09-02T15:42:07.350" v="85" actId="1076"/>
          <ac:spMkLst>
            <pc:docMk/>
            <pc:sldMk cId="0" sldId="335"/>
            <ac:spMk id="33" creationId="{63B81E2F-6310-435A-AC2A-B12AC051FFA9}"/>
          </ac:spMkLst>
        </pc:spChg>
        <pc:spChg chg="mod">
          <ac:chgData name="Marco Sanches" userId="301bf0f768bc15fc" providerId="LiveId" clId="{F4238A5F-677D-43C0-B2D3-BFD989BC97CF}" dt="2020-09-02T15:42:07.350" v="85" actId="1076"/>
          <ac:spMkLst>
            <pc:docMk/>
            <pc:sldMk cId="0" sldId="335"/>
            <ac:spMk id="34" creationId="{B13FE8EF-C431-4F20-9CF4-8083E9A0BB91}"/>
          </ac:spMkLst>
        </pc:spChg>
        <pc:spChg chg="add mod">
          <ac:chgData name="Marco Sanches" userId="301bf0f768bc15fc" providerId="LiveId" clId="{F4238A5F-677D-43C0-B2D3-BFD989BC97CF}" dt="2020-09-02T15:45:01.980" v="129" actId="20577"/>
          <ac:spMkLst>
            <pc:docMk/>
            <pc:sldMk cId="0" sldId="335"/>
            <ac:spMk id="35" creationId="{8B9C08FD-AE0A-41DD-9CC2-85B0A6C89D81}"/>
          </ac:spMkLst>
        </pc:spChg>
        <pc:spChg chg="mod">
          <ac:chgData name="Marco Sanches" userId="301bf0f768bc15fc" providerId="LiveId" clId="{F4238A5F-677D-43C0-B2D3-BFD989BC97CF}" dt="2020-09-02T15:42:48.773" v="93" actId="1076"/>
          <ac:spMkLst>
            <pc:docMk/>
            <pc:sldMk cId="0" sldId="335"/>
            <ac:spMk id="36" creationId="{D936D894-A7AC-4A5E-BCA9-C2FBC5F08E05}"/>
          </ac:spMkLst>
        </pc:spChg>
        <pc:spChg chg="mod">
          <ac:chgData name="Marco Sanches" userId="301bf0f768bc15fc" providerId="LiveId" clId="{F4238A5F-677D-43C0-B2D3-BFD989BC97CF}" dt="2020-09-03T17:49:36.962" v="2183" actId="1076"/>
          <ac:spMkLst>
            <pc:docMk/>
            <pc:sldMk cId="0" sldId="335"/>
            <ac:spMk id="37" creationId="{0B2BA071-B794-44A8-905B-0DDDBBAD4999}"/>
          </ac:spMkLst>
        </pc:spChg>
        <pc:spChg chg="del mod">
          <ac:chgData name="Marco Sanches" userId="301bf0f768bc15fc" providerId="LiveId" clId="{F4238A5F-677D-43C0-B2D3-BFD989BC97CF}" dt="2020-09-02T15:43:33.097" v="107" actId="478"/>
          <ac:spMkLst>
            <pc:docMk/>
            <pc:sldMk cId="0" sldId="335"/>
            <ac:spMk id="38" creationId="{625B111F-E3C6-4025-8BF6-60F617A584F6}"/>
          </ac:spMkLst>
        </pc:spChg>
        <pc:spChg chg="mod">
          <ac:chgData name="Marco Sanches" userId="301bf0f768bc15fc" providerId="LiveId" clId="{F4238A5F-677D-43C0-B2D3-BFD989BC97CF}" dt="2020-09-02T15:38:15.602" v="51" actId="207"/>
          <ac:spMkLst>
            <pc:docMk/>
            <pc:sldMk cId="0" sldId="335"/>
            <ac:spMk id="31746" creationId="{75F1BEB6-A598-46BD-A261-76CAFAAF0915}"/>
          </ac:spMkLst>
        </pc:spChg>
        <pc:spChg chg="mod">
          <ac:chgData name="Marco Sanches" userId="301bf0f768bc15fc" providerId="LiveId" clId="{F4238A5F-677D-43C0-B2D3-BFD989BC97CF}" dt="2020-09-03T17:49:18.907" v="2181" actId="20577"/>
          <ac:spMkLst>
            <pc:docMk/>
            <pc:sldMk cId="0" sldId="335"/>
            <ac:spMk id="31747" creationId="{0CD27245-010B-4C7F-B19D-1ACC2789365A}"/>
          </ac:spMkLst>
        </pc:spChg>
        <pc:spChg chg="mod">
          <ac:chgData name="Marco Sanches" userId="301bf0f768bc15fc" providerId="LiveId" clId="{F4238A5F-677D-43C0-B2D3-BFD989BC97CF}" dt="2020-09-04T12:25:30.781" v="2969" actId="20577"/>
          <ac:spMkLst>
            <pc:docMk/>
            <pc:sldMk cId="0" sldId="335"/>
            <ac:spMk id="31748" creationId="{9BA86307-4FAF-4C58-AA6E-B43C2BD81483}"/>
          </ac:spMkLst>
        </pc:spChg>
        <pc:spChg chg="mod">
          <ac:chgData name="Marco Sanches" userId="301bf0f768bc15fc" providerId="LiveId" clId="{F4238A5F-677D-43C0-B2D3-BFD989BC97CF}" dt="2020-09-02T15:45:54.473" v="164" actId="1038"/>
          <ac:spMkLst>
            <pc:docMk/>
            <pc:sldMk cId="0" sldId="335"/>
            <ac:spMk id="31749" creationId="{53CC08B4-5D3F-4F62-B9CF-ED38058A2D10}"/>
          </ac:spMkLst>
        </pc:spChg>
        <pc:spChg chg="mod">
          <ac:chgData name="Marco Sanches" userId="301bf0f768bc15fc" providerId="LiveId" clId="{F4238A5F-677D-43C0-B2D3-BFD989BC97CF}" dt="2020-09-02T15:46:01.202" v="165" actId="1076"/>
          <ac:spMkLst>
            <pc:docMk/>
            <pc:sldMk cId="0" sldId="335"/>
            <ac:spMk id="31750" creationId="{021084E6-6238-4056-82C8-A0568D4BC684}"/>
          </ac:spMkLst>
        </pc:spChg>
        <pc:spChg chg="mod">
          <ac:chgData name="Marco Sanches" userId="301bf0f768bc15fc" providerId="LiveId" clId="{F4238A5F-677D-43C0-B2D3-BFD989BC97CF}" dt="2020-09-02T15:45:54.473" v="164" actId="1038"/>
          <ac:spMkLst>
            <pc:docMk/>
            <pc:sldMk cId="0" sldId="335"/>
            <ac:spMk id="31753" creationId="{18B94041-0009-4FF0-8F50-724E771215FE}"/>
          </ac:spMkLst>
        </pc:spChg>
        <pc:spChg chg="mod">
          <ac:chgData name="Marco Sanches" userId="301bf0f768bc15fc" providerId="LiveId" clId="{F4238A5F-677D-43C0-B2D3-BFD989BC97CF}" dt="2020-09-02T15:45:54.473" v="164" actId="1038"/>
          <ac:spMkLst>
            <pc:docMk/>
            <pc:sldMk cId="0" sldId="335"/>
            <ac:spMk id="31754" creationId="{FB7701CC-4DE8-4594-8D1A-1D61A0EF1F14}"/>
          </ac:spMkLst>
        </pc:spChg>
        <pc:spChg chg="mod">
          <ac:chgData name="Marco Sanches" userId="301bf0f768bc15fc" providerId="LiveId" clId="{F4238A5F-677D-43C0-B2D3-BFD989BC97CF}" dt="2020-09-02T15:42:07.350" v="85" actId="1076"/>
          <ac:spMkLst>
            <pc:docMk/>
            <pc:sldMk cId="0" sldId="335"/>
            <ac:spMk id="31756" creationId="{EC3DE3AB-34D3-44CC-8E54-AE84DF418008}"/>
          </ac:spMkLst>
        </pc:spChg>
        <pc:spChg chg="mod">
          <ac:chgData name="Marco Sanches" userId="301bf0f768bc15fc" providerId="LiveId" clId="{F4238A5F-677D-43C0-B2D3-BFD989BC97CF}" dt="2020-09-02T15:45:17.327" v="132" actId="122"/>
          <ac:spMkLst>
            <pc:docMk/>
            <pc:sldMk cId="0" sldId="335"/>
            <ac:spMk id="31757" creationId="{C5D14FE6-50FD-4285-ACB1-6120407D0450}"/>
          </ac:spMkLst>
        </pc:spChg>
        <pc:spChg chg="mod">
          <ac:chgData name="Marco Sanches" userId="301bf0f768bc15fc" providerId="LiveId" clId="{F4238A5F-677D-43C0-B2D3-BFD989BC97CF}" dt="2020-09-02T15:42:54.743" v="94" actId="1076"/>
          <ac:spMkLst>
            <pc:docMk/>
            <pc:sldMk cId="0" sldId="335"/>
            <ac:spMk id="31758" creationId="{6598DFEF-D944-428A-9E4F-06717A3918AD}"/>
          </ac:spMkLst>
        </pc:spChg>
        <pc:spChg chg="mod">
          <ac:chgData name="Marco Sanches" userId="301bf0f768bc15fc" providerId="LiveId" clId="{F4238A5F-677D-43C0-B2D3-BFD989BC97CF}" dt="2020-09-02T15:45:14.205" v="131" actId="122"/>
          <ac:spMkLst>
            <pc:docMk/>
            <pc:sldMk cId="0" sldId="335"/>
            <ac:spMk id="31759" creationId="{F4B54785-34F4-44A0-BEF0-2087924B1B79}"/>
          </ac:spMkLst>
        </pc:spChg>
        <pc:spChg chg="mod">
          <ac:chgData name="Marco Sanches" userId="301bf0f768bc15fc" providerId="LiveId" clId="{F4238A5F-677D-43C0-B2D3-BFD989BC97CF}" dt="2020-09-02T15:42:07.350" v="85" actId="1076"/>
          <ac:spMkLst>
            <pc:docMk/>
            <pc:sldMk cId="0" sldId="335"/>
            <ac:spMk id="31761" creationId="{01B0922D-5DFB-4912-99AD-1FC045A7EE78}"/>
          </ac:spMkLst>
        </pc:spChg>
        <pc:spChg chg="mod">
          <ac:chgData name="Marco Sanches" userId="301bf0f768bc15fc" providerId="LiveId" clId="{F4238A5F-677D-43C0-B2D3-BFD989BC97CF}" dt="2020-09-02T15:42:07.350" v="85" actId="1076"/>
          <ac:spMkLst>
            <pc:docMk/>
            <pc:sldMk cId="0" sldId="335"/>
            <ac:spMk id="31762" creationId="{8C0B88EE-012E-45F9-884D-91E9DA012FA1}"/>
          </ac:spMkLst>
        </pc:spChg>
        <pc:spChg chg="mod">
          <ac:chgData name="Marco Sanches" userId="301bf0f768bc15fc" providerId="LiveId" clId="{F4238A5F-677D-43C0-B2D3-BFD989BC97CF}" dt="2020-09-02T15:42:07.350" v="85" actId="1076"/>
          <ac:spMkLst>
            <pc:docMk/>
            <pc:sldMk cId="0" sldId="335"/>
            <ac:spMk id="31763" creationId="{56214FB6-0913-40CA-BDF6-EEA21C01F12E}"/>
          </ac:spMkLst>
        </pc:spChg>
      </pc:sldChg>
      <pc:sldChg chg="addSp delSp modSp mod modAnim">
        <pc:chgData name="Marco Sanches" userId="301bf0f768bc15fc" providerId="LiveId" clId="{F4238A5F-677D-43C0-B2D3-BFD989BC97CF}" dt="2020-09-03T18:26:47.254" v="2806" actId="255"/>
        <pc:sldMkLst>
          <pc:docMk/>
          <pc:sldMk cId="0" sldId="336"/>
        </pc:sldMkLst>
        <pc:spChg chg="mod">
          <ac:chgData name="Marco Sanches" userId="301bf0f768bc15fc" providerId="LiveId" clId="{F4238A5F-677D-43C0-B2D3-BFD989BC97CF}" dt="2020-09-02T15:48:51.123" v="170" actId="1076"/>
          <ac:spMkLst>
            <pc:docMk/>
            <pc:sldMk cId="0" sldId="336"/>
            <ac:spMk id="2" creationId="{EFE37977-AE98-4C3C-89FC-98A87A6638D3}"/>
          </ac:spMkLst>
        </pc:spChg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0" sldId="336"/>
            <ac:spMk id="3" creationId="{72AAF68F-45F8-44E2-83F6-FBEF718D5876}"/>
          </ac:spMkLst>
        </pc:spChg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0" sldId="336"/>
            <ac:spMk id="4" creationId="{50BDC989-96DB-4094-BA7B-7B100BE0E097}"/>
          </ac:spMkLst>
        </pc:spChg>
        <pc:spChg chg="add mod ord">
          <ac:chgData name="Marco Sanches" userId="301bf0f768bc15fc" providerId="LiveId" clId="{F4238A5F-677D-43C0-B2D3-BFD989BC97CF}" dt="2020-09-02T15:51:18.157" v="180" actId="164"/>
          <ac:spMkLst>
            <pc:docMk/>
            <pc:sldMk cId="0" sldId="336"/>
            <ac:spMk id="9" creationId="{0E83253C-488C-4AD9-A99A-4D28152B6084}"/>
          </ac:spMkLst>
        </pc:spChg>
        <pc:spChg chg="mod">
          <ac:chgData name="Marco Sanches" userId="301bf0f768bc15fc" providerId="LiveId" clId="{F4238A5F-677D-43C0-B2D3-BFD989BC97CF}" dt="2020-09-02T15:38:01.551" v="46"/>
          <ac:spMkLst>
            <pc:docMk/>
            <pc:sldMk cId="0" sldId="336"/>
            <ac:spMk id="32770" creationId="{748EFF34-9300-4E7E-8EDB-134F3FC9205D}"/>
          </ac:spMkLst>
        </pc:spChg>
        <pc:spChg chg="mod">
          <ac:chgData name="Marco Sanches" userId="301bf0f768bc15fc" providerId="LiveId" clId="{F4238A5F-677D-43C0-B2D3-BFD989BC97CF}" dt="2020-09-03T18:26:47.254" v="2806" actId="255"/>
          <ac:spMkLst>
            <pc:docMk/>
            <pc:sldMk cId="0" sldId="336"/>
            <ac:spMk id="32771" creationId="{9F094EE3-3093-4DD5-BC96-5B2FEDD5DC0A}"/>
          </ac:spMkLst>
        </pc:spChg>
        <pc:grpChg chg="add mod">
          <ac:chgData name="Marco Sanches" userId="301bf0f768bc15fc" providerId="LiveId" clId="{F4238A5F-677D-43C0-B2D3-BFD989BC97CF}" dt="2020-09-02T17:22:04.338" v="920" actId="164"/>
          <ac:grpSpMkLst>
            <pc:docMk/>
            <pc:sldMk cId="0" sldId="336"/>
            <ac:grpSpMk id="4" creationId="{610D61A1-E17F-4291-AC21-80FD011E4532}"/>
          </ac:grpSpMkLst>
        </pc:grpChg>
        <pc:grpChg chg="add mod">
          <ac:chgData name="Marco Sanches" userId="301bf0f768bc15fc" providerId="LiveId" clId="{F4238A5F-677D-43C0-B2D3-BFD989BC97CF}" dt="2020-09-02T17:22:04.338" v="920" actId="164"/>
          <ac:grpSpMkLst>
            <pc:docMk/>
            <pc:sldMk cId="0" sldId="336"/>
            <ac:grpSpMk id="10" creationId="{A41F0A97-7A9B-44EB-A2E8-071AB81BECB4}"/>
          </ac:grpSpMkLst>
        </pc:grpChg>
        <pc:picChg chg="add mod">
          <ac:chgData name="Marco Sanches" userId="301bf0f768bc15fc" providerId="LiveId" clId="{F4238A5F-677D-43C0-B2D3-BFD989BC97CF}" dt="2020-09-02T17:22:04.338" v="920" actId="164"/>
          <ac:picMkLst>
            <pc:docMk/>
            <pc:sldMk cId="0" sldId="336"/>
            <ac:picMk id="3" creationId="{2910CAE1-A3A5-4B73-BE98-862B924D27CE}"/>
          </ac:picMkLst>
        </pc:picChg>
        <pc:picChg chg="add del mod">
          <ac:chgData name="Marco Sanches" userId="301bf0f768bc15fc" providerId="LiveId" clId="{F4238A5F-677D-43C0-B2D3-BFD989BC97CF}" dt="2020-09-02T17:21:55.648" v="917" actId="478"/>
          <ac:picMkLst>
            <pc:docMk/>
            <pc:sldMk cId="0" sldId="336"/>
            <ac:picMk id="5" creationId="{41EBCB15-226D-4673-9FEA-BDA1BBA479DA}"/>
          </ac:picMkLst>
        </pc:picChg>
        <pc:picChg chg="add mod">
          <ac:chgData name="Marco Sanches" userId="301bf0f768bc15fc" providerId="LiveId" clId="{F4238A5F-677D-43C0-B2D3-BFD989BC97CF}" dt="2020-09-02T17:22:22.890" v="924" actId="1076"/>
          <ac:picMkLst>
            <pc:docMk/>
            <pc:sldMk cId="0" sldId="336"/>
            <ac:picMk id="8" creationId="{4452E9E0-1621-4F77-8B4A-CD33ADA0B52C}"/>
          </ac:picMkLst>
        </pc:picChg>
      </pc:sldChg>
      <pc:sldChg chg="addSp delSp modSp mod">
        <pc:chgData name="Marco Sanches" userId="301bf0f768bc15fc" providerId="LiveId" clId="{F4238A5F-677D-43C0-B2D3-BFD989BC97CF}" dt="2020-09-04T12:30:44.079" v="2972" actId="1036"/>
        <pc:sldMkLst>
          <pc:docMk/>
          <pc:sldMk cId="0" sldId="337"/>
        </pc:sldMkLst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0" sldId="337"/>
            <ac:spMk id="2" creationId="{DE6F3F48-85F7-4D45-8FF5-2C8B9EA75110}"/>
          </ac:spMkLst>
        </pc:spChg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0" sldId="337"/>
            <ac:spMk id="3" creationId="{E1FA856D-9708-4621-8B97-D4A16DE23263}"/>
          </ac:spMkLst>
        </pc:spChg>
        <pc:spChg chg="mod">
          <ac:chgData name="Marco Sanches" userId="301bf0f768bc15fc" providerId="LiveId" clId="{F4238A5F-677D-43C0-B2D3-BFD989BC97CF}" dt="2020-09-02T16:05:43.030" v="487" actId="14100"/>
          <ac:spMkLst>
            <pc:docMk/>
            <pc:sldMk cId="0" sldId="337"/>
            <ac:spMk id="9" creationId="{6F886B0E-4629-442A-80AE-BF34B6FBE3F8}"/>
          </ac:spMkLst>
        </pc:spChg>
        <pc:spChg chg="mod">
          <ac:chgData name="Marco Sanches" userId="301bf0f768bc15fc" providerId="LiveId" clId="{F4238A5F-677D-43C0-B2D3-BFD989BC97CF}" dt="2020-09-02T16:03:30.488" v="451" actId="478"/>
          <ac:spMkLst>
            <pc:docMk/>
            <pc:sldMk cId="0" sldId="337"/>
            <ac:spMk id="45" creationId="{4708282D-534E-45E8-927B-F6BFF6AFE5C3}"/>
          </ac:spMkLst>
        </pc:spChg>
        <pc:spChg chg="add mod">
          <ac:chgData name="Marco Sanches" userId="301bf0f768bc15fc" providerId="LiveId" clId="{F4238A5F-677D-43C0-B2D3-BFD989BC97CF}" dt="2020-09-03T18:22:50.990" v="2503" actId="14100"/>
          <ac:spMkLst>
            <pc:docMk/>
            <pc:sldMk cId="0" sldId="337"/>
            <ac:spMk id="47" creationId="{4AFD92AF-5EC1-4066-85CF-54C0D9F3C480}"/>
          </ac:spMkLst>
        </pc:spChg>
        <pc:spChg chg="add mod">
          <ac:chgData name="Marco Sanches" userId="301bf0f768bc15fc" providerId="LiveId" clId="{F4238A5F-677D-43C0-B2D3-BFD989BC97CF}" dt="2020-09-03T17:51:39.171" v="2199" actId="1035"/>
          <ac:spMkLst>
            <pc:docMk/>
            <pc:sldMk cId="0" sldId="337"/>
            <ac:spMk id="50" creationId="{E3A6A00A-4763-44BE-9DA6-76C5130F9E86}"/>
          </ac:spMkLst>
        </pc:spChg>
        <pc:spChg chg="add mod">
          <ac:chgData name="Marco Sanches" userId="301bf0f768bc15fc" providerId="LiveId" clId="{F4238A5F-677D-43C0-B2D3-BFD989BC97CF}" dt="2020-09-03T17:55:58.092" v="2307" actId="1076"/>
          <ac:spMkLst>
            <pc:docMk/>
            <pc:sldMk cId="0" sldId="337"/>
            <ac:spMk id="60" creationId="{49D38BAC-7B60-4C92-B8F5-3B4716C377CC}"/>
          </ac:spMkLst>
        </pc:spChg>
        <pc:spChg chg="del mod">
          <ac:chgData name="Marco Sanches" userId="301bf0f768bc15fc" providerId="LiveId" clId="{F4238A5F-677D-43C0-B2D3-BFD989BC97CF}" dt="2020-09-02T16:04:23.097" v="462" actId="478"/>
          <ac:spMkLst>
            <pc:docMk/>
            <pc:sldMk cId="0" sldId="337"/>
            <ac:spMk id="63" creationId="{3C04C330-1C46-43A3-971B-D2F8167FFFAC}"/>
          </ac:spMkLst>
        </pc:spChg>
        <pc:spChg chg="add del mod">
          <ac:chgData name="Marco Sanches" userId="301bf0f768bc15fc" providerId="LiveId" clId="{F4238A5F-677D-43C0-B2D3-BFD989BC97CF}" dt="2020-09-02T16:04:21.944" v="461" actId="478"/>
          <ac:spMkLst>
            <pc:docMk/>
            <pc:sldMk cId="0" sldId="337"/>
            <ac:spMk id="76" creationId="{20CAB41C-61A2-4424-BA23-58EC5D986905}"/>
          </ac:spMkLst>
        </pc:spChg>
        <pc:spChg chg="mod">
          <ac:chgData name="Marco Sanches" userId="301bf0f768bc15fc" providerId="LiveId" clId="{F4238A5F-677D-43C0-B2D3-BFD989BC97CF}" dt="2020-09-02T16:04:31.739" v="468" actId="571"/>
          <ac:spMkLst>
            <pc:docMk/>
            <pc:sldMk cId="0" sldId="337"/>
            <ac:spMk id="78" creationId="{A621CB68-3EC3-4ED3-B4F5-28B2FF5CC16B}"/>
          </ac:spMkLst>
        </pc:spChg>
        <pc:spChg chg="mod">
          <ac:chgData name="Marco Sanches" userId="301bf0f768bc15fc" providerId="LiveId" clId="{F4238A5F-677D-43C0-B2D3-BFD989BC97CF}" dt="2020-09-02T16:04:31.739" v="468" actId="571"/>
          <ac:spMkLst>
            <pc:docMk/>
            <pc:sldMk cId="0" sldId="337"/>
            <ac:spMk id="79" creationId="{A607790F-7939-493E-8ADA-D4A2AC8B53DC}"/>
          </ac:spMkLst>
        </pc:spChg>
        <pc:spChg chg="mod">
          <ac:chgData name="Marco Sanches" userId="301bf0f768bc15fc" providerId="LiveId" clId="{F4238A5F-677D-43C0-B2D3-BFD989BC97CF}" dt="2020-09-02T16:04:31.739" v="468" actId="571"/>
          <ac:spMkLst>
            <pc:docMk/>
            <pc:sldMk cId="0" sldId="337"/>
            <ac:spMk id="80" creationId="{D89DFEEB-39E5-487C-AE60-CA373354F292}"/>
          </ac:spMkLst>
        </pc:spChg>
        <pc:spChg chg="mod">
          <ac:chgData name="Marco Sanches" userId="301bf0f768bc15fc" providerId="LiveId" clId="{F4238A5F-677D-43C0-B2D3-BFD989BC97CF}" dt="2020-09-02T16:04:48.946" v="474" actId="20577"/>
          <ac:spMkLst>
            <pc:docMk/>
            <pc:sldMk cId="0" sldId="337"/>
            <ac:spMk id="81" creationId="{AA018257-8E6B-428B-B942-21C4144C8CF2}"/>
          </ac:spMkLst>
        </pc:spChg>
        <pc:spChg chg="mod">
          <ac:chgData name="Marco Sanches" userId="301bf0f768bc15fc" providerId="LiveId" clId="{F4238A5F-677D-43C0-B2D3-BFD989BC97CF}" dt="2020-09-02T16:04:34.076" v="469" actId="571"/>
          <ac:spMkLst>
            <pc:docMk/>
            <pc:sldMk cId="0" sldId="337"/>
            <ac:spMk id="83" creationId="{C5B49AB5-7606-439D-84A5-A24F468A5BF8}"/>
          </ac:spMkLst>
        </pc:spChg>
        <pc:spChg chg="mod">
          <ac:chgData name="Marco Sanches" userId="301bf0f768bc15fc" providerId="LiveId" clId="{F4238A5F-677D-43C0-B2D3-BFD989BC97CF}" dt="2020-09-02T16:04:34.076" v="469" actId="571"/>
          <ac:spMkLst>
            <pc:docMk/>
            <pc:sldMk cId="0" sldId="337"/>
            <ac:spMk id="84" creationId="{EFD91C01-3BD0-4929-BD01-7FBD76B04C04}"/>
          </ac:spMkLst>
        </pc:spChg>
        <pc:spChg chg="mod">
          <ac:chgData name="Marco Sanches" userId="301bf0f768bc15fc" providerId="LiveId" clId="{F4238A5F-677D-43C0-B2D3-BFD989BC97CF}" dt="2020-09-02T16:04:34.076" v="469" actId="571"/>
          <ac:spMkLst>
            <pc:docMk/>
            <pc:sldMk cId="0" sldId="337"/>
            <ac:spMk id="85" creationId="{B124A0E3-8D7A-4E87-9C16-5FEBA3550EFD}"/>
          </ac:spMkLst>
        </pc:spChg>
        <pc:spChg chg="mod">
          <ac:chgData name="Marco Sanches" userId="301bf0f768bc15fc" providerId="LiveId" clId="{F4238A5F-677D-43C0-B2D3-BFD989BC97CF}" dt="2020-09-02T16:04:34.076" v="469" actId="571"/>
          <ac:spMkLst>
            <pc:docMk/>
            <pc:sldMk cId="0" sldId="337"/>
            <ac:spMk id="86" creationId="{E5E4FAC7-01F1-438B-8EBE-9B4C6EF00E74}"/>
          </ac:spMkLst>
        </pc:spChg>
        <pc:spChg chg="add del mod">
          <ac:chgData name="Marco Sanches" userId="301bf0f768bc15fc" providerId="LiveId" clId="{F4238A5F-677D-43C0-B2D3-BFD989BC97CF}" dt="2020-09-02T16:05:47.306" v="489" actId="478"/>
          <ac:spMkLst>
            <pc:docMk/>
            <pc:sldMk cId="0" sldId="337"/>
            <ac:spMk id="87" creationId="{F717233C-F9F7-40E9-A044-E5ADF9F2A749}"/>
          </ac:spMkLst>
        </pc:spChg>
        <pc:spChg chg="add del mod">
          <ac:chgData name="Marco Sanches" userId="301bf0f768bc15fc" providerId="LiveId" clId="{F4238A5F-677D-43C0-B2D3-BFD989BC97CF}" dt="2020-09-02T16:05:49.490" v="491" actId="478"/>
          <ac:spMkLst>
            <pc:docMk/>
            <pc:sldMk cId="0" sldId="337"/>
            <ac:spMk id="88" creationId="{25EC01F5-AC68-410A-83D9-0476BF297D2D}"/>
          </ac:spMkLst>
        </pc:spChg>
        <pc:spChg chg="mod">
          <ac:chgData name="Marco Sanches" userId="301bf0f768bc15fc" providerId="LiveId" clId="{F4238A5F-677D-43C0-B2D3-BFD989BC97CF}" dt="2020-09-02T16:06:05.581" v="495" actId="6549"/>
          <ac:spMkLst>
            <pc:docMk/>
            <pc:sldMk cId="0" sldId="337"/>
            <ac:spMk id="93" creationId="{E4509A6C-549F-4A3E-ACD8-78D55E6BE79E}"/>
          </ac:spMkLst>
        </pc:spChg>
        <pc:spChg chg="mod">
          <ac:chgData name="Marco Sanches" userId="301bf0f768bc15fc" providerId="LiveId" clId="{F4238A5F-677D-43C0-B2D3-BFD989BC97CF}" dt="2020-09-02T16:06:01.152" v="493" actId="571"/>
          <ac:spMkLst>
            <pc:docMk/>
            <pc:sldMk cId="0" sldId="337"/>
            <ac:spMk id="94" creationId="{9EC0C065-5BFB-4B2C-A429-AA00D08A2492}"/>
          </ac:spMkLst>
        </pc:spChg>
        <pc:spChg chg="mod">
          <ac:chgData name="Marco Sanches" userId="301bf0f768bc15fc" providerId="LiveId" clId="{F4238A5F-677D-43C0-B2D3-BFD989BC97CF}" dt="2020-09-02T16:06:01.152" v="493" actId="571"/>
          <ac:spMkLst>
            <pc:docMk/>
            <pc:sldMk cId="0" sldId="337"/>
            <ac:spMk id="95" creationId="{7AAE0275-4419-45F7-A1DA-DDEFA9AEC3FE}"/>
          </ac:spMkLst>
        </pc:spChg>
        <pc:spChg chg="mod">
          <ac:chgData name="Marco Sanches" userId="301bf0f768bc15fc" providerId="LiveId" clId="{F4238A5F-677D-43C0-B2D3-BFD989BC97CF}" dt="2020-09-02T16:06:01.152" v="493" actId="571"/>
          <ac:spMkLst>
            <pc:docMk/>
            <pc:sldMk cId="0" sldId="337"/>
            <ac:spMk id="96" creationId="{E98FFC00-E740-4573-9B41-37BCB3A0B551}"/>
          </ac:spMkLst>
        </pc:spChg>
        <pc:spChg chg="mod">
          <ac:chgData name="Marco Sanches" userId="301bf0f768bc15fc" providerId="LiveId" clId="{F4238A5F-677D-43C0-B2D3-BFD989BC97CF}" dt="2020-09-02T16:06:09.892" v="497" actId="20577"/>
          <ac:spMkLst>
            <pc:docMk/>
            <pc:sldMk cId="0" sldId="337"/>
            <ac:spMk id="97" creationId="{B97B7C70-5E96-4FC0-89A7-5267596D3A7C}"/>
          </ac:spMkLst>
        </pc:spChg>
        <pc:spChg chg="mod">
          <ac:chgData name="Marco Sanches" userId="301bf0f768bc15fc" providerId="LiveId" clId="{F4238A5F-677D-43C0-B2D3-BFD989BC97CF}" dt="2020-09-02T16:06:12.853" v="499" actId="20577"/>
          <ac:spMkLst>
            <pc:docMk/>
            <pc:sldMk cId="0" sldId="337"/>
            <ac:spMk id="100" creationId="{C2750EF3-9A8E-4143-A446-055E4D94E2AB}"/>
          </ac:spMkLst>
        </pc:spChg>
        <pc:spChg chg="mod">
          <ac:chgData name="Marco Sanches" userId="301bf0f768bc15fc" providerId="LiveId" clId="{F4238A5F-677D-43C0-B2D3-BFD989BC97CF}" dt="2020-09-02T16:06:03.119" v="494" actId="571"/>
          <ac:spMkLst>
            <pc:docMk/>
            <pc:sldMk cId="0" sldId="337"/>
            <ac:spMk id="101" creationId="{FF3CD857-F75D-4489-BE31-F3B954F372C5}"/>
          </ac:spMkLst>
        </pc:spChg>
        <pc:spChg chg="mod">
          <ac:chgData name="Marco Sanches" userId="301bf0f768bc15fc" providerId="LiveId" clId="{F4238A5F-677D-43C0-B2D3-BFD989BC97CF}" dt="2020-09-02T16:06:03.119" v="494" actId="571"/>
          <ac:spMkLst>
            <pc:docMk/>
            <pc:sldMk cId="0" sldId="337"/>
            <ac:spMk id="102" creationId="{3A96315E-AB2D-49CE-9643-9D743C408E7A}"/>
          </ac:spMkLst>
        </pc:spChg>
        <pc:spChg chg="mod">
          <ac:chgData name="Marco Sanches" userId="301bf0f768bc15fc" providerId="LiveId" clId="{F4238A5F-677D-43C0-B2D3-BFD989BC97CF}" dt="2020-09-02T16:06:03.119" v="494" actId="571"/>
          <ac:spMkLst>
            <pc:docMk/>
            <pc:sldMk cId="0" sldId="337"/>
            <ac:spMk id="103" creationId="{3E2AD0D8-330F-42DD-B43E-B27EF9DD2074}"/>
          </ac:spMkLst>
        </pc:spChg>
        <pc:spChg chg="mod">
          <ac:chgData name="Marco Sanches" userId="301bf0f768bc15fc" providerId="LiveId" clId="{F4238A5F-677D-43C0-B2D3-BFD989BC97CF}" dt="2020-09-02T16:06:16.004" v="501" actId="20577"/>
          <ac:spMkLst>
            <pc:docMk/>
            <pc:sldMk cId="0" sldId="337"/>
            <ac:spMk id="104" creationId="{6AECFADF-3CE6-480C-A244-85E6D1EC16B6}"/>
          </ac:spMkLst>
        </pc:spChg>
        <pc:spChg chg="mod">
          <ac:chgData name="Marco Sanches" userId="301bf0f768bc15fc" providerId="LiveId" clId="{F4238A5F-677D-43C0-B2D3-BFD989BC97CF}" dt="2020-09-02T15:51:49.381" v="185" actId="27636"/>
          <ac:spMkLst>
            <pc:docMk/>
            <pc:sldMk cId="0" sldId="337"/>
            <ac:spMk id="33794" creationId="{000F6E22-3631-43E2-8014-555C8F8FDDE9}"/>
          </ac:spMkLst>
        </pc:spChg>
        <pc:spChg chg="mod">
          <ac:chgData name="Marco Sanches" userId="301bf0f768bc15fc" providerId="LiveId" clId="{F4238A5F-677D-43C0-B2D3-BFD989BC97CF}" dt="2020-09-04T10:50:00.907" v="2835" actId="14100"/>
          <ac:spMkLst>
            <pc:docMk/>
            <pc:sldMk cId="0" sldId="337"/>
            <ac:spMk id="33795" creationId="{0990203E-159B-4CCD-AE27-36E0A67D5255}"/>
          </ac:spMkLst>
        </pc:spChg>
        <pc:spChg chg="mod">
          <ac:chgData name="Marco Sanches" userId="301bf0f768bc15fc" providerId="LiveId" clId="{F4238A5F-677D-43C0-B2D3-BFD989BC97CF}" dt="2020-09-03T18:25:23.349" v="2777" actId="1036"/>
          <ac:spMkLst>
            <pc:docMk/>
            <pc:sldMk cId="0" sldId="337"/>
            <ac:spMk id="33796" creationId="{A18F3230-806F-4C06-A4E0-58F1947C70E0}"/>
          </ac:spMkLst>
        </pc:spChg>
        <pc:spChg chg="mod">
          <ac:chgData name="Marco Sanches" userId="301bf0f768bc15fc" providerId="LiveId" clId="{F4238A5F-677D-43C0-B2D3-BFD989BC97CF}" dt="2020-09-03T18:25:23.349" v="2777" actId="1036"/>
          <ac:spMkLst>
            <pc:docMk/>
            <pc:sldMk cId="0" sldId="337"/>
            <ac:spMk id="33797" creationId="{7A38AF80-DA0D-4D42-BC3E-0E423D5939DE}"/>
          </ac:spMkLst>
        </pc:spChg>
        <pc:spChg chg="mod">
          <ac:chgData name="Marco Sanches" userId="301bf0f768bc15fc" providerId="LiveId" clId="{F4238A5F-677D-43C0-B2D3-BFD989BC97CF}" dt="2020-09-03T18:25:57.525" v="2799" actId="1036"/>
          <ac:spMkLst>
            <pc:docMk/>
            <pc:sldMk cId="0" sldId="337"/>
            <ac:spMk id="33798" creationId="{B1635D83-BD08-41A6-816B-20A0DBAA8D8A}"/>
          </ac:spMkLst>
        </pc:spChg>
        <pc:spChg chg="mod">
          <ac:chgData name="Marco Sanches" userId="301bf0f768bc15fc" providerId="LiveId" clId="{F4238A5F-677D-43C0-B2D3-BFD989BC97CF}" dt="2020-09-03T18:25:57.525" v="2799" actId="1036"/>
          <ac:spMkLst>
            <pc:docMk/>
            <pc:sldMk cId="0" sldId="337"/>
            <ac:spMk id="33799" creationId="{D7FC1765-4BAD-4B28-98DB-90442480D92C}"/>
          </ac:spMkLst>
        </pc:spChg>
        <pc:spChg chg="mod">
          <ac:chgData name="Marco Sanches" userId="301bf0f768bc15fc" providerId="LiveId" clId="{F4238A5F-677D-43C0-B2D3-BFD989BC97CF}" dt="2020-09-04T10:50:35.729" v="2837" actId="20577"/>
          <ac:spMkLst>
            <pc:docMk/>
            <pc:sldMk cId="0" sldId="337"/>
            <ac:spMk id="33800" creationId="{A530E993-B2C5-42E5-986F-5D908E44B939}"/>
          </ac:spMkLst>
        </pc:spChg>
        <pc:spChg chg="mod">
          <ac:chgData name="Marco Sanches" userId="301bf0f768bc15fc" providerId="LiveId" clId="{F4238A5F-677D-43C0-B2D3-BFD989BC97CF}" dt="2020-09-03T17:52:18.174" v="2205" actId="1076"/>
          <ac:spMkLst>
            <pc:docMk/>
            <pc:sldMk cId="0" sldId="337"/>
            <ac:spMk id="33802" creationId="{27FFE58B-1E2B-4EBD-BB4D-A8D44F81FE76}"/>
          </ac:spMkLst>
        </pc:spChg>
        <pc:spChg chg="mod">
          <ac:chgData name="Marco Sanches" userId="301bf0f768bc15fc" providerId="LiveId" clId="{F4238A5F-677D-43C0-B2D3-BFD989BC97CF}" dt="2020-09-03T18:22:54.432" v="2504" actId="1076"/>
          <ac:spMkLst>
            <pc:docMk/>
            <pc:sldMk cId="0" sldId="337"/>
            <ac:spMk id="33803" creationId="{3F02E578-B2DF-48B3-B25A-AE0C710FD6B5}"/>
          </ac:spMkLst>
        </pc:spChg>
        <pc:spChg chg="mod">
          <ac:chgData name="Marco Sanches" userId="301bf0f768bc15fc" providerId="LiveId" clId="{F4238A5F-677D-43C0-B2D3-BFD989BC97CF}" dt="2020-09-02T16:05:43.030" v="487" actId="14100"/>
          <ac:spMkLst>
            <pc:docMk/>
            <pc:sldMk cId="0" sldId="337"/>
            <ac:spMk id="33805" creationId="{8042B54D-74EC-4B8C-8AF2-2C2097CB12B8}"/>
          </ac:spMkLst>
        </pc:spChg>
        <pc:spChg chg="mod">
          <ac:chgData name="Marco Sanches" userId="301bf0f768bc15fc" providerId="LiveId" clId="{F4238A5F-677D-43C0-B2D3-BFD989BC97CF}" dt="2020-09-02T16:05:43.030" v="487" actId="14100"/>
          <ac:spMkLst>
            <pc:docMk/>
            <pc:sldMk cId="0" sldId="337"/>
            <ac:spMk id="33806" creationId="{AC8B98FA-55CA-4356-AF9C-42555824F5FB}"/>
          </ac:spMkLst>
        </pc:spChg>
        <pc:spChg chg="mod">
          <ac:chgData name="Marco Sanches" userId="301bf0f768bc15fc" providerId="LiveId" clId="{F4238A5F-677D-43C0-B2D3-BFD989BC97CF}" dt="2020-09-02T16:05:43.030" v="487" actId="14100"/>
          <ac:spMkLst>
            <pc:docMk/>
            <pc:sldMk cId="0" sldId="337"/>
            <ac:spMk id="33807" creationId="{8D0EA69F-5A01-41BD-9ED2-E592111343E8}"/>
          </ac:spMkLst>
        </pc:spChg>
        <pc:spChg chg="mod">
          <ac:chgData name="Marco Sanches" userId="301bf0f768bc15fc" providerId="LiveId" clId="{F4238A5F-677D-43C0-B2D3-BFD989BC97CF}" dt="2020-09-02T16:05:56.615" v="492" actId="164"/>
          <ac:spMkLst>
            <pc:docMk/>
            <pc:sldMk cId="0" sldId="337"/>
            <ac:spMk id="33808" creationId="{D1CFF06F-0756-45E7-A616-960C78D1DD7B}"/>
          </ac:spMkLst>
        </pc:spChg>
        <pc:spChg chg="mod">
          <ac:chgData name="Marco Sanches" userId="301bf0f768bc15fc" providerId="LiveId" clId="{F4238A5F-677D-43C0-B2D3-BFD989BC97CF}" dt="2020-09-02T16:06:48.922" v="511" actId="1076"/>
          <ac:spMkLst>
            <pc:docMk/>
            <pc:sldMk cId="0" sldId="337"/>
            <ac:spMk id="33809" creationId="{EF636B03-8A1B-4CCB-83BA-62BAFBBB5FD2}"/>
          </ac:spMkLst>
        </pc:spChg>
        <pc:spChg chg="mod">
          <ac:chgData name="Marco Sanches" userId="301bf0f768bc15fc" providerId="LiveId" clId="{F4238A5F-677D-43C0-B2D3-BFD989BC97CF}" dt="2020-09-03T18:25:51.028" v="2794" actId="1035"/>
          <ac:spMkLst>
            <pc:docMk/>
            <pc:sldMk cId="0" sldId="337"/>
            <ac:spMk id="33810" creationId="{DA7BA16D-67F1-4ECC-A4A8-B958E6D760CB}"/>
          </ac:spMkLst>
        </pc:spChg>
        <pc:spChg chg="mod">
          <ac:chgData name="Marco Sanches" userId="301bf0f768bc15fc" providerId="LiveId" clId="{F4238A5F-677D-43C0-B2D3-BFD989BC97CF}" dt="2020-09-04T12:30:44.079" v="2972" actId="1036"/>
          <ac:spMkLst>
            <pc:docMk/>
            <pc:sldMk cId="0" sldId="337"/>
            <ac:spMk id="33811" creationId="{1BF46DFB-52D4-417C-8AC4-FA2BCDB64454}"/>
          </ac:spMkLst>
        </pc:spChg>
        <pc:spChg chg="mod">
          <ac:chgData name="Marco Sanches" userId="301bf0f768bc15fc" providerId="LiveId" clId="{F4238A5F-677D-43C0-B2D3-BFD989BC97CF}" dt="2020-09-03T18:23:36.928" v="2543" actId="1038"/>
          <ac:spMkLst>
            <pc:docMk/>
            <pc:sldMk cId="0" sldId="337"/>
            <ac:spMk id="33814" creationId="{1E0DAB56-4249-412B-84F6-D0B07659D07F}"/>
          </ac:spMkLst>
        </pc:spChg>
        <pc:spChg chg="mod">
          <ac:chgData name="Marco Sanches" userId="301bf0f768bc15fc" providerId="LiveId" clId="{F4238A5F-677D-43C0-B2D3-BFD989BC97CF}" dt="2020-09-03T18:23:36.928" v="2543" actId="1038"/>
          <ac:spMkLst>
            <pc:docMk/>
            <pc:sldMk cId="0" sldId="337"/>
            <ac:spMk id="33815" creationId="{E5529599-ADFB-4739-AC1E-D834D4DED7DB}"/>
          </ac:spMkLst>
        </pc:spChg>
        <pc:spChg chg="mod">
          <ac:chgData name="Marco Sanches" userId="301bf0f768bc15fc" providerId="LiveId" clId="{F4238A5F-677D-43C0-B2D3-BFD989BC97CF}" dt="2020-09-02T16:06:54.565" v="512" actId="1076"/>
          <ac:spMkLst>
            <pc:docMk/>
            <pc:sldMk cId="0" sldId="337"/>
            <ac:spMk id="33818" creationId="{2F5B0B8A-89FA-4A32-A6F3-024848D02C5B}"/>
          </ac:spMkLst>
        </pc:spChg>
        <pc:spChg chg="mod">
          <ac:chgData name="Marco Sanches" userId="301bf0f768bc15fc" providerId="LiveId" clId="{F4238A5F-677D-43C0-B2D3-BFD989BC97CF}" dt="2020-09-03T18:23:36.928" v="2543" actId="1038"/>
          <ac:spMkLst>
            <pc:docMk/>
            <pc:sldMk cId="0" sldId="337"/>
            <ac:spMk id="33819" creationId="{364B2812-F44D-4B92-BA96-881043DD86EB}"/>
          </ac:spMkLst>
        </pc:spChg>
        <pc:spChg chg="mod">
          <ac:chgData name="Marco Sanches" userId="301bf0f768bc15fc" providerId="LiveId" clId="{F4238A5F-677D-43C0-B2D3-BFD989BC97CF}" dt="2020-09-03T18:23:36.928" v="2543" actId="1038"/>
          <ac:spMkLst>
            <pc:docMk/>
            <pc:sldMk cId="0" sldId="337"/>
            <ac:spMk id="33820" creationId="{5F8844BF-E9E1-4549-B888-628A0DDCD17A}"/>
          </ac:spMkLst>
        </pc:spChg>
        <pc:spChg chg="del mod">
          <ac:chgData name="Marco Sanches" userId="301bf0f768bc15fc" providerId="LiveId" clId="{F4238A5F-677D-43C0-B2D3-BFD989BC97CF}" dt="2020-09-02T16:04:27.309" v="466" actId="478"/>
          <ac:spMkLst>
            <pc:docMk/>
            <pc:sldMk cId="0" sldId="337"/>
            <ac:spMk id="33823" creationId="{FCEBDDE8-1C67-493B-8A7B-81C170A74871}"/>
          </ac:spMkLst>
        </pc:spChg>
        <pc:spChg chg="del mod">
          <ac:chgData name="Marco Sanches" userId="301bf0f768bc15fc" providerId="LiveId" clId="{F4238A5F-677D-43C0-B2D3-BFD989BC97CF}" dt="2020-09-02T16:04:25.926" v="465" actId="478"/>
          <ac:spMkLst>
            <pc:docMk/>
            <pc:sldMk cId="0" sldId="337"/>
            <ac:spMk id="33824" creationId="{F80AFD56-B6F1-4820-840C-4B1B5E3EADD4}"/>
          </ac:spMkLst>
        </pc:spChg>
        <pc:spChg chg="del mod">
          <ac:chgData name="Marco Sanches" userId="301bf0f768bc15fc" providerId="LiveId" clId="{F4238A5F-677D-43C0-B2D3-BFD989BC97CF}" dt="2020-09-02T16:04:27.850" v="467" actId="478"/>
          <ac:spMkLst>
            <pc:docMk/>
            <pc:sldMk cId="0" sldId="337"/>
            <ac:spMk id="33825" creationId="{3704AE4B-6248-4CED-B3FE-92F4FD87FA11}"/>
          </ac:spMkLst>
        </pc:spChg>
        <pc:spChg chg="del mod">
          <ac:chgData name="Marco Sanches" userId="301bf0f768bc15fc" providerId="LiveId" clId="{F4238A5F-677D-43C0-B2D3-BFD989BC97CF}" dt="2020-09-02T16:04:24.420" v="463" actId="478"/>
          <ac:spMkLst>
            <pc:docMk/>
            <pc:sldMk cId="0" sldId="337"/>
            <ac:spMk id="33826" creationId="{0C4F03DE-ADD1-4321-A89F-DFB282C6098F}"/>
          </ac:spMkLst>
        </pc:spChg>
        <pc:spChg chg="mod">
          <ac:chgData name="Marco Sanches" userId="301bf0f768bc15fc" providerId="LiveId" clId="{F4238A5F-677D-43C0-B2D3-BFD989BC97CF}" dt="2020-09-02T16:03:30.488" v="451" actId="478"/>
          <ac:spMkLst>
            <pc:docMk/>
            <pc:sldMk cId="0" sldId="337"/>
            <ac:spMk id="33832" creationId="{A7E89180-D6CE-4F5D-A50B-2560EBCD5D0B}"/>
          </ac:spMkLst>
        </pc:spChg>
        <pc:spChg chg="mod">
          <ac:chgData name="Marco Sanches" userId="301bf0f768bc15fc" providerId="LiveId" clId="{F4238A5F-677D-43C0-B2D3-BFD989BC97CF}" dt="2020-09-02T16:03:30.488" v="451" actId="478"/>
          <ac:spMkLst>
            <pc:docMk/>
            <pc:sldMk cId="0" sldId="337"/>
            <ac:spMk id="33833" creationId="{8B1B3EC6-2869-469D-8690-C92C055DB2CE}"/>
          </ac:spMkLst>
        </pc:spChg>
        <pc:spChg chg="del mod">
          <ac:chgData name="Marco Sanches" userId="301bf0f768bc15fc" providerId="LiveId" clId="{F4238A5F-677D-43C0-B2D3-BFD989BC97CF}" dt="2020-09-02T16:03:30.488" v="451" actId="478"/>
          <ac:spMkLst>
            <pc:docMk/>
            <pc:sldMk cId="0" sldId="337"/>
            <ac:spMk id="33834" creationId="{969493E7-BDD8-4AA0-88B2-7A0FD0F9BCBF}"/>
          </ac:spMkLst>
        </pc:spChg>
        <pc:spChg chg="del mod">
          <ac:chgData name="Marco Sanches" userId="301bf0f768bc15fc" providerId="LiveId" clId="{F4238A5F-677D-43C0-B2D3-BFD989BC97CF}" dt="2020-09-02T16:03:28.520" v="450" actId="478"/>
          <ac:spMkLst>
            <pc:docMk/>
            <pc:sldMk cId="0" sldId="337"/>
            <ac:spMk id="33835" creationId="{C1DA8859-63B2-4335-8FC8-569D587D1979}"/>
          </ac:spMkLst>
        </pc:spChg>
        <pc:grpChg chg="add del mod">
          <ac:chgData name="Marco Sanches" userId="301bf0f768bc15fc" providerId="LiveId" clId="{F4238A5F-677D-43C0-B2D3-BFD989BC97CF}" dt="2020-09-02T16:05:46.503" v="488" actId="478"/>
          <ac:grpSpMkLst>
            <pc:docMk/>
            <pc:sldMk cId="0" sldId="337"/>
            <ac:grpSpMk id="77" creationId="{FA028E78-64EA-467F-B7F7-F9635AC9D4F2}"/>
          </ac:grpSpMkLst>
        </pc:grpChg>
        <pc:grpChg chg="add del mod">
          <ac:chgData name="Marco Sanches" userId="301bf0f768bc15fc" providerId="LiveId" clId="{F4238A5F-677D-43C0-B2D3-BFD989BC97CF}" dt="2020-09-02T16:05:48.438" v="490" actId="478"/>
          <ac:grpSpMkLst>
            <pc:docMk/>
            <pc:sldMk cId="0" sldId="337"/>
            <ac:grpSpMk id="82" creationId="{A6F212B4-89FB-4417-BE5C-A01A240A5F89}"/>
          </ac:grpSpMkLst>
        </pc:grpChg>
        <pc:grpChg chg="add mod">
          <ac:chgData name="Marco Sanches" userId="301bf0f768bc15fc" providerId="LiveId" clId="{F4238A5F-677D-43C0-B2D3-BFD989BC97CF}" dt="2020-09-02T16:06:01.152" v="493" actId="571"/>
          <ac:grpSpMkLst>
            <pc:docMk/>
            <pc:sldMk cId="0" sldId="337"/>
            <ac:grpSpMk id="91" creationId="{F41C2A33-FB0D-45A0-9A38-A7043FAD6F13}"/>
          </ac:grpSpMkLst>
        </pc:grpChg>
        <pc:grpChg chg="mod">
          <ac:chgData name="Marco Sanches" userId="301bf0f768bc15fc" providerId="LiveId" clId="{F4238A5F-677D-43C0-B2D3-BFD989BC97CF}" dt="2020-09-02T16:06:01.152" v="493" actId="571"/>
          <ac:grpSpMkLst>
            <pc:docMk/>
            <pc:sldMk cId="0" sldId="337"/>
            <ac:grpSpMk id="92" creationId="{0E8E44C2-93AE-4685-81CE-E181557CCE64}"/>
          </ac:grpSpMkLst>
        </pc:grpChg>
        <pc:grpChg chg="add mod">
          <ac:chgData name="Marco Sanches" userId="301bf0f768bc15fc" providerId="LiveId" clId="{F4238A5F-677D-43C0-B2D3-BFD989BC97CF}" dt="2020-09-02T16:06:03.119" v="494" actId="571"/>
          <ac:grpSpMkLst>
            <pc:docMk/>
            <pc:sldMk cId="0" sldId="337"/>
            <ac:grpSpMk id="98" creationId="{B4A8663C-616B-4163-ACE1-1297DF5D43F0}"/>
          </ac:grpSpMkLst>
        </pc:grpChg>
        <pc:grpChg chg="mod">
          <ac:chgData name="Marco Sanches" userId="301bf0f768bc15fc" providerId="LiveId" clId="{F4238A5F-677D-43C0-B2D3-BFD989BC97CF}" dt="2020-09-02T16:06:03.119" v="494" actId="571"/>
          <ac:grpSpMkLst>
            <pc:docMk/>
            <pc:sldMk cId="0" sldId="337"/>
            <ac:grpSpMk id="99" creationId="{C7256F7E-D9D4-443E-9B83-25E208E814D1}"/>
          </ac:grpSpMkLst>
        </pc:grpChg>
        <pc:grpChg chg="del mod">
          <ac:chgData name="Marco Sanches" userId="301bf0f768bc15fc" providerId="LiveId" clId="{F4238A5F-677D-43C0-B2D3-BFD989BC97CF}" dt="2020-09-02T16:03:43.271" v="454" actId="478"/>
          <ac:grpSpMkLst>
            <pc:docMk/>
            <pc:sldMk cId="0" sldId="337"/>
            <ac:grpSpMk id="33817" creationId="{7628E8C2-40E1-46E6-AD4C-3EF88D494B9D}"/>
          </ac:grpSpMkLst>
        </pc:grpChg>
        <pc:grpChg chg="add mod">
          <ac:chgData name="Marco Sanches" userId="301bf0f768bc15fc" providerId="LiveId" clId="{F4238A5F-677D-43C0-B2D3-BFD989BC97CF}" dt="2020-09-02T16:05:56.615" v="492" actId="164"/>
          <ac:grpSpMkLst>
            <pc:docMk/>
            <pc:sldMk cId="0" sldId="337"/>
            <ac:grpSpMk id="33830" creationId="{19179228-868E-4326-9F0C-A1A2085F7412}"/>
          </ac:grpSpMkLst>
        </pc:grpChg>
        <pc:grpChg chg="add mod">
          <ac:chgData name="Marco Sanches" userId="301bf0f768bc15fc" providerId="LiveId" clId="{F4238A5F-677D-43C0-B2D3-BFD989BC97CF}" dt="2020-09-02T16:05:56.615" v="492" actId="164"/>
          <ac:grpSpMkLst>
            <pc:docMk/>
            <pc:sldMk cId="0" sldId="337"/>
            <ac:grpSpMk id="33836" creationId="{30A3ED21-3841-403A-B9C4-951F44811DD5}"/>
          </ac:grpSpMkLst>
        </pc:grpChg>
        <pc:cxnChg chg="add mod">
          <ac:chgData name="Marco Sanches" userId="301bf0f768bc15fc" providerId="LiveId" clId="{F4238A5F-677D-43C0-B2D3-BFD989BC97CF}" dt="2020-09-03T18:23:55.930" v="2549" actId="1035"/>
          <ac:cxnSpMkLst>
            <pc:docMk/>
            <pc:sldMk cId="0" sldId="337"/>
            <ac:cxnSpMk id="8" creationId="{01C99563-C5A2-4378-BC4C-747DB6409A13}"/>
          </ac:cxnSpMkLst>
        </pc:cxnChg>
        <pc:cxnChg chg="mod">
          <ac:chgData name="Marco Sanches" userId="301bf0f768bc15fc" providerId="LiveId" clId="{F4238A5F-677D-43C0-B2D3-BFD989BC97CF}" dt="2020-09-03T18:22:56.733" v="2505" actId="14100"/>
          <ac:cxnSpMkLst>
            <pc:docMk/>
            <pc:sldMk cId="0" sldId="337"/>
            <ac:cxnSpMk id="13" creationId="{F305638A-6BCB-4EDF-8491-4A00BE02F6D5}"/>
          </ac:cxnSpMkLst>
        </pc:cxnChg>
        <pc:cxnChg chg="mod">
          <ac:chgData name="Marco Sanches" userId="301bf0f768bc15fc" providerId="LiveId" clId="{F4238A5F-677D-43C0-B2D3-BFD989BC97CF}" dt="2020-09-03T18:25:18.936" v="2773" actId="1036"/>
          <ac:cxnSpMkLst>
            <pc:docMk/>
            <pc:sldMk cId="0" sldId="337"/>
            <ac:cxnSpMk id="16" creationId="{FDF10B03-1827-4A2E-ADF6-E0ADD9AB3223}"/>
          </ac:cxnSpMkLst>
        </pc:cxnChg>
        <pc:cxnChg chg="mod">
          <ac:chgData name="Marco Sanches" userId="301bf0f768bc15fc" providerId="LiveId" clId="{F4238A5F-677D-43C0-B2D3-BFD989BC97CF}" dt="2020-09-03T18:25:57.525" v="2799" actId="1036"/>
          <ac:cxnSpMkLst>
            <pc:docMk/>
            <pc:sldMk cId="0" sldId="337"/>
            <ac:cxnSpMk id="34" creationId="{0C37AB6F-82FA-41CB-886F-9FA25F6918E4}"/>
          </ac:cxnSpMkLst>
        </pc:cxnChg>
        <pc:cxnChg chg="mod">
          <ac:chgData name="Marco Sanches" userId="301bf0f768bc15fc" providerId="LiveId" clId="{F4238A5F-677D-43C0-B2D3-BFD989BC97CF}" dt="2020-09-04T12:30:44.079" v="2972" actId="1036"/>
          <ac:cxnSpMkLst>
            <pc:docMk/>
            <pc:sldMk cId="0" sldId="337"/>
            <ac:cxnSpMk id="36" creationId="{4D692839-CE1F-47D0-A8A8-52DCC871F811}"/>
          </ac:cxnSpMkLst>
        </pc:cxnChg>
        <pc:cxnChg chg="mod">
          <ac:chgData name="Marco Sanches" userId="301bf0f768bc15fc" providerId="LiveId" clId="{F4238A5F-677D-43C0-B2D3-BFD989BC97CF}" dt="2020-09-03T18:23:36.928" v="2543" actId="1038"/>
          <ac:cxnSpMkLst>
            <pc:docMk/>
            <pc:sldMk cId="0" sldId="337"/>
            <ac:cxnSpMk id="46" creationId="{5FE79148-AAE5-46E4-8CE7-F89E22246DAB}"/>
          </ac:cxnSpMkLst>
        </pc:cxnChg>
        <pc:cxnChg chg="mod">
          <ac:chgData name="Marco Sanches" userId="301bf0f768bc15fc" providerId="LiveId" clId="{F4238A5F-677D-43C0-B2D3-BFD989BC97CF}" dt="2020-09-03T18:23:36.928" v="2543" actId="1038"/>
          <ac:cxnSpMkLst>
            <pc:docMk/>
            <pc:sldMk cId="0" sldId="337"/>
            <ac:cxnSpMk id="62" creationId="{2200705D-D882-4ABA-A30F-4FA2B5417B72}"/>
          </ac:cxnSpMkLst>
        </pc:cxnChg>
        <pc:cxnChg chg="add mod">
          <ac:chgData name="Marco Sanches" userId="301bf0f768bc15fc" providerId="LiveId" clId="{F4238A5F-677D-43C0-B2D3-BFD989BC97CF}" dt="2020-09-03T18:24:19.217" v="2556" actId="1076"/>
          <ac:cxnSpMkLst>
            <pc:docMk/>
            <pc:sldMk cId="0" sldId="337"/>
            <ac:cxnSpMk id="63" creationId="{90DF53CA-0F6D-4E61-96F3-5220A6EA88D7}"/>
          </ac:cxnSpMkLst>
        </pc:cxnChg>
        <pc:cxnChg chg="mod">
          <ac:chgData name="Marco Sanches" userId="301bf0f768bc15fc" providerId="LiveId" clId="{F4238A5F-677D-43C0-B2D3-BFD989BC97CF}" dt="2020-09-03T18:25:38.641" v="2784" actId="1036"/>
          <ac:cxnSpMkLst>
            <pc:docMk/>
            <pc:sldMk cId="0" sldId="337"/>
            <ac:cxnSpMk id="73" creationId="{EBFCA62C-5FDD-4148-9045-8B476DE150EB}"/>
          </ac:cxnSpMkLst>
        </pc:cxnChg>
        <pc:cxnChg chg="mod">
          <ac:chgData name="Marco Sanches" userId="301bf0f768bc15fc" providerId="LiveId" clId="{F4238A5F-677D-43C0-B2D3-BFD989BC97CF}" dt="2020-09-03T18:25:51.028" v="2794" actId="1035"/>
          <ac:cxnSpMkLst>
            <pc:docMk/>
            <pc:sldMk cId="0" sldId="337"/>
            <ac:cxnSpMk id="74" creationId="{A3F031C7-8F1B-4EB2-916B-2A2738DDFEFC}"/>
          </ac:cxnSpMkLst>
        </pc:cxnChg>
        <pc:cxnChg chg="mod">
          <ac:chgData name="Marco Sanches" userId="301bf0f768bc15fc" providerId="LiveId" clId="{F4238A5F-677D-43C0-B2D3-BFD989BC97CF}" dt="2020-09-03T18:25:10.939" v="2765" actId="208"/>
          <ac:cxnSpMkLst>
            <pc:docMk/>
            <pc:sldMk cId="0" sldId="337"/>
            <ac:cxnSpMk id="75" creationId="{91587612-FE95-43E2-BA8E-EFBFAC340763}"/>
          </ac:cxnSpMkLst>
        </pc:cxnChg>
      </pc:sldChg>
      <pc:sldChg chg="addSp delSp modSp del">
        <pc:chgData name="Marco Sanches" userId="301bf0f768bc15fc" providerId="LiveId" clId="{F4238A5F-677D-43C0-B2D3-BFD989BC97CF}" dt="2020-09-02T17:20:52.496" v="913" actId="47"/>
        <pc:sldMkLst>
          <pc:docMk/>
          <pc:sldMk cId="0" sldId="338"/>
        </pc:sldMkLst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0" sldId="338"/>
            <ac:spMk id="2" creationId="{58FCAA07-CA30-4526-A93C-6981A130F966}"/>
          </ac:spMkLst>
        </pc:spChg>
        <pc:spChg chg="add mod">
          <ac:chgData name="Marco Sanches" userId="301bf0f768bc15fc" providerId="LiveId" clId="{F4238A5F-677D-43C0-B2D3-BFD989BC97CF}" dt="2020-09-02T15:38:01.551" v="46"/>
          <ac:spMkLst>
            <pc:docMk/>
            <pc:sldMk cId="0" sldId="338"/>
            <ac:spMk id="3" creationId="{CAADC936-B86F-45B2-AF74-A013D26C912C}"/>
          </ac:spMkLst>
        </pc:spChg>
        <pc:spChg chg="mod">
          <ac:chgData name="Marco Sanches" userId="301bf0f768bc15fc" providerId="LiveId" clId="{F4238A5F-677D-43C0-B2D3-BFD989BC97CF}" dt="2020-09-02T15:38:01.551" v="46"/>
          <ac:spMkLst>
            <pc:docMk/>
            <pc:sldMk cId="0" sldId="338"/>
            <ac:spMk id="41987" creationId="{F2030910-A6F7-4AAA-93CB-F81A421EFF26}"/>
          </ac:spMkLst>
        </pc:spChg>
        <pc:spChg chg="del">
          <ac:chgData name="Marco Sanches" userId="301bf0f768bc15fc" providerId="LiveId" clId="{F4238A5F-677D-43C0-B2D3-BFD989BC97CF}" dt="2020-09-02T15:38:01.551" v="46"/>
          <ac:spMkLst>
            <pc:docMk/>
            <pc:sldMk cId="0" sldId="338"/>
            <ac:spMk id="45058" creationId="{6D9281F8-728C-4997-B796-FECE973C2A44}"/>
          </ac:spMkLst>
        </pc:spChg>
      </pc:sldChg>
      <pc:sldChg chg="addSp delSp modSp del mod">
        <pc:chgData name="Marco Sanches" userId="301bf0f768bc15fc" providerId="LiveId" clId="{F4238A5F-677D-43C0-B2D3-BFD989BC97CF}" dt="2020-09-04T10:56:28.950" v="2909" actId="1076"/>
        <pc:sldMkLst>
          <pc:docMk/>
          <pc:sldMk cId="0" sldId="340"/>
        </pc:sldMkLst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0" sldId="340"/>
            <ac:spMk id="2" creationId="{2C88917E-F6AA-444A-B544-33AB15D1D241}"/>
          </ac:spMkLst>
        </pc:spChg>
        <pc:spChg chg="add del mod">
          <ac:chgData name="Marco Sanches" userId="301bf0f768bc15fc" providerId="LiveId" clId="{F4238A5F-677D-43C0-B2D3-BFD989BC97CF}" dt="2020-09-02T17:59:12.745" v="1437"/>
          <ac:spMkLst>
            <pc:docMk/>
            <pc:sldMk cId="0" sldId="340"/>
            <ac:spMk id="2" creationId="{C1CFD0A5-2C6D-438D-B38B-4D74DB81E8EF}"/>
          </ac:spMkLst>
        </pc:spChg>
        <pc:spChg chg="mod">
          <ac:chgData name="Marco Sanches" userId="301bf0f768bc15fc" providerId="LiveId" clId="{F4238A5F-677D-43C0-B2D3-BFD989BC97CF}" dt="2020-09-02T18:02:03.733" v="1475" actId="1076"/>
          <ac:spMkLst>
            <pc:docMk/>
            <pc:sldMk cId="0" sldId="340"/>
            <ac:spMk id="3" creationId="{BEC42EA2-6C58-41E3-9B1E-FD95214AE434}"/>
          </ac:spMkLst>
        </pc:spChg>
        <pc:spChg chg="add del mod">
          <ac:chgData name="Marco Sanches" userId="301bf0f768bc15fc" providerId="LiveId" clId="{F4238A5F-677D-43C0-B2D3-BFD989BC97CF}" dt="2020-09-02T17:59:18.714" v="1438" actId="478"/>
          <ac:spMkLst>
            <pc:docMk/>
            <pc:sldMk cId="0" sldId="340"/>
            <ac:spMk id="4" creationId="{17AA1EBF-BD83-4C6C-8518-4A50F5A53A65}"/>
          </ac:spMkLst>
        </pc:spChg>
        <pc:spChg chg="add mod">
          <ac:chgData name="Marco Sanches" userId="301bf0f768bc15fc" providerId="LiveId" clId="{F4238A5F-677D-43C0-B2D3-BFD989BC97CF}" dt="2020-09-02T15:38:01.551" v="46"/>
          <ac:spMkLst>
            <pc:docMk/>
            <pc:sldMk cId="0" sldId="340"/>
            <ac:spMk id="4" creationId="{6B2EDF7A-1FD1-4964-AD0C-3EADBBD70343}"/>
          </ac:spMkLst>
        </pc:spChg>
        <pc:spChg chg="mod">
          <ac:chgData name="Marco Sanches" userId="301bf0f768bc15fc" providerId="LiveId" clId="{F4238A5F-677D-43C0-B2D3-BFD989BC97CF}" dt="2020-09-02T18:04:00.334" v="1500" actId="1076"/>
          <ac:spMkLst>
            <pc:docMk/>
            <pc:sldMk cId="0" sldId="340"/>
            <ac:spMk id="9" creationId="{30EB443A-101C-4298-9E6A-25DE6DC29652}"/>
          </ac:spMkLst>
        </pc:spChg>
        <pc:spChg chg="mod">
          <ac:chgData name="Marco Sanches" userId="301bf0f768bc15fc" providerId="LiveId" clId="{F4238A5F-677D-43C0-B2D3-BFD989BC97CF}" dt="2020-09-02T18:03:32.729" v="1493" actId="1076"/>
          <ac:spMkLst>
            <pc:docMk/>
            <pc:sldMk cId="0" sldId="340"/>
            <ac:spMk id="13" creationId="{4C0D44B0-67EF-48F1-B885-6D057A39461A}"/>
          </ac:spMkLst>
        </pc:spChg>
        <pc:spChg chg="mod">
          <ac:chgData name="Marco Sanches" userId="301bf0f768bc15fc" providerId="LiveId" clId="{F4238A5F-677D-43C0-B2D3-BFD989BC97CF}" dt="2020-09-02T18:03:53.403" v="1498" actId="1076"/>
          <ac:spMkLst>
            <pc:docMk/>
            <pc:sldMk cId="0" sldId="340"/>
            <ac:spMk id="33" creationId="{47326A74-29A4-4135-AAE9-58F5E955C013}"/>
          </ac:spMkLst>
        </pc:spChg>
        <pc:spChg chg="mod">
          <ac:chgData name="Marco Sanches" userId="301bf0f768bc15fc" providerId="LiveId" clId="{F4238A5F-677D-43C0-B2D3-BFD989BC97CF}" dt="2020-09-02T15:38:01.551" v="46"/>
          <ac:spMkLst>
            <pc:docMk/>
            <pc:sldMk cId="0" sldId="340"/>
            <ac:spMk id="43010" creationId="{165A8F3E-8768-4FDE-9C6A-966E219BD368}"/>
          </ac:spMkLst>
        </pc:spChg>
        <pc:spChg chg="mod">
          <ac:chgData name="Marco Sanches" userId="301bf0f768bc15fc" providerId="LiveId" clId="{F4238A5F-677D-43C0-B2D3-BFD989BC97CF}" dt="2020-09-02T17:59:12.745" v="1437"/>
          <ac:spMkLst>
            <pc:docMk/>
            <pc:sldMk cId="0" sldId="340"/>
            <ac:spMk id="43010" creationId="{272686B1-C8F2-4109-A321-41B8495D7B05}"/>
          </ac:spMkLst>
        </pc:spChg>
        <pc:spChg chg="mod">
          <ac:chgData name="Marco Sanches" userId="301bf0f768bc15fc" providerId="LiveId" clId="{F4238A5F-677D-43C0-B2D3-BFD989BC97CF}" dt="2020-09-02T18:04:22.802" v="1506" actId="1076"/>
          <ac:spMkLst>
            <pc:docMk/>
            <pc:sldMk cId="0" sldId="340"/>
            <ac:spMk id="43015" creationId="{632446BA-89E0-45DB-AC88-998E6F17241E}"/>
          </ac:spMkLst>
        </pc:spChg>
        <pc:spChg chg="mod">
          <ac:chgData name="Marco Sanches" userId="301bf0f768bc15fc" providerId="LiveId" clId="{F4238A5F-677D-43C0-B2D3-BFD989BC97CF}" dt="2020-09-02T18:04:17.296" v="1504" actId="1076"/>
          <ac:spMkLst>
            <pc:docMk/>
            <pc:sldMk cId="0" sldId="340"/>
            <ac:spMk id="43016" creationId="{971321F1-594B-4511-920F-89FE4269F38C}"/>
          </ac:spMkLst>
        </pc:spChg>
        <pc:spChg chg="mod">
          <ac:chgData name="Marco Sanches" userId="301bf0f768bc15fc" providerId="LiveId" clId="{F4238A5F-677D-43C0-B2D3-BFD989BC97CF}" dt="2020-09-02T18:04:48.184" v="1513" actId="1076"/>
          <ac:spMkLst>
            <pc:docMk/>
            <pc:sldMk cId="0" sldId="340"/>
            <ac:spMk id="43017" creationId="{97AEFA44-8F24-4A64-9606-8BF56B8687BD}"/>
          </ac:spMkLst>
        </pc:spChg>
        <pc:spChg chg="mod">
          <ac:chgData name="Marco Sanches" userId="301bf0f768bc15fc" providerId="LiveId" clId="{F4238A5F-677D-43C0-B2D3-BFD989BC97CF}" dt="2020-09-02T18:04:26.321" v="1507" actId="1076"/>
          <ac:spMkLst>
            <pc:docMk/>
            <pc:sldMk cId="0" sldId="340"/>
            <ac:spMk id="43018" creationId="{56517A26-656E-4D08-B14A-12C53E957A27}"/>
          </ac:spMkLst>
        </pc:spChg>
        <pc:spChg chg="mod">
          <ac:chgData name="Marco Sanches" userId="301bf0f768bc15fc" providerId="LiveId" clId="{F4238A5F-677D-43C0-B2D3-BFD989BC97CF}" dt="2020-09-02T18:04:10.188" v="1502" actId="1076"/>
          <ac:spMkLst>
            <pc:docMk/>
            <pc:sldMk cId="0" sldId="340"/>
            <ac:spMk id="43019" creationId="{3C8B4491-14A2-45B1-9A19-97297D172B84}"/>
          </ac:spMkLst>
        </pc:spChg>
        <pc:spChg chg="mod">
          <ac:chgData name="Marco Sanches" userId="301bf0f768bc15fc" providerId="LiveId" clId="{F4238A5F-677D-43C0-B2D3-BFD989BC97CF}" dt="2020-09-02T18:04:06.738" v="1501" actId="1076"/>
          <ac:spMkLst>
            <pc:docMk/>
            <pc:sldMk cId="0" sldId="340"/>
            <ac:spMk id="43020" creationId="{8673D7C4-90C4-4AE9-9AC4-0D1749B78958}"/>
          </ac:spMkLst>
        </pc:spChg>
        <pc:spChg chg="mod">
          <ac:chgData name="Marco Sanches" userId="301bf0f768bc15fc" providerId="LiveId" clId="{F4238A5F-677D-43C0-B2D3-BFD989BC97CF}" dt="2020-09-02T18:05:03.933" v="1517" actId="14100"/>
          <ac:spMkLst>
            <pc:docMk/>
            <pc:sldMk cId="0" sldId="340"/>
            <ac:spMk id="43021" creationId="{F3443D77-A47D-4BE5-86ED-886D218DDBA8}"/>
          </ac:spMkLst>
        </pc:spChg>
        <pc:spChg chg="mod">
          <ac:chgData name="Marco Sanches" userId="301bf0f768bc15fc" providerId="LiveId" clId="{F4238A5F-677D-43C0-B2D3-BFD989BC97CF}" dt="2020-09-02T18:05:03.933" v="1517" actId="14100"/>
          <ac:spMkLst>
            <pc:docMk/>
            <pc:sldMk cId="0" sldId="340"/>
            <ac:spMk id="43022" creationId="{68AAA03E-AD8A-4634-82B8-A3FCCC657114}"/>
          </ac:spMkLst>
        </pc:spChg>
        <pc:spChg chg="mod">
          <ac:chgData name="Marco Sanches" userId="301bf0f768bc15fc" providerId="LiveId" clId="{F4238A5F-677D-43C0-B2D3-BFD989BC97CF}" dt="2020-09-02T18:03:53.403" v="1498" actId="1076"/>
          <ac:spMkLst>
            <pc:docMk/>
            <pc:sldMk cId="0" sldId="340"/>
            <ac:spMk id="43025" creationId="{C3BAC0E9-F843-4E28-A328-6E89421D6CF3}"/>
          </ac:spMkLst>
        </pc:spChg>
        <pc:spChg chg="mod">
          <ac:chgData name="Marco Sanches" userId="301bf0f768bc15fc" providerId="LiveId" clId="{F4238A5F-677D-43C0-B2D3-BFD989BC97CF}" dt="2020-09-02T18:03:53.403" v="1498" actId="1076"/>
          <ac:spMkLst>
            <pc:docMk/>
            <pc:sldMk cId="0" sldId="340"/>
            <ac:spMk id="43026" creationId="{CF31D661-7FB5-40C9-ABC9-A16BA58D1B25}"/>
          </ac:spMkLst>
        </pc:spChg>
        <pc:spChg chg="mod">
          <ac:chgData name="Marco Sanches" userId="301bf0f768bc15fc" providerId="LiveId" clId="{F4238A5F-677D-43C0-B2D3-BFD989BC97CF}" dt="2020-09-02T18:02:20.386" v="1477" actId="1076"/>
          <ac:spMkLst>
            <pc:docMk/>
            <pc:sldMk cId="0" sldId="340"/>
            <ac:spMk id="43031" creationId="{A1189A94-7782-4505-9198-729F56185BC9}"/>
          </ac:spMkLst>
        </pc:spChg>
        <pc:spChg chg="mod">
          <ac:chgData name="Marco Sanches" userId="301bf0f768bc15fc" providerId="LiveId" clId="{F4238A5F-677D-43C0-B2D3-BFD989BC97CF}" dt="2020-09-02T18:02:29.249" v="1480" actId="1076"/>
          <ac:spMkLst>
            <pc:docMk/>
            <pc:sldMk cId="0" sldId="340"/>
            <ac:spMk id="43032" creationId="{38E0C308-DCC2-4D8F-80A0-C8388DDD36F8}"/>
          </ac:spMkLst>
        </pc:spChg>
        <pc:spChg chg="mod">
          <ac:chgData name="Marco Sanches" userId="301bf0f768bc15fc" providerId="LiveId" clId="{F4238A5F-677D-43C0-B2D3-BFD989BC97CF}" dt="2020-09-02T18:04:42.120" v="1511" actId="14100"/>
          <ac:spMkLst>
            <pc:docMk/>
            <pc:sldMk cId="0" sldId="340"/>
            <ac:spMk id="43033" creationId="{C69596EA-F790-4C63-843D-16240D15A7F0}"/>
          </ac:spMkLst>
        </pc:spChg>
        <pc:spChg chg="mod">
          <ac:chgData name="Marco Sanches" userId="301bf0f768bc15fc" providerId="LiveId" clId="{F4238A5F-677D-43C0-B2D3-BFD989BC97CF}" dt="2020-09-02T18:02:17.422" v="1476" actId="1076"/>
          <ac:spMkLst>
            <pc:docMk/>
            <pc:sldMk cId="0" sldId="340"/>
            <ac:spMk id="43034" creationId="{E1163597-40E9-415E-A2E4-33F1FC9084AD}"/>
          </ac:spMkLst>
        </pc:spChg>
        <pc:spChg chg="mod">
          <ac:chgData name="Marco Sanches" userId="301bf0f768bc15fc" providerId="LiveId" clId="{F4238A5F-677D-43C0-B2D3-BFD989BC97CF}" dt="2020-09-02T18:02:25.784" v="1479" actId="1076"/>
          <ac:spMkLst>
            <pc:docMk/>
            <pc:sldMk cId="0" sldId="340"/>
            <ac:spMk id="43035" creationId="{56AD8975-A172-4B12-B0B7-9EF75342D6DB}"/>
          </ac:spMkLst>
        </pc:spChg>
        <pc:spChg chg="mod">
          <ac:chgData name="Marco Sanches" userId="301bf0f768bc15fc" providerId="LiveId" clId="{F4238A5F-677D-43C0-B2D3-BFD989BC97CF}" dt="2020-09-02T18:02:23.665" v="1478" actId="1076"/>
          <ac:spMkLst>
            <pc:docMk/>
            <pc:sldMk cId="0" sldId="340"/>
            <ac:spMk id="43036" creationId="{FC0BDC0B-7DCC-4541-86B8-2A81CF86262E}"/>
          </ac:spMkLst>
        </pc:spChg>
        <pc:spChg chg="mod">
          <ac:chgData name="Marco Sanches" userId="301bf0f768bc15fc" providerId="LiveId" clId="{F4238A5F-677D-43C0-B2D3-BFD989BC97CF}" dt="2020-09-02T18:01:35.957" v="1463" actId="1076"/>
          <ac:spMkLst>
            <pc:docMk/>
            <pc:sldMk cId="0" sldId="340"/>
            <ac:spMk id="43037" creationId="{26E6D939-9B70-41EC-A2EF-38D0CBC8A924}"/>
          </ac:spMkLst>
        </pc:spChg>
        <pc:spChg chg="mod">
          <ac:chgData name="Marco Sanches" userId="301bf0f768bc15fc" providerId="LiveId" clId="{F4238A5F-677D-43C0-B2D3-BFD989BC97CF}" dt="2020-09-02T18:01:31.229" v="1462" actId="1076"/>
          <ac:spMkLst>
            <pc:docMk/>
            <pc:sldMk cId="0" sldId="340"/>
            <ac:spMk id="43038" creationId="{9646A079-040C-4EC2-BDC1-0398CB5C016A}"/>
          </ac:spMkLst>
        </pc:spChg>
        <pc:spChg chg="mod">
          <ac:chgData name="Marco Sanches" userId="301bf0f768bc15fc" providerId="LiveId" clId="{F4238A5F-677D-43C0-B2D3-BFD989BC97CF}" dt="2020-09-04T10:56:28.950" v="2909" actId="1076"/>
          <ac:spMkLst>
            <pc:docMk/>
            <pc:sldMk cId="0" sldId="340"/>
            <ac:spMk id="43039" creationId="{9E69A457-7F39-4AA6-9BED-0EC08CDA031A}"/>
          </ac:spMkLst>
        </pc:spChg>
        <pc:spChg chg="mod">
          <ac:chgData name="Marco Sanches" userId="301bf0f768bc15fc" providerId="LiveId" clId="{F4238A5F-677D-43C0-B2D3-BFD989BC97CF}" dt="2020-09-02T18:03:53.403" v="1498" actId="1076"/>
          <ac:spMkLst>
            <pc:docMk/>
            <pc:sldMk cId="0" sldId="340"/>
            <ac:spMk id="43043" creationId="{5AB9AEE2-938A-4999-8726-BD9F562CD0EF}"/>
          </ac:spMkLst>
        </pc:spChg>
        <pc:spChg chg="mod">
          <ac:chgData name="Marco Sanches" userId="301bf0f768bc15fc" providerId="LiveId" clId="{F4238A5F-677D-43C0-B2D3-BFD989BC97CF}" dt="2020-09-02T18:03:53.403" v="1498" actId="1076"/>
          <ac:spMkLst>
            <pc:docMk/>
            <pc:sldMk cId="0" sldId="340"/>
            <ac:spMk id="43044" creationId="{0A9FBD1D-34B8-4C72-802F-AF904970C7C3}"/>
          </ac:spMkLst>
        </pc:spChg>
        <pc:spChg chg="mod">
          <ac:chgData name="Marco Sanches" userId="301bf0f768bc15fc" providerId="LiveId" clId="{F4238A5F-677D-43C0-B2D3-BFD989BC97CF}" dt="2020-09-02T18:03:53.403" v="1498" actId="1076"/>
          <ac:spMkLst>
            <pc:docMk/>
            <pc:sldMk cId="0" sldId="340"/>
            <ac:spMk id="43045" creationId="{62CF9A0E-8520-475D-8070-64719EA486D4}"/>
          </ac:spMkLst>
        </pc:spChg>
        <pc:spChg chg="mod">
          <ac:chgData name="Marco Sanches" userId="301bf0f768bc15fc" providerId="LiveId" clId="{F4238A5F-677D-43C0-B2D3-BFD989BC97CF}" dt="2020-09-02T18:03:53.403" v="1498" actId="1076"/>
          <ac:spMkLst>
            <pc:docMk/>
            <pc:sldMk cId="0" sldId="340"/>
            <ac:spMk id="43046" creationId="{6E606EDF-83BE-49B0-B5DF-C1DC01910AD4}"/>
          </ac:spMkLst>
        </pc:spChg>
        <pc:spChg chg="mod">
          <ac:chgData name="Marco Sanches" userId="301bf0f768bc15fc" providerId="LiveId" clId="{F4238A5F-677D-43C0-B2D3-BFD989BC97CF}" dt="2020-09-02T18:03:53.403" v="1498" actId="1076"/>
          <ac:spMkLst>
            <pc:docMk/>
            <pc:sldMk cId="0" sldId="340"/>
            <ac:spMk id="43047" creationId="{1E79769F-7121-4BB0-B492-EC625FC6DE31}"/>
          </ac:spMkLst>
        </pc:spChg>
        <pc:spChg chg="mod">
          <ac:chgData name="Marco Sanches" userId="301bf0f768bc15fc" providerId="LiveId" clId="{F4238A5F-677D-43C0-B2D3-BFD989BC97CF}" dt="2020-09-02T18:03:53.403" v="1498" actId="1076"/>
          <ac:spMkLst>
            <pc:docMk/>
            <pc:sldMk cId="0" sldId="340"/>
            <ac:spMk id="43048" creationId="{BDD5EC51-B0E7-45EB-9997-956A7E7CE96D}"/>
          </ac:spMkLst>
        </pc:spChg>
        <pc:spChg chg="mod">
          <ac:chgData name="Marco Sanches" userId="301bf0f768bc15fc" providerId="LiveId" clId="{F4238A5F-677D-43C0-B2D3-BFD989BC97CF}" dt="2020-09-02T18:03:32.729" v="1493" actId="1076"/>
          <ac:spMkLst>
            <pc:docMk/>
            <pc:sldMk cId="0" sldId="340"/>
            <ac:spMk id="43050" creationId="{D04BD35B-C48A-4688-9600-4E742CE868C4}"/>
          </ac:spMkLst>
        </pc:spChg>
        <pc:spChg chg="mod">
          <ac:chgData name="Marco Sanches" userId="301bf0f768bc15fc" providerId="LiveId" clId="{F4238A5F-677D-43C0-B2D3-BFD989BC97CF}" dt="2020-09-02T18:03:32.729" v="1493" actId="1076"/>
          <ac:spMkLst>
            <pc:docMk/>
            <pc:sldMk cId="0" sldId="340"/>
            <ac:spMk id="43051" creationId="{9ECE230C-9BF5-4A31-9811-AC68CE1BB40F}"/>
          </ac:spMkLst>
        </pc:spChg>
        <pc:spChg chg="mod">
          <ac:chgData name="Marco Sanches" userId="301bf0f768bc15fc" providerId="LiveId" clId="{F4238A5F-677D-43C0-B2D3-BFD989BC97CF}" dt="2020-09-02T18:03:32.729" v="1493" actId="1076"/>
          <ac:spMkLst>
            <pc:docMk/>
            <pc:sldMk cId="0" sldId="340"/>
            <ac:spMk id="43052" creationId="{2B489EC1-FBEA-4406-9C02-AC6CF30F40D9}"/>
          </ac:spMkLst>
        </pc:spChg>
        <pc:spChg chg="mod">
          <ac:chgData name="Marco Sanches" userId="301bf0f768bc15fc" providerId="LiveId" clId="{F4238A5F-677D-43C0-B2D3-BFD989BC97CF}" dt="2020-09-02T18:03:32.729" v="1493" actId="1076"/>
          <ac:spMkLst>
            <pc:docMk/>
            <pc:sldMk cId="0" sldId="340"/>
            <ac:spMk id="43053" creationId="{6A7B860F-B88E-4ACF-BCF8-22C44AD86174}"/>
          </ac:spMkLst>
        </pc:spChg>
        <pc:spChg chg="mod">
          <ac:chgData name="Marco Sanches" userId="301bf0f768bc15fc" providerId="LiveId" clId="{F4238A5F-677D-43C0-B2D3-BFD989BC97CF}" dt="2020-09-02T18:03:32.729" v="1493" actId="1076"/>
          <ac:spMkLst>
            <pc:docMk/>
            <pc:sldMk cId="0" sldId="340"/>
            <ac:spMk id="43054" creationId="{1A6E4FB3-276E-4582-A139-984512E020EC}"/>
          </ac:spMkLst>
        </pc:spChg>
        <pc:spChg chg="mod">
          <ac:chgData name="Marco Sanches" userId="301bf0f768bc15fc" providerId="LiveId" clId="{F4238A5F-677D-43C0-B2D3-BFD989BC97CF}" dt="2020-09-02T18:03:32.729" v="1493" actId="1076"/>
          <ac:spMkLst>
            <pc:docMk/>
            <pc:sldMk cId="0" sldId="340"/>
            <ac:spMk id="43055" creationId="{A47C1596-40FC-4EEB-9BAF-5ADEC2F740C0}"/>
          </ac:spMkLst>
        </pc:spChg>
        <pc:grpChg chg="mod">
          <ac:chgData name="Marco Sanches" userId="301bf0f768bc15fc" providerId="LiveId" clId="{F4238A5F-677D-43C0-B2D3-BFD989BC97CF}" dt="2020-09-02T18:03:32.729" v="1493" actId="1076"/>
          <ac:grpSpMkLst>
            <pc:docMk/>
            <pc:sldMk cId="0" sldId="340"/>
            <ac:grpSpMk id="43014" creationId="{F6740D2A-A59B-4DBC-8893-E992F213C1FA}"/>
          </ac:grpSpMkLst>
        </pc:grpChg>
        <pc:grpChg chg="mod">
          <ac:chgData name="Marco Sanches" userId="301bf0f768bc15fc" providerId="LiveId" clId="{F4238A5F-677D-43C0-B2D3-BFD989BC97CF}" dt="2020-09-02T18:03:53.403" v="1498" actId="1076"/>
          <ac:grpSpMkLst>
            <pc:docMk/>
            <pc:sldMk cId="0" sldId="340"/>
            <ac:grpSpMk id="43024" creationId="{335E1DD8-64A4-40A2-B2E3-C88BD2325C84}"/>
          </ac:grpSpMkLst>
        </pc:grpChg>
        <pc:picChg chg="mod">
          <ac:chgData name="Marco Sanches" userId="301bf0f768bc15fc" providerId="LiveId" clId="{F4238A5F-677D-43C0-B2D3-BFD989BC97CF}" dt="2020-09-02T18:01:58.512" v="1473" actId="14100"/>
          <ac:picMkLst>
            <pc:docMk/>
            <pc:sldMk cId="0" sldId="340"/>
            <ac:picMk id="43012" creationId="{D4355E50-DE07-42DC-BB3A-45BFD6B692F1}"/>
          </ac:picMkLst>
        </pc:picChg>
        <pc:cxnChg chg="mod">
          <ac:chgData name="Marco Sanches" userId="301bf0f768bc15fc" providerId="LiveId" clId="{F4238A5F-677D-43C0-B2D3-BFD989BC97CF}" dt="2020-09-02T18:03:30.411" v="1492" actId="14100"/>
          <ac:cxnSpMkLst>
            <pc:docMk/>
            <pc:sldMk cId="0" sldId="340"/>
            <ac:cxnSpMk id="5" creationId="{BBDA5CC9-AB8D-4E9E-B9EC-2C98DD89DEE4}"/>
          </ac:cxnSpMkLst>
        </pc:cxnChg>
        <pc:cxnChg chg="mod">
          <ac:chgData name="Marco Sanches" userId="301bf0f768bc15fc" providerId="LiveId" clId="{F4238A5F-677D-43C0-B2D3-BFD989BC97CF}" dt="2020-09-02T18:04:53.110" v="1514" actId="14100"/>
          <ac:cxnSpMkLst>
            <pc:docMk/>
            <pc:sldMk cId="0" sldId="340"/>
            <ac:cxnSpMk id="7" creationId="{4D64E34F-2A50-4F57-952D-4BFF3F74EC04}"/>
          </ac:cxnSpMkLst>
        </pc:cxnChg>
        <pc:cxnChg chg="del mod">
          <ac:chgData name="Marco Sanches" userId="301bf0f768bc15fc" providerId="LiveId" clId="{F4238A5F-677D-43C0-B2D3-BFD989BC97CF}" dt="2020-09-02T18:00:59.282" v="1457" actId="478"/>
          <ac:cxnSpMkLst>
            <pc:docMk/>
            <pc:sldMk cId="0" sldId="340"/>
            <ac:cxnSpMk id="11" creationId="{181FBD00-3218-4B88-99CC-217749DFFC9D}"/>
          </ac:cxnSpMkLst>
        </pc:cxnChg>
        <pc:cxnChg chg="mod">
          <ac:chgData name="Marco Sanches" userId="301bf0f768bc15fc" providerId="LiveId" clId="{F4238A5F-677D-43C0-B2D3-BFD989BC97CF}" dt="2020-09-02T18:03:53.403" v="1498" actId="1076"/>
          <ac:cxnSpMkLst>
            <pc:docMk/>
            <pc:sldMk cId="0" sldId="340"/>
            <ac:cxnSpMk id="42" creationId="{FE704843-AA2E-479B-B6FE-D6A05650F08F}"/>
          </ac:cxnSpMkLst>
        </pc:cxnChg>
        <pc:cxnChg chg="mod">
          <ac:chgData name="Marco Sanches" userId="301bf0f768bc15fc" providerId="LiveId" clId="{F4238A5F-677D-43C0-B2D3-BFD989BC97CF}" dt="2020-09-02T18:04:55.004" v="1515" actId="14100"/>
          <ac:cxnSpMkLst>
            <pc:docMk/>
            <pc:sldMk cId="0" sldId="340"/>
            <ac:cxnSpMk id="45" creationId="{6B86AF55-13A0-4B8C-AC7D-CD66560DA7DF}"/>
          </ac:cxnSpMkLst>
        </pc:cxnChg>
        <pc:cxnChg chg="mod">
          <ac:chgData name="Marco Sanches" userId="301bf0f768bc15fc" providerId="LiveId" clId="{F4238A5F-677D-43C0-B2D3-BFD989BC97CF}" dt="2020-09-02T18:04:57.079" v="1516" actId="14100"/>
          <ac:cxnSpMkLst>
            <pc:docMk/>
            <pc:sldMk cId="0" sldId="340"/>
            <ac:cxnSpMk id="46" creationId="{F311CFE1-A16E-42BE-A22F-C63E27B2AC84}"/>
          </ac:cxnSpMkLst>
        </pc:cxnChg>
        <pc:cxnChg chg="del mod">
          <ac:chgData name="Marco Sanches" userId="301bf0f768bc15fc" providerId="LiveId" clId="{F4238A5F-677D-43C0-B2D3-BFD989BC97CF}" dt="2020-09-02T18:01:37.826" v="1464" actId="478"/>
          <ac:cxnSpMkLst>
            <pc:docMk/>
            <pc:sldMk cId="0" sldId="340"/>
            <ac:cxnSpMk id="58" creationId="{14832A83-5E5B-41B1-A65C-CA7BEC812F10}"/>
          </ac:cxnSpMkLst>
        </pc:cxnChg>
      </pc:sldChg>
      <pc:sldChg chg="addSp delSp modSp del mod modAnim">
        <pc:chgData name="Marco Sanches" userId="301bf0f768bc15fc" providerId="LiveId" clId="{F4238A5F-677D-43C0-B2D3-BFD989BC97CF}" dt="2020-09-02T18:23:48.951" v="1835" actId="14100"/>
        <pc:sldMkLst>
          <pc:docMk/>
          <pc:sldMk cId="0" sldId="342"/>
        </pc:sldMkLst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0" sldId="342"/>
            <ac:spMk id="2" creationId="{605753D6-430C-4264-83B6-A2539E68A581}"/>
          </ac:spMkLst>
        </pc:spChg>
        <pc:spChg chg="add del mod">
          <ac:chgData name="Marco Sanches" userId="301bf0f768bc15fc" providerId="LiveId" clId="{F4238A5F-677D-43C0-B2D3-BFD989BC97CF}" dt="2020-09-02T18:05:25.892" v="1519"/>
          <ac:spMkLst>
            <pc:docMk/>
            <pc:sldMk cId="0" sldId="342"/>
            <ac:spMk id="2" creationId="{E0F86D2C-C928-4D6A-97CB-CC1E7F3C9E29}"/>
          </ac:spMkLst>
        </pc:spChg>
        <pc:spChg chg="add del mod">
          <ac:chgData name="Marco Sanches" userId="301bf0f768bc15fc" providerId="LiveId" clId="{F4238A5F-677D-43C0-B2D3-BFD989BC97CF}" dt="2020-09-02T18:05:29.567" v="1520" actId="478"/>
          <ac:spMkLst>
            <pc:docMk/>
            <pc:sldMk cId="0" sldId="342"/>
            <ac:spMk id="3" creationId="{1A47AF08-716F-473E-B43A-9AC03A3FE244}"/>
          </ac:spMkLst>
        </pc:spChg>
        <pc:spChg chg="add mod">
          <ac:chgData name="Marco Sanches" userId="301bf0f768bc15fc" providerId="LiveId" clId="{F4238A5F-677D-43C0-B2D3-BFD989BC97CF}" dt="2020-09-02T15:38:01.551" v="46"/>
          <ac:spMkLst>
            <pc:docMk/>
            <pc:sldMk cId="0" sldId="342"/>
            <ac:spMk id="3" creationId="{9E89D698-B64A-4AAB-A8C4-54F35F28D1BB}"/>
          </ac:spMkLst>
        </pc:spChg>
        <pc:spChg chg="add del mod">
          <ac:chgData name="Marco Sanches" userId="301bf0f768bc15fc" providerId="LiveId" clId="{F4238A5F-677D-43C0-B2D3-BFD989BC97CF}" dt="2020-09-02T18:16:31.520" v="1696" actId="688"/>
          <ac:spMkLst>
            <pc:docMk/>
            <pc:sldMk cId="0" sldId="342"/>
            <ac:spMk id="9" creationId="{1DE85400-434C-4152-B7D1-E4591CB71B17}"/>
          </ac:spMkLst>
        </pc:spChg>
        <pc:spChg chg="mod">
          <ac:chgData name="Marco Sanches" userId="301bf0f768bc15fc" providerId="LiveId" clId="{F4238A5F-677D-43C0-B2D3-BFD989BC97CF}" dt="2020-09-02T18:06:53.961" v="1533" actId="255"/>
          <ac:spMkLst>
            <pc:docMk/>
            <pc:sldMk cId="0" sldId="342"/>
            <ac:spMk id="27" creationId="{C1B12EF0-0C9D-4FE8-9CA8-1B8D8CB97849}"/>
          </ac:spMkLst>
        </pc:spChg>
        <pc:spChg chg="mod">
          <ac:chgData name="Marco Sanches" userId="301bf0f768bc15fc" providerId="LiveId" clId="{F4238A5F-677D-43C0-B2D3-BFD989BC97CF}" dt="2020-09-02T18:06:53.961" v="1533" actId="255"/>
          <ac:spMkLst>
            <pc:docMk/>
            <pc:sldMk cId="0" sldId="342"/>
            <ac:spMk id="38" creationId="{35CB6074-C51C-4AE0-AF15-010488ED76BD}"/>
          </ac:spMkLst>
        </pc:spChg>
        <pc:spChg chg="mod">
          <ac:chgData name="Marco Sanches" userId="301bf0f768bc15fc" providerId="LiveId" clId="{F4238A5F-677D-43C0-B2D3-BFD989BC97CF}" dt="2020-09-02T18:14:16.059" v="1660" actId="1076"/>
          <ac:spMkLst>
            <pc:docMk/>
            <pc:sldMk cId="0" sldId="342"/>
            <ac:spMk id="55" creationId="{AF74CC81-2742-4305-A42A-472301F015D8}"/>
          </ac:spMkLst>
        </pc:spChg>
        <pc:spChg chg="mod">
          <ac:chgData name="Marco Sanches" userId="301bf0f768bc15fc" providerId="LiveId" clId="{F4238A5F-677D-43C0-B2D3-BFD989BC97CF}" dt="2020-09-02T18:14:16.059" v="1660" actId="1076"/>
          <ac:spMkLst>
            <pc:docMk/>
            <pc:sldMk cId="0" sldId="342"/>
            <ac:spMk id="66" creationId="{75F9C89F-F561-4A64-AC8F-189353423CD4}"/>
          </ac:spMkLst>
        </pc:spChg>
        <pc:spChg chg="mod">
          <ac:chgData name="Marco Sanches" userId="301bf0f768bc15fc" providerId="LiveId" clId="{F4238A5F-677D-43C0-B2D3-BFD989BC97CF}" dt="2020-09-02T18:06:41.754" v="1529" actId="255"/>
          <ac:spMkLst>
            <pc:docMk/>
            <pc:sldMk cId="0" sldId="342"/>
            <ac:spMk id="82" creationId="{996C00EF-7827-40EB-BC0D-A78EEBA29D6D}"/>
          </ac:spMkLst>
        </pc:spChg>
        <pc:spChg chg="mod">
          <ac:chgData name="Marco Sanches" userId="301bf0f768bc15fc" providerId="LiveId" clId="{F4238A5F-677D-43C0-B2D3-BFD989BC97CF}" dt="2020-09-02T18:06:41.754" v="1529" actId="255"/>
          <ac:spMkLst>
            <pc:docMk/>
            <pc:sldMk cId="0" sldId="342"/>
            <ac:spMk id="110" creationId="{03582DF7-9A93-4203-AE5D-1A623FD5847F}"/>
          </ac:spMkLst>
        </pc:spChg>
        <pc:spChg chg="add mod">
          <ac:chgData name="Marco Sanches" userId="301bf0f768bc15fc" providerId="LiveId" clId="{F4238A5F-677D-43C0-B2D3-BFD989BC97CF}" dt="2020-09-02T18:14:13.536" v="1659" actId="571"/>
          <ac:spMkLst>
            <pc:docMk/>
            <pc:sldMk cId="0" sldId="342"/>
            <ac:spMk id="111" creationId="{A6DC7559-4304-4436-9EFE-1EC4CB117E0D}"/>
          </ac:spMkLst>
        </pc:spChg>
        <pc:spChg chg="add mod">
          <ac:chgData name="Marco Sanches" userId="301bf0f768bc15fc" providerId="LiveId" clId="{F4238A5F-677D-43C0-B2D3-BFD989BC97CF}" dt="2020-09-02T18:14:13.536" v="1659" actId="571"/>
          <ac:spMkLst>
            <pc:docMk/>
            <pc:sldMk cId="0" sldId="342"/>
            <ac:spMk id="112" creationId="{8219D569-56C3-428C-A5CB-F7C02E125AB7}"/>
          </ac:spMkLst>
        </pc:spChg>
        <pc:spChg chg="mod">
          <ac:chgData name="Marco Sanches" userId="301bf0f768bc15fc" providerId="LiveId" clId="{F4238A5F-677D-43C0-B2D3-BFD989BC97CF}" dt="2020-09-02T18:14:13.536" v="1659" actId="571"/>
          <ac:spMkLst>
            <pc:docMk/>
            <pc:sldMk cId="0" sldId="342"/>
            <ac:spMk id="114" creationId="{7C38E559-2590-464C-94B2-48FA7CBC0A68}"/>
          </ac:spMkLst>
        </pc:spChg>
        <pc:spChg chg="mod">
          <ac:chgData name="Marco Sanches" userId="301bf0f768bc15fc" providerId="LiveId" clId="{F4238A5F-677D-43C0-B2D3-BFD989BC97CF}" dt="2020-09-02T18:14:13.536" v="1659" actId="571"/>
          <ac:spMkLst>
            <pc:docMk/>
            <pc:sldMk cId="0" sldId="342"/>
            <ac:spMk id="115" creationId="{C7B67EB1-A1BA-435F-95B9-6A952B8A89BE}"/>
          </ac:spMkLst>
        </pc:spChg>
        <pc:spChg chg="mod">
          <ac:chgData name="Marco Sanches" userId="301bf0f768bc15fc" providerId="LiveId" clId="{F4238A5F-677D-43C0-B2D3-BFD989BC97CF}" dt="2020-09-02T18:14:13.536" v="1659" actId="571"/>
          <ac:spMkLst>
            <pc:docMk/>
            <pc:sldMk cId="0" sldId="342"/>
            <ac:spMk id="116" creationId="{18D7FDEB-8476-40D8-9999-956DE42A555B}"/>
          </ac:spMkLst>
        </pc:spChg>
        <pc:spChg chg="mod">
          <ac:chgData name="Marco Sanches" userId="301bf0f768bc15fc" providerId="LiveId" clId="{F4238A5F-677D-43C0-B2D3-BFD989BC97CF}" dt="2020-09-02T18:14:13.536" v="1659" actId="571"/>
          <ac:spMkLst>
            <pc:docMk/>
            <pc:sldMk cId="0" sldId="342"/>
            <ac:spMk id="117" creationId="{F4AF9E2A-E6FC-4711-AE9A-0565A7F45DAE}"/>
          </ac:spMkLst>
        </pc:spChg>
        <pc:spChg chg="mod">
          <ac:chgData name="Marco Sanches" userId="301bf0f768bc15fc" providerId="LiveId" clId="{F4238A5F-677D-43C0-B2D3-BFD989BC97CF}" dt="2020-09-02T18:14:13.536" v="1659" actId="571"/>
          <ac:spMkLst>
            <pc:docMk/>
            <pc:sldMk cId="0" sldId="342"/>
            <ac:spMk id="118" creationId="{C58DCA25-3717-4330-BC24-834F5A50F53B}"/>
          </ac:spMkLst>
        </pc:spChg>
        <pc:spChg chg="mod">
          <ac:chgData name="Marco Sanches" userId="301bf0f768bc15fc" providerId="LiveId" clId="{F4238A5F-677D-43C0-B2D3-BFD989BC97CF}" dt="2020-09-02T18:14:13.536" v="1659" actId="571"/>
          <ac:spMkLst>
            <pc:docMk/>
            <pc:sldMk cId="0" sldId="342"/>
            <ac:spMk id="120" creationId="{960B1BD1-8E3D-4526-95B2-67E2F337A2F8}"/>
          </ac:spMkLst>
        </pc:spChg>
        <pc:spChg chg="mod">
          <ac:chgData name="Marco Sanches" userId="301bf0f768bc15fc" providerId="LiveId" clId="{F4238A5F-677D-43C0-B2D3-BFD989BC97CF}" dt="2020-09-02T18:06:41.754" v="1529" actId="255"/>
          <ac:spMkLst>
            <pc:docMk/>
            <pc:sldMk cId="0" sldId="342"/>
            <ac:spMk id="121" creationId="{16A533CD-DE03-4DB9-9730-1AC4C0D302C4}"/>
          </ac:spMkLst>
        </pc:spChg>
        <pc:spChg chg="mod">
          <ac:chgData name="Marco Sanches" userId="301bf0f768bc15fc" providerId="LiveId" clId="{F4238A5F-677D-43C0-B2D3-BFD989BC97CF}" dt="2020-09-02T18:14:13.536" v="1659" actId="571"/>
          <ac:spMkLst>
            <pc:docMk/>
            <pc:sldMk cId="0" sldId="342"/>
            <ac:spMk id="122" creationId="{584A2558-A135-4B46-A4CE-13C6D1892526}"/>
          </ac:spMkLst>
        </pc:spChg>
        <pc:spChg chg="add mod">
          <ac:chgData name="Marco Sanches" userId="301bf0f768bc15fc" providerId="LiveId" clId="{F4238A5F-677D-43C0-B2D3-BFD989BC97CF}" dt="2020-09-02T18:14:13.536" v="1659" actId="571"/>
          <ac:spMkLst>
            <pc:docMk/>
            <pc:sldMk cId="0" sldId="342"/>
            <ac:spMk id="123" creationId="{51A8D969-CAAC-4D86-A0A9-1F13215D9C7C}"/>
          </ac:spMkLst>
        </pc:spChg>
        <pc:spChg chg="add mod">
          <ac:chgData name="Marco Sanches" userId="301bf0f768bc15fc" providerId="LiveId" clId="{F4238A5F-677D-43C0-B2D3-BFD989BC97CF}" dt="2020-09-02T18:14:13.536" v="1659" actId="571"/>
          <ac:spMkLst>
            <pc:docMk/>
            <pc:sldMk cId="0" sldId="342"/>
            <ac:spMk id="124" creationId="{A9FAA56D-CE55-4863-945E-33B13EEF9553}"/>
          </ac:spMkLst>
        </pc:spChg>
        <pc:spChg chg="mod">
          <ac:chgData name="Marco Sanches" userId="301bf0f768bc15fc" providerId="LiveId" clId="{F4238A5F-677D-43C0-B2D3-BFD989BC97CF}" dt="2020-09-02T18:14:13.536" v="1659" actId="571"/>
          <ac:spMkLst>
            <pc:docMk/>
            <pc:sldMk cId="0" sldId="342"/>
            <ac:spMk id="127" creationId="{547D1EF3-E8B5-475E-B8E8-79449D6A9EF9}"/>
          </ac:spMkLst>
        </pc:spChg>
        <pc:spChg chg="mod">
          <ac:chgData name="Marco Sanches" userId="301bf0f768bc15fc" providerId="LiveId" clId="{F4238A5F-677D-43C0-B2D3-BFD989BC97CF}" dt="2020-09-02T18:14:13.536" v="1659" actId="571"/>
          <ac:spMkLst>
            <pc:docMk/>
            <pc:sldMk cId="0" sldId="342"/>
            <ac:spMk id="128" creationId="{3D736798-B262-4690-987C-1323FDE055D9}"/>
          </ac:spMkLst>
        </pc:spChg>
        <pc:spChg chg="mod">
          <ac:chgData name="Marco Sanches" userId="301bf0f768bc15fc" providerId="LiveId" clId="{F4238A5F-677D-43C0-B2D3-BFD989BC97CF}" dt="2020-09-02T18:14:13.536" v="1659" actId="571"/>
          <ac:spMkLst>
            <pc:docMk/>
            <pc:sldMk cId="0" sldId="342"/>
            <ac:spMk id="129" creationId="{0C03A358-8753-49A2-9679-98C752AAF4F4}"/>
          </ac:spMkLst>
        </pc:spChg>
        <pc:spChg chg="mod">
          <ac:chgData name="Marco Sanches" userId="301bf0f768bc15fc" providerId="LiveId" clId="{F4238A5F-677D-43C0-B2D3-BFD989BC97CF}" dt="2020-09-02T18:14:13.536" v="1659" actId="571"/>
          <ac:spMkLst>
            <pc:docMk/>
            <pc:sldMk cId="0" sldId="342"/>
            <ac:spMk id="131" creationId="{A8A4B483-A8BD-4278-A5F9-20EB3F7B570E}"/>
          </ac:spMkLst>
        </pc:spChg>
        <pc:spChg chg="mod">
          <ac:chgData name="Marco Sanches" userId="301bf0f768bc15fc" providerId="LiveId" clId="{F4238A5F-677D-43C0-B2D3-BFD989BC97CF}" dt="2020-09-02T18:14:13.536" v="1659" actId="571"/>
          <ac:spMkLst>
            <pc:docMk/>
            <pc:sldMk cId="0" sldId="342"/>
            <ac:spMk id="132" creationId="{01880B4B-B990-472F-9DAA-2A662ED58223}"/>
          </ac:spMkLst>
        </pc:spChg>
        <pc:spChg chg="mod">
          <ac:chgData name="Marco Sanches" userId="301bf0f768bc15fc" providerId="LiveId" clId="{F4238A5F-677D-43C0-B2D3-BFD989BC97CF}" dt="2020-09-02T18:14:13.536" v="1659" actId="571"/>
          <ac:spMkLst>
            <pc:docMk/>
            <pc:sldMk cId="0" sldId="342"/>
            <ac:spMk id="133" creationId="{50EF4A8D-4E63-4F53-8FC8-0AC0A0CC88E7}"/>
          </ac:spMkLst>
        </pc:spChg>
        <pc:spChg chg="mod">
          <ac:chgData name="Marco Sanches" userId="301bf0f768bc15fc" providerId="LiveId" clId="{F4238A5F-677D-43C0-B2D3-BFD989BC97CF}" dt="2020-09-02T18:14:13.536" v="1659" actId="571"/>
          <ac:spMkLst>
            <pc:docMk/>
            <pc:sldMk cId="0" sldId="342"/>
            <ac:spMk id="134" creationId="{FC2BF523-155F-4407-84B6-F53FD27612FE}"/>
          </ac:spMkLst>
        </pc:spChg>
        <pc:spChg chg="add mod">
          <ac:chgData name="Marco Sanches" userId="301bf0f768bc15fc" providerId="LiveId" clId="{F4238A5F-677D-43C0-B2D3-BFD989BC97CF}" dt="2020-09-02T18:14:13.536" v="1659" actId="571"/>
          <ac:spMkLst>
            <pc:docMk/>
            <pc:sldMk cId="0" sldId="342"/>
            <ac:spMk id="135" creationId="{BDB7B712-269B-4EE9-8707-1FD63F37C944}"/>
          </ac:spMkLst>
        </pc:spChg>
        <pc:spChg chg="add mod">
          <ac:chgData name="Marco Sanches" userId="301bf0f768bc15fc" providerId="LiveId" clId="{F4238A5F-677D-43C0-B2D3-BFD989BC97CF}" dt="2020-09-02T18:14:13.536" v="1659" actId="571"/>
          <ac:spMkLst>
            <pc:docMk/>
            <pc:sldMk cId="0" sldId="342"/>
            <ac:spMk id="136" creationId="{DC1A40FE-EDF6-4F0F-B891-075BC7F21863}"/>
          </ac:spMkLst>
        </pc:spChg>
        <pc:spChg chg="add mod">
          <ac:chgData name="Marco Sanches" userId="301bf0f768bc15fc" providerId="LiveId" clId="{F4238A5F-677D-43C0-B2D3-BFD989BC97CF}" dt="2020-09-02T18:14:13.536" v="1659" actId="571"/>
          <ac:spMkLst>
            <pc:docMk/>
            <pc:sldMk cId="0" sldId="342"/>
            <ac:spMk id="141" creationId="{0C0C72F9-A7B2-4CB2-9621-EF2BDE8DA278}"/>
          </ac:spMkLst>
        </pc:spChg>
        <pc:spChg chg="add mod">
          <ac:chgData name="Marco Sanches" userId="301bf0f768bc15fc" providerId="LiveId" clId="{F4238A5F-677D-43C0-B2D3-BFD989BC97CF}" dt="2020-09-02T18:13:59.129" v="1654" actId="571"/>
          <ac:spMkLst>
            <pc:docMk/>
            <pc:sldMk cId="0" sldId="342"/>
            <ac:spMk id="142" creationId="{87BE2EA3-7AEA-4822-A880-225C4EE6A74C}"/>
          </ac:spMkLst>
        </pc:spChg>
        <pc:spChg chg="add mod">
          <ac:chgData name="Marco Sanches" userId="301bf0f768bc15fc" providerId="LiveId" clId="{F4238A5F-677D-43C0-B2D3-BFD989BC97CF}" dt="2020-09-02T18:13:59.129" v="1654" actId="571"/>
          <ac:spMkLst>
            <pc:docMk/>
            <pc:sldMk cId="0" sldId="342"/>
            <ac:spMk id="143" creationId="{3953FFEF-4CEA-46FB-9391-DCD3FDE39F57}"/>
          </ac:spMkLst>
        </pc:spChg>
        <pc:spChg chg="mod">
          <ac:chgData name="Marco Sanches" userId="301bf0f768bc15fc" providerId="LiveId" clId="{F4238A5F-677D-43C0-B2D3-BFD989BC97CF}" dt="2020-09-02T18:13:59.129" v="1654" actId="571"/>
          <ac:spMkLst>
            <pc:docMk/>
            <pc:sldMk cId="0" sldId="342"/>
            <ac:spMk id="145" creationId="{B5D90EBC-9C8E-49F2-9576-DD74875C7E4D}"/>
          </ac:spMkLst>
        </pc:spChg>
        <pc:spChg chg="mod">
          <ac:chgData name="Marco Sanches" userId="301bf0f768bc15fc" providerId="LiveId" clId="{F4238A5F-677D-43C0-B2D3-BFD989BC97CF}" dt="2020-09-02T18:13:59.129" v="1654" actId="571"/>
          <ac:spMkLst>
            <pc:docMk/>
            <pc:sldMk cId="0" sldId="342"/>
            <ac:spMk id="146" creationId="{381AF2D5-55D9-459F-B44C-BA95E526D63C}"/>
          </ac:spMkLst>
        </pc:spChg>
        <pc:spChg chg="mod">
          <ac:chgData name="Marco Sanches" userId="301bf0f768bc15fc" providerId="LiveId" clId="{F4238A5F-677D-43C0-B2D3-BFD989BC97CF}" dt="2020-09-02T18:13:59.129" v="1654" actId="571"/>
          <ac:spMkLst>
            <pc:docMk/>
            <pc:sldMk cId="0" sldId="342"/>
            <ac:spMk id="147" creationId="{86A2720B-37BB-472F-87F3-1A70553E5295}"/>
          </ac:spMkLst>
        </pc:spChg>
        <pc:spChg chg="mod">
          <ac:chgData name="Marco Sanches" userId="301bf0f768bc15fc" providerId="LiveId" clId="{F4238A5F-677D-43C0-B2D3-BFD989BC97CF}" dt="2020-09-02T18:13:59.129" v="1654" actId="571"/>
          <ac:spMkLst>
            <pc:docMk/>
            <pc:sldMk cId="0" sldId="342"/>
            <ac:spMk id="148" creationId="{282B12BB-C446-4B6A-B201-303F66D86FC5}"/>
          </ac:spMkLst>
        </pc:spChg>
        <pc:spChg chg="mod">
          <ac:chgData name="Marco Sanches" userId="301bf0f768bc15fc" providerId="LiveId" clId="{F4238A5F-677D-43C0-B2D3-BFD989BC97CF}" dt="2020-09-02T18:13:59.129" v="1654" actId="571"/>
          <ac:spMkLst>
            <pc:docMk/>
            <pc:sldMk cId="0" sldId="342"/>
            <ac:spMk id="149" creationId="{ABB27558-AB17-40D0-BDA2-5D14C592DB3E}"/>
          </ac:spMkLst>
        </pc:spChg>
        <pc:spChg chg="mod">
          <ac:chgData name="Marco Sanches" userId="301bf0f768bc15fc" providerId="LiveId" clId="{F4238A5F-677D-43C0-B2D3-BFD989BC97CF}" dt="2020-09-02T18:13:59.129" v="1654" actId="571"/>
          <ac:spMkLst>
            <pc:docMk/>
            <pc:sldMk cId="0" sldId="342"/>
            <ac:spMk id="150" creationId="{716D1F51-0C28-4B00-9516-96A3113E780B}"/>
          </ac:spMkLst>
        </pc:spChg>
        <pc:spChg chg="mod">
          <ac:chgData name="Marco Sanches" userId="301bf0f768bc15fc" providerId="LiveId" clId="{F4238A5F-677D-43C0-B2D3-BFD989BC97CF}" dt="2020-09-02T18:13:59.129" v="1654" actId="571"/>
          <ac:spMkLst>
            <pc:docMk/>
            <pc:sldMk cId="0" sldId="342"/>
            <ac:spMk id="151" creationId="{1380F261-A16D-4B35-B393-AB87BE039FDC}"/>
          </ac:spMkLst>
        </pc:spChg>
        <pc:spChg chg="add mod">
          <ac:chgData name="Marco Sanches" userId="301bf0f768bc15fc" providerId="LiveId" clId="{F4238A5F-677D-43C0-B2D3-BFD989BC97CF}" dt="2020-09-02T18:13:59.129" v="1654" actId="571"/>
          <ac:spMkLst>
            <pc:docMk/>
            <pc:sldMk cId="0" sldId="342"/>
            <ac:spMk id="152" creationId="{364152DE-86DA-45D8-8A99-9FCEFCC7272A}"/>
          </ac:spMkLst>
        </pc:spChg>
        <pc:spChg chg="add mod">
          <ac:chgData name="Marco Sanches" userId="301bf0f768bc15fc" providerId="LiveId" clId="{F4238A5F-677D-43C0-B2D3-BFD989BC97CF}" dt="2020-09-02T18:13:59.129" v="1654" actId="571"/>
          <ac:spMkLst>
            <pc:docMk/>
            <pc:sldMk cId="0" sldId="342"/>
            <ac:spMk id="153" creationId="{D3303657-43E0-4621-920C-98A0005768C8}"/>
          </ac:spMkLst>
        </pc:spChg>
        <pc:spChg chg="mod">
          <ac:chgData name="Marco Sanches" userId="301bf0f768bc15fc" providerId="LiveId" clId="{F4238A5F-677D-43C0-B2D3-BFD989BC97CF}" dt="2020-09-02T18:13:59.129" v="1654" actId="571"/>
          <ac:spMkLst>
            <pc:docMk/>
            <pc:sldMk cId="0" sldId="342"/>
            <ac:spMk id="156" creationId="{719760EB-0F64-4575-87AD-72704A644FBE}"/>
          </ac:spMkLst>
        </pc:spChg>
        <pc:spChg chg="mod">
          <ac:chgData name="Marco Sanches" userId="301bf0f768bc15fc" providerId="LiveId" clId="{F4238A5F-677D-43C0-B2D3-BFD989BC97CF}" dt="2020-09-02T18:13:59.129" v="1654" actId="571"/>
          <ac:spMkLst>
            <pc:docMk/>
            <pc:sldMk cId="0" sldId="342"/>
            <ac:spMk id="157" creationId="{DF35F8CF-F104-4BDD-9EC6-61FA2FC926DA}"/>
          </ac:spMkLst>
        </pc:spChg>
        <pc:spChg chg="mod">
          <ac:chgData name="Marco Sanches" userId="301bf0f768bc15fc" providerId="LiveId" clId="{F4238A5F-677D-43C0-B2D3-BFD989BC97CF}" dt="2020-09-02T18:13:59.129" v="1654" actId="571"/>
          <ac:spMkLst>
            <pc:docMk/>
            <pc:sldMk cId="0" sldId="342"/>
            <ac:spMk id="158" creationId="{F2047DA5-9BEC-477C-8CFA-D810CEC7CB68}"/>
          </ac:spMkLst>
        </pc:spChg>
        <pc:spChg chg="mod">
          <ac:chgData name="Marco Sanches" userId="301bf0f768bc15fc" providerId="LiveId" clId="{F4238A5F-677D-43C0-B2D3-BFD989BC97CF}" dt="2020-09-02T18:13:59.129" v="1654" actId="571"/>
          <ac:spMkLst>
            <pc:docMk/>
            <pc:sldMk cId="0" sldId="342"/>
            <ac:spMk id="159" creationId="{13538290-9C01-40BA-BF9B-A59879EF6E4B}"/>
          </ac:spMkLst>
        </pc:spChg>
        <pc:spChg chg="mod">
          <ac:chgData name="Marco Sanches" userId="301bf0f768bc15fc" providerId="LiveId" clId="{F4238A5F-677D-43C0-B2D3-BFD989BC97CF}" dt="2020-09-02T18:13:59.129" v="1654" actId="571"/>
          <ac:spMkLst>
            <pc:docMk/>
            <pc:sldMk cId="0" sldId="342"/>
            <ac:spMk id="160" creationId="{AC4EF8DC-6524-4035-BC39-946D5F13D98B}"/>
          </ac:spMkLst>
        </pc:spChg>
        <pc:spChg chg="mod">
          <ac:chgData name="Marco Sanches" userId="301bf0f768bc15fc" providerId="LiveId" clId="{F4238A5F-677D-43C0-B2D3-BFD989BC97CF}" dt="2020-09-02T18:13:59.129" v="1654" actId="571"/>
          <ac:spMkLst>
            <pc:docMk/>
            <pc:sldMk cId="0" sldId="342"/>
            <ac:spMk id="161" creationId="{8DB95D0F-491E-481A-9EA8-3D1863D1842C}"/>
          </ac:spMkLst>
        </pc:spChg>
        <pc:spChg chg="mod">
          <ac:chgData name="Marco Sanches" userId="301bf0f768bc15fc" providerId="LiveId" clId="{F4238A5F-677D-43C0-B2D3-BFD989BC97CF}" dt="2020-09-02T18:13:59.129" v="1654" actId="571"/>
          <ac:spMkLst>
            <pc:docMk/>
            <pc:sldMk cId="0" sldId="342"/>
            <ac:spMk id="162" creationId="{E102AB5A-0EBC-47AF-87A6-5DA3CF4B9E1E}"/>
          </ac:spMkLst>
        </pc:spChg>
        <pc:spChg chg="add mod">
          <ac:chgData name="Marco Sanches" userId="301bf0f768bc15fc" providerId="LiveId" clId="{F4238A5F-677D-43C0-B2D3-BFD989BC97CF}" dt="2020-09-02T18:13:59.129" v="1654" actId="571"/>
          <ac:spMkLst>
            <pc:docMk/>
            <pc:sldMk cId="0" sldId="342"/>
            <ac:spMk id="163" creationId="{4C1171F8-74E4-48D3-8F69-B1FCFB576DF3}"/>
          </ac:spMkLst>
        </pc:spChg>
        <pc:spChg chg="add mod">
          <ac:chgData name="Marco Sanches" userId="301bf0f768bc15fc" providerId="LiveId" clId="{F4238A5F-677D-43C0-B2D3-BFD989BC97CF}" dt="2020-09-02T18:13:59.129" v="1654" actId="571"/>
          <ac:spMkLst>
            <pc:docMk/>
            <pc:sldMk cId="0" sldId="342"/>
            <ac:spMk id="164" creationId="{FD89F834-E8AC-46D7-94E2-592DF4FBDCB6}"/>
          </ac:spMkLst>
        </pc:spChg>
        <pc:spChg chg="add mod">
          <ac:chgData name="Marco Sanches" userId="301bf0f768bc15fc" providerId="LiveId" clId="{F4238A5F-677D-43C0-B2D3-BFD989BC97CF}" dt="2020-09-02T18:13:59.129" v="1654" actId="571"/>
          <ac:spMkLst>
            <pc:docMk/>
            <pc:sldMk cId="0" sldId="342"/>
            <ac:spMk id="168" creationId="{C1D5F834-5F6C-4010-A6A4-717099C1C12B}"/>
          </ac:spMkLst>
        </pc:spChg>
        <pc:spChg chg="add mod">
          <ac:chgData name="Marco Sanches" userId="301bf0f768bc15fc" providerId="LiveId" clId="{F4238A5F-677D-43C0-B2D3-BFD989BC97CF}" dt="2020-09-02T18:14:12.444" v="1657" actId="571"/>
          <ac:spMkLst>
            <pc:docMk/>
            <pc:sldMk cId="0" sldId="342"/>
            <ac:spMk id="169" creationId="{5B9A4FF3-D8B5-4C98-A79A-CBA53EB92189}"/>
          </ac:spMkLst>
        </pc:spChg>
        <pc:spChg chg="add mod">
          <ac:chgData name="Marco Sanches" userId="301bf0f768bc15fc" providerId="LiveId" clId="{F4238A5F-677D-43C0-B2D3-BFD989BC97CF}" dt="2020-09-02T18:14:12.444" v="1657" actId="571"/>
          <ac:spMkLst>
            <pc:docMk/>
            <pc:sldMk cId="0" sldId="342"/>
            <ac:spMk id="170" creationId="{37C83665-5912-477D-A0B6-064F52AA15FF}"/>
          </ac:spMkLst>
        </pc:spChg>
        <pc:spChg chg="mod">
          <ac:chgData name="Marco Sanches" userId="301bf0f768bc15fc" providerId="LiveId" clId="{F4238A5F-677D-43C0-B2D3-BFD989BC97CF}" dt="2020-09-02T18:14:12.444" v="1657" actId="571"/>
          <ac:spMkLst>
            <pc:docMk/>
            <pc:sldMk cId="0" sldId="342"/>
            <ac:spMk id="172" creationId="{84D29BB0-57E8-4080-B1BA-F4713DB86705}"/>
          </ac:spMkLst>
        </pc:spChg>
        <pc:spChg chg="mod">
          <ac:chgData name="Marco Sanches" userId="301bf0f768bc15fc" providerId="LiveId" clId="{F4238A5F-677D-43C0-B2D3-BFD989BC97CF}" dt="2020-09-02T18:14:12.444" v="1657" actId="571"/>
          <ac:spMkLst>
            <pc:docMk/>
            <pc:sldMk cId="0" sldId="342"/>
            <ac:spMk id="173" creationId="{E03594B3-F3F7-41E8-9010-AA10578D1DE4}"/>
          </ac:spMkLst>
        </pc:spChg>
        <pc:spChg chg="mod">
          <ac:chgData name="Marco Sanches" userId="301bf0f768bc15fc" providerId="LiveId" clId="{F4238A5F-677D-43C0-B2D3-BFD989BC97CF}" dt="2020-09-02T18:14:12.444" v="1657" actId="571"/>
          <ac:spMkLst>
            <pc:docMk/>
            <pc:sldMk cId="0" sldId="342"/>
            <ac:spMk id="174" creationId="{C52CDB48-654E-4EBC-B32A-FBF811B68CF8}"/>
          </ac:spMkLst>
        </pc:spChg>
        <pc:spChg chg="mod">
          <ac:chgData name="Marco Sanches" userId="301bf0f768bc15fc" providerId="LiveId" clId="{F4238A5F-677D-43C0-B2D3-BFD989BC97CF}" dt="2020-09-02T18:14:12.444" v="1657" actId="571"/>
          <ac:spMkLst>
            <pc:docMk/>
            <pc:sldMk cId="0" sldId="342"/>
            <ac:spMk id="175" creationId="{58CE8D9B-34CE-4206-974F-DAADEA8EB5C3}"/>
          </ac:spMkLst>
        </pc:spChg>
        <pc:spChg chg="mod">
          <ac:chgData name="Marco Sanches" userId="301bf0f768bc15fc" providerId="LiveId" clId="{F4238A5F-677D-43C0-B2D3-BFD989BC97CF}" dt="2020-09-02T18:14:12.444" v="1657" actId="571"/>
          <ac:spMkLst>
            <pc:docMk/>
            <pc:sldMk cId="0" sldId="342"/>
            <ac:spMk id="176" creationId="{34723594-791F-40A1-B2BC-E2BFD85050D1}"/>
          </ac:spMkLst>
        </pc:spChg>
        <pc:spChg chg="mod">
          <ac:chgData name="Marco Sanches" userId="301bf0f768bc15fc" providerId="LiveId" clId="{F4238A5F-677D-43C0-B2D3-BFD989BC97CF}" dt="2020-09-02T18:14:12.444" v="1657" actId="571"/>
          <ac:spMkLst>
            <pc:docMk/>
            <pc:sldMk cId="0" sldId="342"/>
            <ac:spMk id="177" creationId="{87586F79-1360-44FA-9405-8F2C9181A011}"/>
          </ac:spMkLst>
        </pc:spChg>
        <pc:spChg chg="mod">
          <ac:chgData name="Marco Sanches" userId="301bf0f768bc15fc" providerId="LiveId" clId="{F4238A5F-677D-43C0-B2D3-BFD989BC97CF}" dt="2020-09-02T18:14:12.444" v="1657" actId="571"/>
          <ac:spMkLst>
            <pc:docMk/>
            <pc:sldMk cId="0" sldId="342"/>
            <ac:spMk id="178" creationId="{E57328CD-959E-4DAD-B92F-BDCF1ECCAFE1}"/>
          </ac:spMkLst>
        </pc:spChg>
        <pc:spChg chg="add mod">
          <ac:chgData name="Marco Sanches" userId="301bf0f768bc15fc" providerId="LiveId" clId="{F4238A5F-677D-43C0-B2D3-BFD989BC97CF}" dt="2020-09-02T18:14:12.444" v="1657" actId="571"/>
          <ac:spMkLst>
            <pc:docMk/>
            <pc:sldMk cId="0" sldId="342"/>
            <ac:spMk id="179" creationId="{7F35033A-E49B-4A76-A58B-E0814EC6469F}"/>
          </ac:spMkLst>
        </pc:spChg>
        <pc:spChg chg="add mod">
          <ac:chgData name="Marco Sanches" userId="301bf0f768bc15fc" providerId="LiveId" clId="{F4238A5F-677D-43C0-B2D3-BFD989BC97CF}" dt="2020-09-02T18:14:12.444" v="1657" actId="571"/>
          <ac:spMkLst>
            <pc:docMk/>
            <pc:sldMk cId="0" sldId="342"/>
            <ac:spMk id="180" creationId="{16E7CE25-516C-4686-BA15-C7BB13AF5023}"/>
          </ac:spMkLst>
        </pc:spChg>
        <pc:spChg chg="mod">
          <ac:chgData name="Marco Sanches" userId="301bf0f768bc15fc" providerId="LiveId" clId="{F4238A5F-677D-43C0-B2D3-BFD989BC97CF}" dt="2020-09-02T18:14:12.444" v="1657" actId="571"/>
          <ac:spMkLst>
            <pc:docMk/>
            <pc:sldMk cId="0" sldId="342"/>
            <ac:spMk id="183" creationId="{EF3638A3-B5AA-40DC-90E4-191B464FFD16}"/>
          </ac:spMkLst>
        </pc:spChg>
        <pc:spChg chg="mod">
          <ac:chgData name="Marco Sanches" userId="301bf0f768bc15fc" providerId="LiveId" clId="{F4238A5F-677D-43C0-B2D3-BFD989BC97CF}" dt="2020-09-02T18:14:12.444" v="1657" actId="571"/>
          <ac:spMkLst>
            <pc:docMk/>
            <pc:sldMk cId="0" sldId="342"/>
            <ac:spMk id="184" creationId="{CFAAE7FD-B394-4A2C-80E2-C4D3027D2E3D}"/>
          </ac:spMkLst>
        </pc:spChg>
        <pc:spChg chg="mod">
          <ac:chgData name="Marco Sanches" userId="301bf0f768bc15fc" providerId="LiveId" clId="{F4238A5F-677D-43C0-B2D3-BFD989BC97CF}" dt="2020-09-02T18:14:12.444" v="1657" actId="571"/>
          <ac:spMkLst>
            <pc:docMk/>
            <pc:sldMk cId="0" sldId="342"/>
            <ac:spMk id="185" creationId="{3D725A10-D831-4616-B42F-754421D0F03B}"/>
          </ac:spMkLst>
        </pc:spChg>
        <pc:spChg chg="mod">
          <ac:chgData name="Marco Sanches" userId="301bf0f768bc15fc" providerId="LiveId" clId="{F4238A5F-677D-43C0-B2D3-BFD989BC97CF}" dt="2020-09-02T18:14:12.444" v="1657" actId="571"/>
          <ac:spMkLst>
            <pc:docMk/>
            <pc:sldMk cId="0" sldId="342"/>
            <ac:spMk id="186" creationId="{DAABC025-C714-4116-B64C-9FE2373CE949}"/>
          </ac:spMkLst>
        </pc:spChg>
        <pc:spChg chg="mod">
          <ac:chgData name="Marco Sanches" userId="301bf0f768bc15fc" providerId="LiveId" clId="{F4238A5F-677D-43C0-B2D3-BFD989BC97CF}" dt="2020-09-02T18:14:12.444" v="1657" actId="571"/>
          <ac:spMkLst>
            <pc:docMk/>
            <pc:sldMk cId="0" sldId="342"/>
            <ac:spMk id="187" creationId="{C69824F7-E547-4210-A99E-A6D4C9D00C89}"/>
          </ac:spMkLst>
        </pc:spChg>
        <pc:spChg chg="mod">
          <ac:chgData name="Marco Sanches" userId="301bf0f768bc15fc" providerId="LiveId" clId="{F4238A5F-677D-43C0-B2D3-BFD989BC97CF}" dt="2020-09-02T18:14:12.444" v="1657" actId="571"/>
          <ac:spMkLst>
            <pc:docMk/>
            <pc:sldMk cId="0" sldId="342"/>
            <ac:spMk id="188" creationId="{7F048707-FC2C-475C-8D6E-A1D165EB9B53}"/>
          </ac:spMkLst>
        </pc:spChg>
        <pc:spChg chg="mod">
          <ac:chgData name="Marco Sanches" userId="301bf0f768bc15fc" providerId="LiveId" clId="{F4238A5F-677D-43C0-B2D3-BFD989BC97CF}" dt="2020-09-02T18:14:12.444" v="1657" actId="571"/>
          <ac:spMkLst>
            <pc:docMk/>
            <pc:sldMk cId="0" sldId="342"/>
            <ac:spMk id="189" creationId="{471E037D-4E7B-4424-98EE-E3AA1E6D0706}"/>
          </ac:spMkLst>
        </pc:spChg>
        <pc:spChg chg="add mod">
          <ac:chgData name="Marco Sanches" userId="301bf0f768bc15fc" providerId="LiveId" clId="{F4238A5F-677D-43C0-B2D3-BFD989BC97CF}" dt="2020-09-02T18:14:12.444" v="1657" actId="571"/>
          <ac:spMkLst>
            <pc:docMk/>
            <pc:sldMk cId="0" sldId="342"/>
            <ac:spMk id="190" creationId="{19932092-4550-4A4D-A9B7-F5A436BF4002}"/>
          </ac:spMkLst>
        </pc:spChg>
        <pc:spChg chg="add mod">
          <ac:chgData name="Marco Sanches" userId="301bf0f768bc15fc" providerId="LiveId" clId="{F4238A5F-677D-43C0-B2D3-BFD989BC97CF}" dt="2020-09-02T18:14:12.444" v="1657" actId="571"/>
          <ac:spMkLst>
            <pc:docMk/>
            <pc:sldMk cId="0" sldId="342"/>
            <ac:spMk id="191" creationId="{9115F8B7-AA65-4417-8117-10962AA74294}"/>
          </ac:spMkLst>
        </pc:spChg>
        <pc:spChg chg="add mod">
          <ac:chgData name="Marco Sanches" userId="301bf0f768bc15fc" providerId="LiveId" clId="{F4238A5F-677D-43C0-B2D3-BFD989BC97CF}" dt="2020-09-02T18:14:12.444" v="1657" actId="571"/>
          <ac:spMkLst>
            <pc:docMk/>
            <pc:sldMk cId="0" sldId="342"/>
            <ac:spMk id="195" creationId="{95976096-51C3-4B97-81CD-B77491A698F8}"/>
          </ac:spMkLst>
        </pc:spChg>
        <pc:spChg chg="add mod">
          <ac:chgData name="Marco Sanches" userId="301bf0f768bc15fc" providerId="LiveId" clId="{F4238A5F-677D-43C0-B2D3-BFD989BC97CF}" dt="2020-09-02T18:14:31.044" v="1664" actId="1076"/>
          <ac:spMkLst>
            <pc:docMk/>
            <pc:sldMk cId="0" sldId="342"/>
            <ac:spMk id="196" creationId="{F2E609F3-33D8-4978-934F-2CC64CA8AB53}"/>
          </ac:spMkLst>
        </pc:spChg>
        <pc:spChg chg="add mod">
          <ac:chgData name="Marco Sanches" userId="301bf0f768bc15fc" providerId="LiveId" clId="{F4238A5F-677D-43C0-B2D3-BFD989BC97CF}" dt="2020-09-02T18:14:31.044" v="1664" actId="1076"/>
          <ac:spMkLst>
            <pc:docMk/>
            <pc:sldMk cId="0" sldId="342"/>
            <ac:spMk id="197" creationId="{AAAE54C3-631A-44AD-B0DC-4402BEAD366F}"/>
          </ac:spMkLst>
        </pc:spChg>
        <pc:spChg chg="mod">
          <ac:chgData name="Marco Sanches" userId="301bf0f768bc15fc" providerId="LiveId" clId="{F4238A5F-677D-43C0-B2D3-BFD989BC97CF}" dt="2020-09-02T18:14:31.044" v="1664" actId="1076"/>
          <ac:spMkLst>
            <pc:docMk/>
            <pc:sldMk cId="0" sldId="342"/>
            <ac:spMk id="199" creationId="{9BFF8B3E-251D-4057-A407-C11FA1733B6D}"/>
          </ac:spMkLst>
        </pc:spChg>
        <pc:spChg chg="mod">
          <ac:chgData name="Marco Sanches" userId="301bf0f768bc15fc" providerId="LiveId" clId="{F4238A5F-677D-43C0-B2D3-BFD989BC97CF}" dt="2020-09-02T18:14:31.044" v="1664" actId="1076"/>
          <ac:spMkLst>
            <pc:docMk/>
            <pc:sldMk cId="0" sldId="342"/>
            <ac:spMk id="200" creationId="{6773180D-19E8-4DB9-AA6B-80845B989498}"/>
          </ac:spMkLst>
        </pc:spChg>
        <pc:spChg chg="mod">
          <ac:chgData name="Marco Sanches" userId="301bf0f768bc15fc" providerId="LiveId" clId="{F4238A5F-677D-43C0-B2D3-BFD989BC97CF}" dt="2020-09-02T18:14:31.044" v="1664" actId="1076"/>
          <ac:spMkLst>
            <pc:docMk/>
            <pc:sldMk cId="0" sldId="342"/>
            <ac:spMk id="201" creationId="{C3416C0D-15FA-4A2D-A48D-9166659C36D4}"/>
          </ac:spMkLst>
        </pc:spChg>
        <pc:spChg chg="mod">
          <ac:chgData name="Marco Sanches" userId="301bf0f768bc15fc" providerId="LiveId" clId="{F4238A5F-677D-43C0-B2D3-BFD989BC97CF}" dt="2020-09-02T18:14:31.044" v="1664" actId="1076"/>
          <ac:spMkLst>
            <pc:docMk/>
            <pc:sldMk cId="0" sldId="342"/>
            <ac:spMk id="202" creationId="{518AD7EA-881A-4729-8C56-99AE44DBDBE7}"/>
          </ac:spMkLst>
        </pc:spChg>
        <pc:spChg chg="mod">
          <ac:chgData name="Marco Sanches" userId="301bf0f768bc15fc" providerId="LiveId" clId="{F4238A5F-677D-43C0-B2D3-BFD989BC97CF}" dt="2020-09-02T18:14:31.044" v="1664" actId="1076"/>
          <ac:spMkLst>
            <pc:docMk/>
            <pc:sldMk cId="0" sldId="342"/>
            <ac:spMk id="203" creationId="{40BD3E9C-9270-4C57-8156-4C4DAC375CCD}"/>
          </ac:spMkLst>
        </pc:spChg>
        <pc:spChg chg="mod">
          <ac:chgData name="Marco Sanches" userId="301bf0f768bc15fc" providerId="LiveId" clId="{F4238A5F-677D-43C0-B2D3-BFD989BC97CF}" dt="2020-09-02T18:14:31.044" v="1664" actId="1076"/>
          <ac:spMkLst>
            <pc:docMk/>
            <pc:sldMk cId="0" sldId="342"/>
            <ac:spMk id="204" creationId="{202ECC4C-0707-4564-A9AB-083EA70C05C6}"/>
          </ac:spMkLst>
        </pc:spChg>
        <pc:spChg chg="mod">
          <ac:chgData name="Marco Sanches" userId="301bf0f768bc15fc" providerId="LiveId" clId="{F4238A5F-677D-43C0-B2D3-BFD989BC97CF}" dt="2020-09-02T18:14:31.044" v="1664" actId="1076"/>
          <ac:spMkLst>
            <pc:docMk/>
            <pc:sldMk cId="0" sldId="342"/>
            <ac:spMk id="205" creationId="{AD0288EE-BAF8-4B37-A66A-1A80864A39B9}"/>
          </ac:spMkLst>
        </pc:spChg>
        <pc:spChg chg="add mod">
          <ac:chgData name="Marco Sanches" userId="301bf0f768bc15fc" providerId="LiveId" clId="{F4238A5F-677D-43C0-B2D3-BFD989BC97CF}" dt="2020-09-02T18:14:31.044" v="1664" actId="1076"/>
          <ac:spMkLst>
            <pc:docMk/>
            <pc:sldMk cId="0" sldId="342"/>
            <ac:spMk id="206" creationId="{70C86ED8-6E23-4754-A44E-2B5F5FBE58A0}"/>
          </ac:spMkLst>
        </pc:spChg>
        <pc:spChg chg="add mod">
          <ac:chgData name="Marco Sanches" userId="301bf0f768bc15fc" providerId="LiveId" clId="{F4238A5F-677D-43C0-B2D3-BFD989BC97CF}" dt="2020-09-02T18:14:31.044" v="1664" actId="1076"/>
          <ac:spMkLst>
            <pc:docMk/>
            <pc:sldMk cId="0" sldId="342"/>
            <ac:spMk id="207" creationId="{356DC1F9-3349-43E4-B243-AD0AEAD01177}"/>
          </ac:spMkLst>
        </pc:spChg>
        <pc:spChg chg="mod">
          <ac:chgData name="Marco Sanches" userId="301bf0f768bc15fc" providerId="LiveId" clId="{F4238A5F-677D-43C0-B2D3-BFD989BC97CF}" dt="2020-09-02T18:23:35.587" v="1833" actId="1036"/>
          <ac:spMkLst>
            <pc:docMk/>
            <pc:sldMk cId="0" sldId="342"/>
            <ac:spMk id="210" creationId="{0D354F95-529C-469B-8BAC-D212EAB30AF5}"/>
          </ac:spMkLst>
        </pc:spChg>
        <pc:spChg chg="mod">
          <ac:chgData name="Marco Sanches" userId="301bf0f768bc15fc" providerId="LiveId" clId="{F4238A5F-677D-43C0-B2D3-BFD989BC97CF}" dt="2020-09-02T18:23:35.587" v="1833" actId="1036"/>
          <ac:spMkLst>
            <pc:docMk/>
            <pc:sldMk cId="0" sldId="342"/>
            <ac:spMk id="211" creationId="{C04CC3B4-E434-4624-B150-7BB59EE61D8D}"/>
          </ac:spMkLst>
        </pc:spChg>
        <pc:spChg chg="mod">
          <ac:chgData name="Marco Sanches" userId="301bf0f768bc15fc" providerId="LiveId" clId="{F4238A5F-677D-43C0-B2D3-BFD989BC97CF}" dt="2020-09-02T18:23:35.587" v="1833" actId="1036"/>
          <ac:spMkLst>
            <pc:docMk/>
            <pc:sldMk cId="0" sldId="342"/>
            <ac:spMk id="212" creationId="{4AC86EFB-4FBD-4EC3-B37C-3ED1DA2675B3}"/>
          </ac:spMkLst>
        </pc:spChg>
        <pc:spChg chg="mod">
          <ac:chgData name="Marco Sanches" userId="301bf0f768bc15fc" providerId="LiveId" clId="{F4238A5F-677D-43C0-B2D3-BFD989BC97CF}" dt="2020-09-02T18:23:35.587" v="1833" actId="1036"/>
          <ac:spMkLst>
            <pc:docMk/>
            <pc:sldMk cId="0" sldId="342"/>
            <ac:spMk id="213" creationId="{F7966054-9D32-41ED-8586-FED6B36BDC72}"/>
          </ac:spMkLst>
        </pc:spChg>
        <pc:spChg chg="mod">
          <ac:chgData name="Marco Sanches" userId="301bf0f768bc15fc" providerId="LiveId" clId="{F4238A5F-677D-43C0-B2D3-BFD989BC97CF}" dt="2020-09-02T18:23:35.587" v="1833" actId="1036"/>
          <ac:spMkLst>
            <pc:docMk/>
            <pc:sldMk cId="0" sldId="342"/>
            <ac:spMk id="214" creationId="{ED3FC805-15CF-41D0-8548-F048AB94FFBD}"/>
          </ac:spMkLst>
        </pc:spChg>
        <pc:spChg chg="mod">
          <ac:chgData name="Marco Sanches" userId="301bf0f768bc15fc" providerId="LiveId" clId="{F4238A5F-677D-43C0-B2D3-BFD989BC97CF}" dt="2020-09-02T18:23:35.587" v="1833" actId="1036"/>
          <ac:spMkLst>
            <pc:docMk/>
            <pc:sldMk cId="0" sldId="342"/>
            <ac:spMk id="215" creationId="{A9ED5593-8D8A-4B80-BE30-525EE06E8CA8}"/>
          </ac:spMkLst>
        </pc:spChg>
        <pc:spChg chg="mod">
          <ac:chgData name="Marco Sanches" userId="301bf0f768bc15fc" providerId="LiveId" clId="{F4238A5F-677D-43C0-B2D3-BFD989BC97CF}" dt="2020-09-02T18:23:35.587" v="1833" actId="1036"/>
          <ac:spMkLst>
            <pc:docMk/>
            <pc:sldMk cId="0" sldId="342"/>
            <ac:spMk id="216" creationId="{1E6809FE-81A4-43C2-92FB-9689E5A81E1A}"/>
          </ac:spMkLst>
        </pc:spChg>
        <pc:spChg chg="add mod">
          <ac:chgData name="Marco Sanches" userId="301bf0f768bc15fc" providerId="LiveId" clId="{F4238A5F-677D-43C0-B2D3-BFD989BC97CF}" dt="2020-09-02T18:14:31.044" v="1664" actId="1076"/>
          <ac:spMkLst>
            <pc:docMk/>
            <pc:sldMk cId="0" sldId="342"/>
            <ac:spMk id="217" creationId="{B7C5A156-C1AC-410A-B946-DEC8FBA63A0D}"/>
          </ac:spMkLst>
        </pc:spChg>
        <pc:spChg chg="add mod">
          <ac:chgData name="Marco Sanches" userId="301bf0f768bc15fc" providerId="LiveId" clId="{F4238A5F-677D-43C0-B2D3-BFD989BC97CF}" dt="2020-09-02T18:14:31.044" v="1664" actId="1076"/>
          <ac:spMkLst>
            <pc:docMk/>
            <pc:sldMk cId="0" sldId="342"/>
            <ac:spMk id="218" creationId="{8AD20316-0CA6-4F5D-ACAD-0D294F7589A0}"/>
          </ac:spMkLst>
        </pc:spChg>
        <pc:spChg chg="add mod">
          <ac:chgData name="Marco Sanches" userId="301bf0f768bc15fc" providerId="LiveId" clId="{F4238A5F-677D-43C0-B2D3-BFD989BC97CF}" dt="2020-09-02T18:14:36.974" v="1666" actId="20577"/>
          <ac:spMkLst>
            <pc:docMk/>
            <pc:sldMk cId="0" sldId="342"/>
            <ac:spMk id="222" creationId="{4F0E7839-D4A3-4D8B-AA78-CF9AE3E237EC}"/>
          </ac:spMkLst>
        </pc:spChg>
        <pc:spChg chg="add mod">
          <ac:chgData name="Marco Sanches" userId="301bf0f768bc15fc" providerId="LiveId" clId="{F4238A5F-677D-43C0-B2D3-BFD989BC97CF}" dt="2020-09-02T18:14:26.701" v="1663" actId="571"/>
          <ac:spMkLst>
            <pc:docMk/>
            <pc:sldMk cId="0" sldId="342"/>
            <ac:spMk id="223" creationId="{E4C0B01F-5183-4D65-98AB-C924B7A1945A}"/>
          </ac:spMkLst>
        </pc:spChg>
        <pc:spChg chg="add mod">
          <ac:chgData name="Marco Sanches" userId="301bf0f768bc15fc" providerId="LiveId" clId="{F4238A5F-677D-43C0-B2D3-BFD989BC97CF}" dt="2020-09-02T18:14:26.701" v="1663" actId="571"/>
          <ac:spMkLst>
            <pc:docMk/>
            <pc:sldMk cId="0" sldId="342"/>
            <ac:spMk id="224" creationId="{8CEA0E2C-29A6-435A-9BF7-F3189D375280}"/>
          </ac:spMkLst>
        </pc:spChg>
        <pc:spChg chg="mod">
          <ac:chgData name="Marco Sanches" userId="301bf0f768bc15fc" providerId="LiveId" clId="{F4238A5F-677D-43C0-B2D3-BFD989BC97CF}" dt="2020-09-02T18:14:26.701" v="1663" actId="571"/>
          <ac:spMkLst>
            <pc:docMk/>
            <pc:sldMk cId="0" sldId="342"/>
            <ac:spMk id="226" creationId="{9DEDE29C-D418-446C-A7E7-CF3B94073170}"/>
          </ac:spMkLst>
        </pc:spChg>
        <pc:spChg chg="mod">
          <ac:chgData name="Marco Sanches" userId="301bf0f768bc15fc" providerId="LiveId" clId="{F4238A5F-677D-43C0-B2D3-BFD989BC97CF}" dt="2020-09-02T18:14:26.701" v="1663" actId="571"/>
          <ac:spMkLst>
            <pc:docMk/>
            <pc:sldMk cId="0" sldId="342"/>
            <ac:spMk id="227" creationId="{F76A0E30-63A5-4956-8033-9CA666B44A42}"/>
          </ac:spMkLst>
        </pc:spChg>
        <pc:spChg chg="mod">
          <ac:chgData name="Marco Sanches" userId="301bf0f768bc15fc" providerId="LiveId" clId="{F4238A5F-677D-43C0-B2D3-BFD989BC97CF}" dt="2020-09-02T18:14:26.701" v="1663" actId="571"/>
          <ac:spMkLst>
            <pc:docMk/>
            <pc:sldMk cId="0" sldId="342"/>
            <ac:spMk id="228" creationId="{C71B5326-00EF-4554-A5A7-959DE52CE577}"/>
          </ac:spMkLst>
        </pc:spChg>
        <pc:spChg chg="mod">
          <ac:chgData name="Marco Sanches" userId="301bf0f768bc15fc" providerId="LiveId" clId="{F4238A5F-677D-43C0-B2D3-BFD989BC97CF}" dt="2020-09-02T18:14:26.701" v="1663" actId="571"/>
          <ac:spMkLst>
            <pc:docMk/>
            <pc:sldMk cId="0" sldId="342"/>
            <ac:spMk id="229" creationId="{6A7F17A0-76FF-4103-A115-693171968B43}"/>
          </ac:spMkLst>
        </pc:spChg>
        <pc:spChg chg="mod">
          <ac:chgData name="Marco Sanches" userId="301bf0f768bc15fc" providerId="LiveId" clId="{F4238A5F-677D-43C0-B2D3-BFD989BC97CF}" dt="2020-09-02T18:14:26.701" v="1663" actId="571"/>
          <ac:spMkLst>
            <pc:docMk/>
            <pc:sldMk cId="0" sldId="342"/>
            <ac:spMk id="230" creationId="{E5E41E83-1968-4BEA-BF44-E4BAC029EC60}"/>
          </ac:spMkLst>
        </pc:spChg>
        <pc:spChg chg="mod">
          <ac:chgData name="Marco Sanches" userId="301bf0f768bc15fc" providerId="LiveId" clId="{F4238A5F-677D-43C0-B2D3-BFD989BC97CF}" dt="2020-09-02T18:14:26.701" v="1663" actId="571"/>
          <ac:spMkLst>
            <pc:docMk/>
            <pc:sldMk cId="0" sldId="342"/>
            <ac:spMk id="231" creationId="{A252A457-D313-418D-9A22-D65D65491329}"/>
          </ac:spMkLst>
        </pc:spChg>
        <pc:spChg chg="mod">
          <ac:chgData name="Marco Sanches" userId="301bf0f768bc15fc" providerId="LiveId" clId="{F4238A5F-677D-43C0-B2D3-BFD989BC97CF}" dt="2020-09-02T18:14:26.701" v="1663" actId="571"/>
          <ac:spMkLst>
            <pc:docMk/>
            <pc:sldMk cId="0" sldId="342"/>
            <ac:spMk id="232" creationId="{0C2F0C68-5F10-4DC2-84E5-5A008695EA12}"/>
          </ac:spMkLst>
        </pc:spChg>
        <pc:spChg chg="add mod">
          <ac:chgData name="Marco Sanches" userId="301bf0f768bc15fc" providerId="LiveId" clId="{F4238A5F-677D-43C0-B2D3-BFD989BC97CF}" dt="2020-09-02T18:14:26.701" v="1663" actId="571"/>
          <ac:spMkLst>
            <pc:docMk/>
            <pc:sldMk cId="0" sldId="342"/>
            <ac:spMk id="233" creationId="{9F715005-741F-43ED-98B6-4F7A4B4A42B2}"/>
          </ac:spMkLst>
        </pc:spChg>
        <pc:spChg chg="add mod">
          <ac:chgData name="Marco Sanches" userId="301bf0f768bc15fc" providerId="LiveId" clId="{F4238A5F-677D-43C0-B2D3-BFD989BC97CF}" dt="2020-09-02T18:14:26.701" v="1663" actId="571"/>
          <ac:spMkLst>
            <pc:docMk/>
            <pc:sldMk cId="0" sldId="342"/>
            <ac:spMk id="234" creationId="{8CB3FD33-EACE-4314-B5F8-33B06BE9CEA2}"/>
          </ac:spMkLst>
        </pc:spChg>
        <pc:spChg chg="mod">
          <ac:chgData name="Marco Sanches" userId="301bf0f768bc15fc" providerId="LiveId" clId="{F4238A5F-677D-43C0-B2D3-BFD989BC97CF}" dt="2020-09-02T18:14:26.701" v="1663" actId="571"/>
          <ac:spMkLst>
            <pc:docMk/>
            <pc:sldMk cId="0" sldId="342"/>
            <ac:spMk id="237" creationId="{45C34822-260C-4CA4-9DB9-F10F4E06208E}"/>
          </ac:spMkLst>
        </pc:spChg>
        <pc:spChg chg="mod">
          <ac:chgData name="Marco Sanches" userId="301bf0f768bc15fc" providerId="LiveId" clId="{F4238A5F-677D-43C0-B2D3-BFD989BC97CF}" dt="2020-09-02T18:14:26.701" v="1663" actId="571"/>
          <ac:spMkLst>
            <pc:docMk/>
            <pc:sldMk cId="0" sldId="342"/>
            <ac:spMk id="238" creationId="{EAAF6425-3269-4F4F-9B19-29FBCA0BFE60}"/>
          </ac:spMkLst>
        </pc:spChg>
        <pc:spChg chg="mod">
          <ac:chgData name="Marco Sanches" userId="301bf0f768bc15fc" providerId="LiveId" clId="{F4238A5F-677D-43C0-B2D3-BFD989BC97CF}" dt="2020-09-02T18:14:26.701" v="1663" actId="571"/>
          <ac:spMkLst>
            <pc:docMk/>
            <pc:sldMk cId="0" sldId="342"/>
            <ac:spMk id="239" creationId="{10299B19-382D-4D5B-AF91-A2F24FB522EE}"/>
          </ac:spMkLst>
        </pc:spChg>
        <pc:spChg chg="mod">
          <ac:chgData name="Marco Sanches" userId="301bf0f768bc15fc" providerId="LiveId" clId="{F4238A5F-677D-43C0-B2D3-BFD989BC97CF}" dt="2020-09-02T18:14:26.701" v="1663" actId="571"/>
          <ac:spMkLst>
            <pc:docMk/>
            <pc:sldMk cId="0" sldId="342"/>
            <ac:spMk id="240" creationId="{5D1ABC1B-826A-41C0-9A96-94D4406C7558}"/>
          </ac:spMkLst>
        </pc:spChg>
        <pc:spChg chg="mod">
          <ac:chgData name="Marco Sanches" userId="301bf0f768bc15fc" providerId="LiveId" clId="{F4238A5F-677D-43C0-B2D3-BFD989BC97CF}" dt="2020-09-02T18:14:26.701" v="1663" actId="571"/>
          <ac:spMkLst>
            <pc:docMk/>
            <pc:sldMk cId="0" sldId="342"/>
            <ac:spMk id="241" creationId="{E8B0F6B0-6A76-42CE-9564-F8AEF4258554}"/>
          </ac:spMkLst>
        </pc:spChg>
        <pc:spChg chg="mod">
          <ac:chgData name="Marco Sanches" userId="301bf0f768bc15fc" providerId="LiveId" clId="{F4238A5F-677D-43C0-B2D3-BFD989BC97CF}" dt="2020-09-02T18:14:26.701" v="1663" actId="571"/>
          <ac:spMkLst>
            <pc:docMk/>
            <pc:sldMk cId="0" sldId="342"/>
            <ac:spMk id="242" creationId="{E83C2AB7-D04D-403E-9AB8-B3E1CDD6DDD5}"/>
          </ac:spMkLst>
        </pc:spChg>
        <pc:spChg chg="mod">
          <ac:chgData name="Marco Sanches" userId="301bf0f768bc15fc" providerId="LiveId" clId="{F4238A5F-677D-43C0-B2D3-BFD989BC97CF}" dt="2020-09-02T18:14:26.701" v="1663" actId="571"/>
          <ac:spMkLst>
            <pc:docMk/>
            <pc:sldMk cId="0" sldId="342"/>
            <ac:spMk id="243" creationId="{C92630E2-D4F7-46D2-BFC6-D078B13C91B9}"/>
          </ac:spMkLst>
        </pc:spChg>
        <pc:spChg chg="add mod">
          <ac:chgData name="Marco Sanches" userId="301bf0f768bc15fc" providerId="LiveId" clId="{F4238A5F-677D-43C0-B2D3-BFD989BC97CF}" dt="2020-09-02T18:14:26.701" v="1663" actId="571"/>
          <ac:spMkLst>
            <pc:docMk/>
            <pc:sldMk cId="0" sldId="342"/>
            <ac:spMk id="244" creationId="{B5F52FAD-E48E-43F2-9315-D49077E145A5}"/>
          </ac:spMkLst>
        </pc:spChg>
        <pc:spChg chg="add mod">
          <ac:chgData name="Marco Sanches" userId="301bf0f768bc15fc" providerId="LiveId" clId="{F4238A5F-677D-43C0-B2D3-BFD989BC97CF}" dt="2020-09-02T18:14:26.701" v="1663" actId="571"/>
          <ac:spMkLst>
            <pc:docMk/>
            <pc:sldMk cId="0" sldId="342"/>
            <ac:spMk id="245" creationId="{498F8441-14E8-4B42-88A6-4B8097646BEB}"/>
          </ac:spMkLst>
        </pc:spChg>
        <pc:spChg chg="add mod">
          <ac:chgData name="Marco Sanches" userId="301bf0f768bc15fc" providerId="LiveId" clId="{F4238A5F-677D-43C0-B2D3-BFD989BC97CF}" dt="2020-09-02T18:14:26.701" v="1663" actId="571"/>
          <ac:spMkLst>
            <pc:docMk/>
            <pc:sldMk cId="0" sldId="342"/>
            <ac:spMk id="249" creationId="{C44E85CF-3ADB-4FD6-9D8A-78FA955BE182}"/>
          </ac:spMkLst>
        </pc:spChg>
        <pc:spChg chg="add mod">
          <ac:chgData name="Marco Sanches" userId="301bf0f768bc15fc" providerId="LiveId" clId="{F4238A5F-677D-43C0-B2D3-BFD989BC97CF}" dt="2020-09-02T18:14:33.956" v="1665" actId="571"/>
          <ac:spMkLst>
            <pc:docMk/>
            <pc:sldMk cId="0" sldId="342"/>
            <ac:spMk id="250" creationId="{74E52391-6F8C-4040-B994-05945D954B3B}"/>
          </ac:spMkLst>
        </pc:spChg>
        <pc:spChg chg="add mod">
          <ac:chgData name="Marco Sanches" userId="301bf0f768bc15fc" providerId="LiveId" clId="{F4238A5F-677D-43C0-B2D3-BFD989BC97CF}" dt="2020-09-02T18:14:33.956" v="1665" actId="571"/>
          <ac:spMkLst>
            <pc:docMk/>
            <pc:sldMk cId="0" sldId="342"/>
            <ac:spMk id="251" creationId="{1D07F9F4-0088-4B7D-B2A6-30BDC0F1DA13}"/>
          </ac:spMkLst>
        </pc:spChg>
        <pc:spChg chg="mod">
          <ac:chgData name="Marco Sanches" userId="301bf0f768bc15fc" providerId="LiveId" clId="{F4238A5F-677D-43C0-B2D3-BFD989BC97CF}" dt="2020-09-02T18:23:41.379" v="1834" actId="14100"/>
          <ac:spMkLst>
            <pc:docMk/>
            <pc:sldMk cId="0" sldId="342"/>
            <ac:spMk id="253" creationId="{ED0CC629-6261-4D61-8C2D-D81EB912D8A0}"/>
          </ac:spMkLst>
        </pc:spChg>
        <pc:spChg chg="mod">
          <ac:chgData name="Marco Sanches" userId="301bf0f768bc15fc" providerId="LiveId" clId="{F4238A5F-677D-43C0-B2D3-BFD989BC97CF}" dt="2020-09-02T18:23:41.379" v="1834" actId="14100"/>
          <ac:spMkLst>
            <pc:docMk/>
            <pc:sldMk cId="0" sldId="342"/>
            <ac:spMk id="254" creationId="{8652CC90-DB80-4730-AAA7-3AB9C59B24D7}"/>
          </ac:spMkLst>
        </pc:spChg>
        <pc:spChg chg="mod">
          <ac:chgData name="Marco Sanches" userId="301bf0f768bc15fc" providerId="LiveId" clId="{F4238A5F-677D-43C0-B2D3-BFD989BC97CF}" dt="2020-09-02T18:23:41.379" v="1834" actId="14100"/>
          <ac:spMkLst>
            <pc:docMk/>
            <pc:sldMk cId="0" sldId="342"/>
            <ac:spMk id="255" creationId="{F976EA84-AE30-4FAE-8B9C-6ADD908A16DE}"/>
          </ac:spMkLst>
        </pc:spChg>
        <pc:spChg chg="mod">
          <ac:chgData name="Marco Sanches" userId="301bf0f768bc15fc" providerId="LiveId" clId="{F4238A5F-677D-43C0-B2D3-BFD989BC97CF}" dt="2020-09-02T18:23:41.379" v="1834" actId="14100"/>
          <ac:spMkLst>
            <pc:docMk/>
            <pc:sldMk cId="0" sldId="342"/>
            <ac:spMk id="256" creationId="{EE162A8E-C995-465A-B95D-089B000349FB}"/>
          </ac:spMkLst>
        </pc:spChg>
        <pc:spChg chg="mod">
          <ac:chgData name="Marco Sanches" userId="301bf0f768bc15fc" providerId="LiveId" clId="{F4238A5F-677D-43C0-B2D3-BFD989BC97CF}" dt="2020-09-02T18:23:41.379" v="1834" actId="14100"/>
          <ac:spMkLst>
            <pc:docMk/>
            <pc:sldMk cId="0" sldId="342"/>
            <ac:spMk id="257" creationId="{ADCA2ADB-A5A3-410D-B46D-EDF48AAE6747}"/>
          </ac:spMkLst>
        </pc:spChg>
        <pc:spChg chg="mod">
          <ac:chgData name="Marco Sanches" userId="301bf0f768bc15fc" providerId="LiveId" clId="{F4238A5F-677D-43C0-B2D3-BFD989BC97CF}" dt="2020-09-02T18:23:41.379" v="1834" actId="14100"/>
          <ac:spMkLst>
            <pc:docMk/>
            <pc:sldMk cId="0" sldId="342"/>
            <ac:spMk id="258" creationId="{0B379CC1-0852-4817-B14E-36BCFE753ED0}"/>
          </ac:spMkLst>
        </pc:spChg>
        <pc:spChg chg="mod">
          <ac:chgData name="Marco Sanches" userId="301bf0f768bc15fc" providerId="LiveId" clId="{F4238A5F-677D-43C0-B2D3-BFD989BC97CF}" dt="2020-09-02T18:23:41.379" v="1834" actId="14100"/>
          <ac:spMkLst>
            <pc:docMk/>
            <pc:sldMk cId="0" sldId="342"/>
            <ac:spMk id="259" creationId="{CDD781A5-FE8B-48C2-85AD-F3D72CC381E4}"/>
          </ac:spMkLst>
        </pc:spChg>
        <pc:spChg chg="add mod">
          <ac:chgData name="Marco Sanches" userId="301bf0f768bc15fc" providerId="LiveId" clId="{F4238A5F-677D-43C0-B2D3-BFD989BC97CF}" dt="2020-09-02T18:14:33.956" v="1665" actId="571"/>
          <ac:spMkLst>
            <pc:docMk/>
            <pc:sldMk cId="0" sldId="342"/>
            <ac:spMk id="260" creationId="{C917487B-1B51-42F7-9FF3-C85404291230}"/>
          </ac:spMkLst>
        </pc:spChg>
        <pc:spChg chg="add mod">
          <ac:chgData name="Marco Sanches" userId="301bf0f768bc15fc" providerId="LiveId" clId="{F4238A5F-677D-43C0-B2D3-BFD989BC97CF}" dt="2020-09-02T18:14:33.956" v="1665" actId="571"/>
          <ac:spMkLst>
            <pc:docMk/>
            <pc:sldMk cId="0" sldId="342"/>
            <ac:spMk id="261" creationId="{CA07480E-ACC0-427A-8E85-A31829B26C6E}"/>
          </ac:spMkLst>
        </pc:spChg>
        <pc:spChg chg="mod">
          <ac:chgData name="Marco Sanches" userId="301bf0f768bc15fc" providerId="LiveId" clId="{F4238A5F-677D-43C0-B2D3-BFD989BC97CF}" dt="2020-09-02T18:23:48.951" v="1835" actId="14100"/>
          <ac:spMkLst>
            <pc:docMk/>
            <pc:sldMk cId="0" sldId="342"/>
            <ac:spMk id="264" creationId="{4EC87ECC-1417-48A0-AEA2-0212E47728DA}"/>
          </ac:spMkLst>
        </pc:spChg>
        <pc:spChg chg="mod">
          <ac:chgData name="Marco Sanches" userId="301bf0f768bc15fc" providerId="LiveId" clId="{F4238A5F-677D-43C0-B2D3-BFD989BC97CF}" dt="2020-09-02T18:23:48.951" v="1835" actId="14100"/>
          <ac:spMkLst>
            <pc:docMk/>
            <pc:sldMk cId="0" sldId="342"/>
            <ac:spMk id="265" creationId="{AE194F7D-88B2-4671-B410-BF27D4D5C563}"/>
          </ac:spMkLst>
        </pc:spChg>
        <pc:spChg chg="mod">
          <ac:chgData name="Marco Sanches" userId="301bf0f768bc15fc" providerId="LiveId" clId="{F4238A5F-677D-43C0-B2D3-BFD989BC97CF}" dt="2020-09-02T18:23:48.951" v="1835" actId="14100"/>
          <ac:spMkLst>
            <pc:docMk/>
            <pc:sldMk cId="0" sldId="342"/>
            <ac:spMk id="266" creationId="{E76EF13C-F165-469F-ADB4-4CD3D1E08D88}"/>
          </ac:spMkLst>
        </pc:spChg>
        <pc:spChg chg="mod">
          <ac:chgData name="Marco Sanches" userId="301bf0f768bc15fc" providerId="LiveId" clId="{F4238A5F-677D-43C0-B2D3-BFD989BC97CF}" dt="2020-09-02T18:23:48.951" v="1835" actId="14100"/>
          <ac:spMkLst>
            <pc:docMk/>
            <pc:sldMk cId="0" sldId="342"/>
            <ac:spMk id="267" creationId="{02599488-37B9-4D10-8BEB-999726F10788}"/>
          </ac:spMkLst>
        </pc:spChg>
        <pc:spChg chg="mod">
          <ac:chgData name="Marco Sanches" userId="301bf0f768bc15fc" providerId="LiveId" clId="{F4238A5F-677D-43C0-B2D3-BFD989BC97CF}" dt="2020-09-02T18:23:48.951" v="1835" actId="14100"/>
          <ac:spMkLst>
            <pc:docMk/>
            <pc:sldMk cId="0" sldId="342"/>
            <ac:spMk id="268" creationId="{1322593B-2BFB-483D-B57A-76954C0B6CCC}"/>
          </ac:spMkLst>
        </pc:spChg>
        <pc:spChg chg="mod">
          <ac:chgData name="Marco Sanches" userId="301bf0f768bc15fc" providerId="LiveId" clId="{F4238A5F-677D-43C0-B2D3-BFD989BC97CF}" dt="2020-09-02T18:23:48.951" v="1835" actId="14100"/>
          <ac:spMkLst>
            <pc:docMk/>
            <pc:sldMk cId="0" sldId="342"/>
            <ac:spMk id="269" creationId="{AE6A7999-990D-4186-B866-F32FF78C59B7}"/>
          </ac:spMkLst>
        </pc:spChg>
        <pc:spChg chg="mod">
          <ac:chgData name="Marco Sanches" userId="301bf0f768bc15fc" providerId="LiveId" clId="{F4238A5F-677D-43C0-B2D3-BFD989BC97CF}" dt="2020-09-02T18:23:48.951" v="1835" actId="14100"/>
          <ac:spMkLst>
            <pc:docMk/>
            <pc:sldMk cId="0" sldId="342"/>
            <ac:spMk id="270" creationId="{D80BAE0B-F76F-47AC-B54E-E02BC96868C9}"/>
          </ac:spMkLst>
        </pc:spChg>
        <pc:spChg chg="add mod">
          <ac:chgData name="Marco Sanches" userId="301bf0f768bc15fc" providerId="LiveId" clId="{F4238A5F-677D-43C0-B2D3-BFD989BC97CF}" dt="2020-09-02T18:14:33.956" v="1665" actId="571"/>
          <ac:spMkLst>
            <pc:docMk/>
            <pc:sldMk cId="0" sldId="342"/>
            <ac:spMk id="271" creationId="{F75AB7AF-24A3-478C-B4BD-7DA72C437E26}"/>
          </ac:spMkLst>
        </pc:spChg>
        <pc:spChg chg="add mod">
          <ac:chgData name="Marco Sanches" userId="301bf0f768bc15fc" providerId="LiveId" clId="{F4238A5F-677D-43C0-B2D3-BFD989BC97CF}" dt="2020-09-02T18:14:33.956" v="1665" actId="571"/>
          <ac:spMkLst>
            <pc:docMk/>
            <pc:sldMk cId="0" sldId="342"/>
            <ac:spMk id="272" creationId="{7CE09D83-4CFC-4B3B-A46D-7F920BE620E9}"/>
          </ac:spMkLst>
        </pc:spChg>
        <pc:spChg chg="add mod">
          <ac:chgData name="Marco Sanches" userId="301bf0f768bc15fc" providerId="LiveId" clId="{F4238A5F-677D-43C0-B2D3-BFD989BC97CF}" dt="2020-09-02T18:14:40.291" v="1667" actId="20577"/>
          <ac:spMkLst>
            <pc:docMk/>
            <pc:sldMk cId="0" sldId="342"/>
            <ac:spMk id="276" creationId="{2645CFC5-6DAA-4BBC-8049-D2C6AEBE76E7}"/>
          </ac:spMkLst>
        </pc:spChg>
        <pc:spChg chg="mod">
          <ac:chgData name="Marco Sanches" userId="301bf0f768bc15fc" providerId="LiveId" clId="{F4238A5F-677D-43C0-B2D3-BFD989BC97CF}" dt="2020-09-02T18:06:46.396" v="1531" actId="1076"/>
          <ac:spMkLst>
            <pc:docMk/>
            <pc:sldMk cId="0" sldId="342"/>
            <ac:spMk id="44034" creationId="{6AC0B3FB-36E8-4F87-92BA-E6C5E19081E3}"/>
          </ac:spMkLst>
        </pc:spChg>
        <pc:spChg chg="mod">
          <ac:chgData name="Marco Sanches" userId="301bf0f768bc15fc" providerId="LiveId" clId="{F4238A5F-677D-43C0-B2D3-BFD989BC97CF}" dt="2020-09-02T15:38:01.551" v="46"/>
          <ac:spMkLst>
            <pc:docMk/>
            <pc:sldMk cId="0" sldId="342"/>
            <ac:spMk id="44034" creationId="{926D2FF6-2EE8-4B96-A0B5-B0E5CD08280E}"/>
          </ac:spMkLst>
        </pc:spChg>
        <pc:spChg chg="del mod">
          <ac:chgData name="Marco Sanches" userId="301bf0f768bc15fc" providerId="LiveId" clId="{F4238A5F-677D-43C0-B2D3-BFD989BC97CF}" dt="2020-09-02T18:13:30.179" v="1646" actId="478"/>
          <ac:spMkLst>
            <pc:docMk/>
            <pc:sldMk cId="0" sldId="342"/>
            <ac:spMk id="44037" creationId="{1A8C8464-8927-4AAB-99D2-409938948014}"/>
          </ac:spMkLst>
        </pc:spChg>
        <pc:spChg chg="del mod">
          <ac:chgData name="Marco Sanches" userId="301bf0f768bc15fc" providerId="LiveId" clId="{F4238A5F-677D-43C0-B2D3-BFD989BC97CF}" dt="2020-09-02T18:13:28.503" v="1645" actId="478"/>
          <ac:spMkLst>
            <pc:docMk/>
            <pc:sldMk cId="0" sldId="342"/>
            <ac:spMk id="44038" creationId="{79FCCC69-811A-48B6-9BDE-B5D007A22727}"/>
          </ac:spMkLst>
        </pc:spChg>
        <pc:spChg chg="del mod">
          <ac:chgData name="Marco Sanches" userId="301bf0f768bc15fc" providerId="LiveId" clId="{F4238A5F-677D-43C0-B2D3-BFD989BC97CF}" dt="2020-09-02T18:13:30.179" v="1646" actId="478"/>
          <ac:spMkLst>
            <pc:docMk/>
            <pc:sldMk cId="0" sldId="342"/>
            <ac:spMk id="44040" creationId="{524CE82C-423A-40A0-8CF4-88B94FE914FF}"/>
          </ac:spMkLst>
        </pc:spChg>
        <pc:spChg chg="del mod">
          <ac:chgData name="Marco Sanches" userId="301bf0f768bc15fc" providerId="LiveId" clId="{F4238A5F-677D-43C0-B2D3-BFD989BC97CF}" dt="2020-09-02T18:13:28.503" v="1645" actId="478"/>
          <ac:spMkLst>
            <pc:docMk/>
            <pc:sldMk cId="0" sldId="342"/>
            <ac:spMk id="44041" creationId="{6ECDE2F4-A031-41C7-A23B-B03744BEFB2B}"/>
          </ac:spMkLst>
        </pc:spChg>
        <pc:spChg chg="del mod">
          <ac:chgData name="Marco Sanches" userId="301bf0f768bc15fc" providerId="LiveId" clId="{F4238A5F-677D-43C0-B2D3-BFD989BC97CF}" dt="2020-09-02T18:13:30.179" v="1646" actId="478"/>
          <ac:spMkLst>
            <pc:docMk/>
            <pc:sldMk cId="0" sldId="342"/>
            <ac:spMk id="44044" creationId="{4C10A2CB-4DA3-4D81-BDAB-95F60E6AF8DD}"/>
          </ac:spMkLst>
        </pc:spChg>
        <pc:spChg chg="del mod">
          <ac:chgData name="Marco Sanches" userId="301bf0f768bc15fc" providerId="LiveId" clId="{F4238A5F-677D-43C0-B2D3-BFD989BC97CF}" dt="2020-09-02T18:13:28.503" v="1645" actId="478"/>
          <ac:spMkLst>
            <pc:docMk/>
            <pc:sldMk cId="0" sldId="342"/>
            <ac:spMk id="44045" creationId="{CC0B4F11-ED07-4E31-B545-6EC4786B719B}"/>
          </ac:spMkLst>
        </pc:spChg>
        <pc:spChg chg="mod">
          <ac:chgData name="Marco Sanches" userId="301bf0f768bc15fc" providerId="LiveId" clId="{F4238A5F-677D-43C0-B2D3-BFD989BC97CF}" dt="2020-09-02T18:14:16.059" v="1660" actId="1076"/>
          <ac:spMkLst>
            <pc:docMk/>
            <pc:sldMk cId="0" sldId="342"/>
            <ac:spMk id="44049" creationId="{7BF721C2-9363-463A-B6AA-865C70440E46}"/>
          </ac:spMkLst>
        </pc:spChg>
        <pc:spChg chg="mod">
          <ac:chgData name="Marco Sanches" userId="301bf0f768bc15fc" providerId="LiveId" clId="{F4238A5F-677D-43C0-B2D3-BFD989BC97CF}" dt="2020-09-02T18:14:16.059" v="1660" actId="1076"/>
          <ac:spMkLst>
            <pc:docMk/>
            <pc:sldMk cId="0" sldId="342"/>
            <ac:spMk id="44050" creationId="{0E872155-FC6C-435A-9D1E-06D9801FA9EC}"/>
          </ac:spMkLst>
        </pc:spChg>
        <pc:spChg chg="mod">
          <ac:chgData name="Marco Sanches" userId="301bf0f768bc15fc" providerId="LiveId" clId="{F4238A5F-677D-43C0-B2D3-BFD989BC97CF}" dt="2020-09-02T18:14:16.059" v="1660" actId="1076"/>
          <ac:spMkLst>
            <pc:docMk/>
            <pc:sldMk cId="0" sldId="342"/>
            <ac:spMk id="44052" creationId="{46422C7D-3DAB-41F5-BF4C-D0280C4A1725}"/>
          </ac:spMkLst>
        </pc:spChg>
        <pc:spChg chg="mod">
          <ac:chgData name="Marco Sanches" userId="301bf0f768bc15fc" providerId="LiveId" clId="{F4238A5F-677D-43C0-B2D3-BFD989BC97CF}" dt="2020-09-02T18:14:16.059" v="1660" actId="1076"/>
          <ac:spMkLst>
            <pc:docMk/>
            <pc:sldMk cId="0" sldId="342"/>
            <ac:spMk id="44053" creationId="{9E15788D-637D-4559-AB54-F98E17A847D8}"/>
          </ac:spMkLst>
        </pc:spChg>
        <pc:spChg chg="mod">
          <ac:chgData name="Marco Sanches" userId="301bf0f768bc15fc" providerId="LiveId" clId="{F4238A5F-677D-43C0-B2D3-BFD989BC97CF}" dt="2020-09-02T18:14:16.059" v="1660" actId="1076"/>
          <ac:spMkLst>
            <pc:docMk/>
            <pc:sldMk cId="0" sldId="342"/>
            <ac:spMk id="44056" creationId="{D5667079-060A-4804-95D4-4EFD730A48B5}"/>
          </ac:spMkLst>
        </pc:spChg>
        <pc:spChg chg="mod">
          <ac:chgData name="Marco Sanches" userId="301bf0f768bc15fc" providerId="LiveId" clId="{F4238A5F-677D-43C0-B2D3-BFD989BC97CF}" dt="2020-09-02T18:14:16.059" v="1660" actId="1076"/>
          <ac:spMkLst>
            <pc:docMk/>
            <pc:sldMk cId="0" sldId="342"/>
            <ac:spMk id="44057" creationId="{C024ED05-69EA-4E14-B611-A7DB293097D5}"/>
          </ac:spMkLst>
        </pc:spChg>
        <pc:spChg chg="add del mod">
          <ac:chgData name="Marco Sanches" userId="301bf0f768bc15fc" providerId="LiveId" clId="{F4238A5F-677D-43C0-B2D3-BFD989BC97CF}" dt="2020-09-02T18:13:25.537" v="1644" actId="478"/>
          <ac:spMkLst>
            <pc:docMk/>
            <pc:sldMk cId="0" sldId="342"/>
            <ac:spMk id="44061" creationId="{A89A9819-97DC-4198-825E-EC7254C113BE}"/>
          </ac:spMkLst>
        </pc:spChg>
        <pc:spChg chg="add del mod">
          <ac:chgData name="Marco Sanches" userId="301bf0f768bc15fc" providerId="LiveId" clId="{F4238A5F-677D-43C0-B2D3-BFD989BC97CF}" dt="2020-09-02T18:13:25.537" v="1644" actId="478"/>
          <ac:spMkLst>
            <pc:docMk/>
            <pc:sldMk cId="0" sldId="342"/>
            <ac:spMk id="44062" creationId="{FEA4F506-D0B7-4889-993D-507D39FBC4A6}"/>
          </ac:spMkLst>
        </pc:spChg>
        <pc:spChg chg="add del mod">
          <ac:chgData name="Marco Sanches" userId="301bf0f768bc15fc" providerId="LiveId" clId="{F4238A5F-677D-43C0-B2D3-BFD989BC97CF}" dt="2020-09-02T18:13:25.537" v="1644" actId="478"/>
          <ac:spMkLst>
            <pc:docMk/>
            <pc:sldMk cId="0" sldId="342"/>
            <ac:spMk id="44064" creationId="{F5022499-2964-4E0F-A2BF-B1D0889026AA}"/>
          </ac:spMkLst>
        </pc:spChg>
        <pc:spChg chg="add del mod">
          <ac:chgData name="Marco Sanches" userId="301bf0f768bc15fc" providerId="LiveId" clId="{F4238A5F-677D-43C0-B2D3-BFD989BC97CF}" dt="2020-09-02T18:13:25.537" v="1644" actId="478"/>
          <ac:spMkLst>
            <pc:docMk/>
            <pc:sldMk cId="0" sldId="342"/>
            <ac:spMk id="44065" creationId="{AC542901-BCAE-4D2F-AF3B-9DFCD79D1FB4}"/>
          </ac:spMkLst>
        </pc:spChg>
        <pc:spChg chg="add del mod">
          <ac:chgData name="Marco Sanches" userId="301bf0f768bc15fc" providerId="LiveId" clId="{F4238A5F-677D-43C0-B2D3-BFD989BC97CF}" dt="2020-09-02T18:13:25.537" v="1644" actId="478"/>
          <ac:spMkLst>
            <pc:docMk/>
            <pc:sldMk cId="0" sldId="342"/>
            <ac:spMk id="44067" creationId="{3DFF65D8-A8F2-4584-A3DE-8C3A1097D503}"/>
          </ac:spMkLst>
        </pc:spChg>
        <pc:spChg chg="add del mod">
          <ac:chgData name="Marco Sanches" userId="301bf0f768bc15fc" providerId="LiveId" clId="{F4238A5F-677D-43C0-B2D3-BFD989BC97CF}" dt="2020-09-02T18:13:25.537" v="1644" actId="478"/>
          <ac:spMkLst>
            <pc:docMk/>
            <pc:sldMk cId="0" sldId="342"/>
            <ac:spMk id="44068" creationId="{6F2F8247-E732-479A-98CB-7EA202E53DA9}"/>
          </ac:spMkLst>
        </pc:spChg>
        <pc:spChg chg="add del mod">
          <ac:chgData name="Marco Sanches" userId="301bf0f768bc15fc" providerId="LiveId" clId="{F4238A5F-677D-43C0-B2D3-BFD989BC97CF}" dt="2020-09-02T18:13:25.537" v="1644" actId="478"/>
          <ac:spMkLst>
            <pc:docMk/>
            <pc:sldMk cId="0" sldId="342"/>
            <ac:spMk id="44070" creationId="{DED4D7F2-E627-47A8-B5BE-6A15782438C9}"/>
          </ac:spMkLst>
        </pc:spChg>
        <pc:spChg chg="add del mod">
          <ac:chgData name="Marco Sanches" userId="301bf0f768bc15fc" providerId="LiveId" clId="{F4238A5F-677D-43C0-B2D3-BFD989BC97CF}" dt="2020-09-02T18:13:25.537" v="1644" actId="478"/>
          <ac:spMkLst>
            <pc:docMk/>
            <pc:sldMk cId="0" sldId="342"/>
            <ac:spMk id="44071" creationId="{7802A64B-DAB5-422A-9EA2-8EE1B82BBE55}"/>
          </ac:spMkLst>
        </pc:spChg>
        <pc:spChg chg="add del mod">
          <ac:chgData name="Marco Sanches" userId="301bf0f768bc15fc" providerId="LiveId" clId="{F4238A5F-677D-43C0-B2D3-BFD989BC97CF}" dt="2020-09-02T18:13:25.537" v="1644" actId="478"/>
          <ac:spMkLst>
            <pc:docMk/>
            <pc:sldMk cId="0" sldId="342"/>
            <ac:spMk id="44073" creationId="{4F249F52-F4D4-433A-8422-CB4D6565544A}"/>
          </ac:spMkLst>
        </pc:spChg>
        <pc:spChg chg="add del mod">
          <ac:chgData name="Marco Sanches" userId="301bf0f768bc15fc" providerId="LiveId" clId="{F4238A5F-677D-43C0-B2D3-BFD989BC97CF}" dt="2020-09-02T18:13:25.537" v="1644" actId="478"/>
          <ac:spMkLst>
            <pc:docMk/>
            <pc:sldMk cId="0" sldId="342"/>
            <ac:spMk id="44074" creationId="{459477B6-1A7A-488E-8BE7-0C404EEC3CC6}"/>
          </ac:spMkLst>
        </pc:spChg>
        <pc:spChg chg="add del mod">
          <ac:chgData name="Marco Sanches" userId="301bf0f768bc15fc" providerId="LiveId" clId="{F4238A5F-677D-43C0-B2D3-BFD989BC97CF}" dt="2020-09-02T18:13:25.537" v="1644" actId="478"/>
          <ac:spMkLst>
            <pc:docMk/>
            <pc:sldMk cId="0" sldId="342"/>
            <ac:spMk id="44077" creationId="{D6619C8A-F3DD-4778-9AAE-83640E05984F}"/>
          </ac:spMkLst>
        </pc:spChg>
        <pc:spChg chg="add del mod">
          <ac:chgData name="Marco Sanches" userId="301bf0f768bc15fc" providerId="LiveId" clId="{F4238A5F-677D-43C0-B2D3-BFD989BC97CF}" dt="2020-09-02T18:13:25.537" v="1644" actId="478"/>
          <ac:spMkLst>
            <pc:docMk/>
            <pc:sldMk cId="0" sldId="342"/>
            <ac:spMk id="44078" creationId="{6A277954-0C1B-4070-BE88-688F5FD115B5}"/>
          </ac:spMkLst>
        </pc:spChg>
        <pc:spChg chg="del mod">
          <ac:chgData name="Marco Sanches" userId="301bf0f768bc15fc" providerId="LiveId" clId="{F4238A5F-677D-43C0-B2D3-BFD989BC97CF}" dt="2020-09-02T18:13:28.503" v="1645" actId="478"/>
          <ac:spMkLst>
            <pc:docMk/>
            <pc:sldMk cId="0" sldId="342"/>
            <ac:spMk id="44080" creationId="{3BBDA4FC-3C32-48FA-B5D7-5621EF484740}"/>
          </ac:spMkLst>
        </pc:spChg>
        <pc:spChg chg="mod">
          <ac:chgData name="Marco Sanches" userId="301bf0f768bc15fc" providerId="LiveId" clId="{F4238A5F-677D-43C0-B2D3-BFD989BC97CF}" dt="2020-09-02T18:14:16.059" v="1660" actId="1076"/>
          <ac:spMkLst>
            <pc:docMk/>
            <pc:sldMk cId="0" sldId="342"/>
            <ac:spMk id="44081" creationId="{75602881-F4BE-4543-BAE2-D238F6580254}"/>
          </ac:spMkLst>
        </pc:spChg>
        <pc:spChg chg="add del mod">
          <ac:chgData name="Marco Sanches" userId="301bf0f768bc15fc" providerId="LiveId" clId="{F4238A5F-677D-43C0-B2D3-BFD989BC97CF}" dt="2020-09-02T18:13:25.537" v="1644" actId="478"/>
          <ac:spMkLst>
            <pc:docMk/>
            <pc:sldMk cId="0" sldId="342"/>
            <ac:spMk id="44082" creationId="{78EB11A7-FDD2-45D7-BFDA-C66C81616E51}"/>
          </ac:spMkLst>
        </pc:spChg>
        <pc:spChg chg="add del mod">
          <ac:chgData name="Marco Sanches" userId="301bf0f768bc15fc" providerId="LiveId" clId="{F4238A5F-677D-43C0-B2D3-BFD989BC97CF}" dt="2020-09-02T18:13:25.537" v="1644" actId="478"/>
          <ac:spMkLst>
            <pc:docMk/>
            <pc:sldMk cId="0" sldId="342"/>
            <ac:spMk id="44083" creationId="{C48CD1C8-2E74-4B3E-9F52-0D2ADDB20B00}"/>
          </ac:spMkLst>
        </pc:spChg>
        <pc:spChg chg="mod">
          <ac:chgData name="Marco Sanches" userId="301bf0f768bc15fc" providerId="LiveId" clId="{F4238A5F-677D-43C0-B2D3-BFD989BC97CF}" dt="2020-09-02T18:06:41.754" v="1529" actId="255"/>
          <ac:spMkLst>
            <pc:docMk/>
            <pc:sldMk cId="0" sldId="342"/>
            <ac:spMk id="44087" creationId="{951A92E0-3166-4674-B5F5-09644F83C5E4}"/>
          </ac:spMkLst>
        </pc:spChg>
        <pc:spChg chg="mod">
          <ac:chgData name="Marco Sanches" userId="301bf0f768bc15fc" providerId="LiveId" clId="{F4238A5F-677D-43C0-B2D3-BFD989BC97CF}" dt="2020-09-02T18:06:41.754" v="1529" actId="255"/>
          <ac:spMkLst>
            <pc:docMk/>
            <pc:sldMk cId="0" sldId="342"/>
            <ac:spMk id="44088" creationId="{DAC152A7-64FD-43E1-A72E-FC2812F0A2C8}"/>
          </ac:spMkLst>
        </pc:spChg>
        <pc:spChg chg="mod">
          <ac:chgData name="Marco Sanches" userId="301bf0f768bc15fc" providerId="LiveId" clId="{F4238A5F-677D-43C0-B2D3-BFD989BC97CF}" dt="2020-09-02T18:06:41.754" v="1529" actId="255"/>
          <ac:spMkLst>
            <pc:docMk/>
            <pc:sldMk cId="0" sldId="342"/>
            <ac:spMk id="44089" creationId="{71826485-7E9A-49F1-8207-6F5CD601AB6D}"/>
          </ac:spMkLst>
        </pc:spChg>
        <pc:spChg chg="mod">
          <ac:chgData name="Marco Sanches" userId="301bf0f768bc15fc" providerId="LiveId" clId="{F4238A5F-677D-43C0-B2D3-BFD989BC97CF}" dt="2020-09-02T18:06:41.754" v="1529" actId="255"/>
          <ac:spMkLst>
            <pc:docMk/>
            <pc:sldMk cId="0" sldId="342"/>
            <ac:spMk id="44090" creationId="{A33BED1D-EDD8-44C5-9632-69728FBCD15B}"/>
          </ac:spMkLst>
        </pc:spChg>
        <pc:spChg chg="mod">
          <ac:chgData name="Marco Sanches" userId="301bf0f768bc15fc" providerId="LiveId" clId="{F4238A5F-677D-43C0-B2D3-BFD989BC97CF}" dt="2020-09-02T18:06:41.754" v="1529" actId="255"/>
          <ac:spMkLst>
            <pc:docMk/>
            <pc:sldMk cId="0" sldId="342"/>
            <ac:spMk id="44091" creationId="{454C3CB4-3481-48D7-8C35-FC497657580E}"/>
          </ac:spMkLst>
        </pc:spChg>
        <pc:spChg chg="mod">
          <ac:chgData name="Marco Sanches" userId="301bf0f768bc15fc" providerId="LiveId" clId="{F4238A5F-677D-43C0-B2D3-BFD989BC97CF}" dt="2020-09-02T18:06:41.754" v="1529" actId="255"/>
          <ac:spMkLst>
            <pc:docMk/>
            <pc:sldMk cId="0" sldId="342"/>
            <ac:spMk id="44092" creationId="{20720DF7-6D72-4403-8AFA-DAE243CC234A}"/>
          </ac:spMkLst>
        </pc:spChg>
        <pc:spChg chg="mod">
          <ac:chgData name="Marco Sanches" userId="301bf0f768bc15fc" providerId="LiveId" clId="{F4238A5F-677D-43C0-B2D3-BFD989BC97CF}" dt="2020-09-02T18:06:41.754" v="1529" actId="255"/>
          <ac:spMkLst>
            <pc:docMk/>
            <pc:sldMk cId="0" sldId="342"/>
            <ac:spMk id="44094" creationId="{AD205797-E5A8-4671-8E46-AE4974300EB5}"/>
          </ac:spMkLst>
        </pc:spChg>
        <pc:spChg chg="mod">
          <ac:chgData name="Marco Sanches" userId="301bf0f768bc15fc" providerId="LiveId" clId="{F4238A5F-677D-43C0-B2D3-BFD989BC97CF}" dt="2020-09-02T18:06:41.754" v="1529" actId="255"/>
          <ac:spMkLst>
            <pc:docMk/>
            <pc:sldMk cId="0" sldId="342"/>
            <ac:spMk id="44095" creationId="{01AB1DA1-6387-43D7-B39C-945C2A524AE5}"/>
          </ac:spMkLst>
        </pc:spChg>
        <pc:spChg chg="mod">
          <ac:chgData name="Marco Sanches" userId="301bf0f768bc15fc" providerId="LiveId" clId="{F4238A5F-677D-43C0-B2D3-BFD989BC97CF}" dt="2020-09-02T18:06:41.754" v="1529" actId="255"/>
          <ac:spMkLst>
            <pc:docMk/>
            <pc:sldMk cId="0" sldId="342"/>
            <ac:spMk id="44096" creationId="{D97F41CD-1873-4F5E-A219-C27EB0300882}"/>
          </ac:spMkLst>
        </pc:spChg>
        <pc:spChg chg="mod">
          <ac:chgData name="Marco Sanches" userId="301bf0f768bc15fc" providerId="LiveId" clId="{F4238A5F-677D-43C0-B2D3-BFD989BC97CF}" dt="2020-09-02T18:06:41.754" v="1529" actId="255"/>
          <ac:spMkLst>
            <pc:docMk/>
            <pc:sldMk cId="0" sldId="342"/>
            <ac:spMk id="44097" creationId="{CB15AD5F-A477-4E8C-8CAA-0969E993B3EF}"/>
          </ac:spMkLst>
        </pc:spChg>
        <pc:spChg chg="mod">
          <ac:chgData name="Marco Sanches" userId="301bf0f768bc15fc" providerId="LiveId" clId="{F4238A5F-677D-43C0-B2D3-BFD989BC97CF}" dt="2020-09-02T18:06:41.754" v="1529" actId="255"/>
          <ac:spMkLst>
            <pc:docMk/>
            <pc:sldMk cId="0" sldId="342"/>
            <ac:spMk id="44098" creationId="{F73DD76D-9700-4EC6-B479-28274763C9C3}"/>
          </ac:spMkLst>
        </pc:spChg>
        <pc:spChg chg="mod">
          <ac:chgData name="Marco Sanches" userId="301bf0f768bc15fc" providerId="LiveId" clId="{F4238A5F-677D-43C0-B2D3-BFD989BC97CF}" dt="2020-09-02T18:06:41.754" v="1529" actId="255"/>
          <ac:spMkLst>
            <pc:docMk/>
            <pc:sldMk cId="0" sldId="342"/>
            <ac:spMk id="44099" creationId="{75F7565D-7E38-44A4-9A50-DAB91C00FC5D}"/>
          </ac:spMkLst>
        </pc:spChg>
        <pc:spChg chg="mod">
          <ac:chgData name="Marco Sanches" userId="301bf0f768bc15fc" providerId="LiveId" clId="{F4238A5F-677D-43C0-B2D3-BFD989BC97CF}" dt="2020-09-02T18:06:41.754" v="1529" actId="255"/>
          <ac:spMkLst>
            <pc:docMk/>
            <pc:sldMk cId="0" sldId="342"/>
            <ac:spMk id="44101" creationId="{2EE7FD50-A704-4A21-881D-B36F55CB6D7E}"/>
          </ac:spMkLst>
        </pc:spChg>
        <pc:spChg chg="mod">
          <ac:chgData name="Marco Sanches" userId="301bf0f768bc15fc" providerId="LiveId" clId="{F4238A5F-677D-43C0-B2D3-BFD989BC97CF}" dt="2020-09-02T18:06:41.754" v="1529" actId="255"/>
          <ac:spMkLst>
            <pc:docMk/>
            <pc:sldMk cId="0" sldId="342"/>
            <ac:spMk id="44102" creationId="{BC8B908F-FF3D-4D7D-A7B7-482EAB6C5556}"/>
          </ac:spMkLst>
        </pc:spChg>
        <pc:spChg chg="mod">
          <ac:chgData name="Marco Sanches" userId="301bf0f768bc15fc" providerId="LiveId" clId="{F4238A5F-677D-43C0-B2D3-BFD989BC97CF}" dt="2020-09-02T18:06:41.754" v="1529" actId="255"/>
          <ac:spMkLst>
            <pc:docMk/>
            <pc:sldMk cId="0" sldId="342"/>
            <ac:spMk id="44103" creationId="{B97E8316-C492-4341-BFE6-923AF552CD9A}"/>
          </ac:spMkLst>
        </pc:spChg>
        <pc:spChg chg="mod">
          <ac:chgData name="Marco Sanches" userId="301bf0f768bc15fc" providerId="LiveId" clId="{F4238A5F-677D-43C0-B2D3-BFD989BC97CF}" dt="2020-09-02T18:06:41.754" v="1529" actId="255"/>
          <ac:spMkLst>
            <pc:docMk/>
            <pc:sldMk cId="0" sldId="342"/>
            <ac:spMk id="44104" creationId="{3A3659AF-E633-4C05-BEA0-115B9CF96EE3}"/>
          </ac:spMkLst>
        </pc:spChg>
        <pc:spChg chg="mod">
          <ac:chgData name="Marco Sanches" userId="301bf0f768bc15fc" providerId="LiveId" clId="{F4238A5F-677D-43C0-B2D3-BFD989BC97CF}" dt="2020-09-02T18:06:41.754" v="1529" actId="255"/>
          <ac:spMkLst>
            <pc:docMk/>
            <pc:sldMk cId="0" sldId="342"/>
            <ac:spMk id="44105" creationId="{3C3D50E1-D22C-445A-AF1D-F033E8756DC3}"/>
          </ac:spMkLst>
        </pc:spChg>
        <pc:spChg chg="mod">
          <ac:chgData name="Marco Sanches" userId="301bf0f768bc15fc" providerId="LiveId" clId="{F4238A5F-677D-43C0-B2D3-BFD989BC97CF}" dt="2020-09-02T18:06:41.754" v="1529" actId="255"/>
          <ac:spMkLst>
            <pc:docMk/>
            <pc:sldMk cId="0" sldId="342"/>
            <ac:spMk id="44106" creationId="{677BC716-7334-425C-9256-EF821BEA0732}"/>
          </ac:spMkLst>
        </pc:spChg>
        <pc:spChg chg="mod">
          <ac:chgData name="Marco Sanches" userId="301bf0f768bc15fc" providerId="LiveId" clId="{F4238A5F-677D-43C0-B2D3-BFD989BC97CF}" dt="2020-09-02T18:14:16.059" v="1660" actId="1076"/>
          <ac:spMkLst>
            <pc:docMk/>
            <pc:sldMk cId="0" sldId="342"/>
            <ac:spMk id="44108" creationId="{985BF2D7-9C27-4044-934F-AAACB2C6E809}"/>
          </ac:spMkLst>
        </pc:spChg>
        <pc:spChg chg="mod">
          <ac:chgData name="Marco Sanches" userId="301bf0f768bc15fc" providerId="LiveId" clId="{F4238A5F-677D-43C0-B2D3-BFD989BC97CF}" dt="2020-09-02T18:14:16.059" v="1660" actId="1076"/>
          <ac:spMkLst>
            <pc:docMk/>
            <pc:sldMk cId="0" sldId="342"/>
            <ac:spMk id="44109" creationId="{76784206-2879-4634-87A4-ADCA7E5630B0}"/>
          </ac:spMkLst>
        </pc:spChg>
        <pc:spChg chg="mod">
          <ac:chgData name="Marco Sanches" userId="301bf0f768bc15fc" providerId="LiveId" clId="{F4238A5F-677D-43C0-B2D3-BFD989BC97CF}" dt="2020-09-02T18:14:16.059" v="1660" actId="1076"/>
          <ac:spMkLst>
            <pc:docMk/>
            <pc:sldMk cId="0" sldId="342"/>
            <ac:spMk id="44110" creationId="{52229C0D-0F0F-4CA3-8815-6FDF07B0B487}"/>
          </ac:spMkLst>
        </pc:spChg>
        <pc:spChg chg="mod">
          <ac:chgData name="Marco Sanches" userId="301bf0f768bc15fc" providerId="LiveId" clId="{F4238A5F-677D-43C0-B2D3-BFD989BC97CF}" dt="2020-09-02T18:14:16.059" v="1660" actId="1076"/>
          <ac:spMkLst>
            <pc:docMk/>
            <pc:sldMk cId="0" sldId="342"/>
            <ac:spMk id="44111" creationId="{A487EF64-EE61-4782-B880-CFF158EBDEB8}"/>
          </ac:spMkLst>
        </pc:spChg>
        <pc:spChg chg="mod">
          <ac:chgData name="Marco Sanches" userId="301bf0f768bc15fc" providerId="LiveId" clId="{F4238A5F-677D-43C0-B2D3-BFD989BC97CF}" dt="2020-09-02T18:14:16.059" v="1660" actId="1076"/>
          <ac:spMkLst>
            <pc:docMk/>
            <pc:sldMk cId="0" sldId="342"/>
            <ac:spMk id="44112" creationId="{FCE71940-46F0-4FE9-9C79-81F62ADC895D}"/>
          </ac:spMkLst>
        </pc:spChg>
        <pc:spChg chg="mod">
          <ac:chgData name="Marco Sanches" userId="301bf0f768bc15fc" providerId="LiveId" clId="{F4238A5F-677D-43C0-B2D3-BFD989BC97CF}" dt="2020-09-02T18:14:16.059" v="1660" actId="1076"/>
          <ac:spMkLst>
            <pc:docMk/>
            <pc:sldMk cId="0" sldId="342"/>
            <ac:spMk id="44113" creationId="{A48E7E8F-DCB9-4B0E-9562-EC4038F9A241}"/>
          </ac:spMkLst>
        </pc:spChg>
        <pc:spChg chg="mod">
          <ac:chgData name="Marco Sanches" userId="301bf0f768bc15fc" providerId="LiveId" clId="{F4238A5F-677D-43C0-B2D3-BFD989BC97CF}" dt="2020-09-02T18:14:16.059" v="1660" actId="1076"/>
          <ac:spMkLst>
            <pc:docMk/>
            <pc:sldMk cId="0" sldId="342"/>
            <ac:spMk id="44115" creationId="{59C68728-B7FC-440D-8A9D-F7776B5CEA6B}"/>
          </ac:spMkLst>
        </pc:spChg>
        <pc:spChg chg="mod">
          <ac:chgData name="Marco Sanches" userId="301bf0f768bc15fc" providerId="LiveId" clId="{F4238A5F-677D-43C0-B2D3-BFD989BC97CF}" dt="2020-09-02T18:14:16.059" v="1660" actId="1076"/>
          <ac:spMkLst>
            <pc:docMk/>
            <pc:sldMk cId="0" sldId="342"/>
            <ac:spMk id="44116" creationId="{28A2F6DF-7094-4AEA-ACB5-C9D1F0F82E82}"/>
          </ac:spMkLst>
        </pc:spChg>
        <pc:spChg chg="mod">
          <ac:chgData name="Marco Sanches" userId="301bf0f768bc15fc" providerId="LiveId" clId="{F4238A5F-677D-43C0-B2D3-BFD989BC97CF}" dt="2020-09-02T18:14:16.059" v="1660" actId="1076"/>
          <ac:spMkLst>
            <pc:docMk/>
            <pc:sldMk cId="0" sldId="342"/>
            <ac:spMk id="44117" creationId="{56F1EE6F-4FED-47EC-BE38-EB97A158B3BF}"/>
          </ac:spMkLst>
        </pc:spChg>
        <pc:spChg chg="mod">
          <ac:chgData name="Marco Sanches" userId="301bf0f768bc15fc" providerId="LiveId" clId="{F4238A5F-677D-43C0-B2D3-BFD989BC97CF}" dt="2020-09-02T18:14:16.059" v="1660" actId="1076"/>
          <ac:spMkLst>
            <pc:docMk/>
            <pc:sldMk cId="0" sldId="342"/>
            <ac:spMk id="44118" creationId="{D56F13B8-43C1-41BA-BC0D-8E6EAB4DEFC6}"/>
          </ac:spMkLst>
        </pc:spChg>
        <pc:spChg chg="mod">
          <ac:chgData name="Marco Sanches" userId="301bf0f768bc15fc" providerId="LiveId" clId="{F4238A5F-677D-43C0-B2D3-BFD989BC97CF}" dt="2020-09-02T18:14:16.059" v="1660" actId="1076"/>
          <ac:spMkLst>
            <pc:docMk/>
            <pc:sldMk cId="0" sldId="342"/>
            <ac:spMk id="44119" creationId="{1238363F-C4C5-44A9-802E-1B88977F2FAA}"/>
          </ac:spMkLst>
        </pc:spChg>
        <pc:spChg chg="mod">
          <ac:chgData name="Marco Sanches" userId="301bf0f768bc15fc" providerId="LiveId" clId="{F4238A5F-677D-43C0-B2D3-BFD989BC97CF}" dt="2020-09-02T18:14:16.059" v="1660" actId="1076"/>
          <ac:spMkLst>
            <pc:docMk/>
            <pc:sldMk cId="0" sldId="342"/>
            <ac:spMk id="44120" creationId="{EC5EB313-8EFD-4D4A-82EF-048CE24CAECE}"/>
          </ac:spMkLst>
        </pc:spChg>
        <pc:spChg chg="mod">
          <ac:chgData name="Marco Sanches" userId="301bf0f768bc15fc" providerId="LiveId" clId="{F4238A5F-677D-43C0-B2D3-BFD989BC97CF}" dt="2020-09-02T18:06:53.961" v="1533" actId="255"/>
          <ac:spMkLst>
            <pc:docMk/>
            <pc:sldMk cId="0" sldId="342"/>
            <ac:spMk id="44122" creationId="{10A31203-CF0C-4649-AD94-81DA880D753F}"/>
          </ac:spMkLst>
        </pc:spChg>
        <pc:spChg chg="mod">
          <ac:chgData name="Marco Sanches" userId="301bf0f768bc15fc" providerId="LiveId" clId="{F4238A5F-677D-43C0-B2D3-BFD989BC97CF}" dt="2020-09-02T18:06:53.961" v="1533" actId="255"/>
          <ac:spMkLst>
            <pc:docMk/>
            <pc:sldMk cId="0" sldId="342"/>
            <ac:spMk id="44123" creationId="{3CA1BD8B-124F-4F8F-885D-24E9FF1B07FA}"/>
          </ac:spMkLst>
        </pc:spChg>
        <pc:spChg chg="mod">
          <ac:chgData name="Marco Sanches" userId="301bf0f768bc15fc" providerId="LiveId" clId="{F4238A5F-677D-43C0-B2D3-BFD989BC97CF}" dt="2020-09-02T18:06:53.961" v="1533" actId="255"/>
          <ac:spMkLst>
            <pc:docMk/>
            <pc:sldMk cId="0" sldId="342"/>
            <ac:spMk id="44124" creationId="{F1134086-A73D-42A5-BC2A-4452AD624E11}"/>
          </ac:spMkLst>
        </pc:spChg>
        <pc:spChg chg="mod">
          <ac:chgData name="Marco Sanches" userId="301bf0f768bc15fc" providerId="LiveId" clId="{F4238A5F-677D-43C0-B2D3-BFD989BC97CF}" dt="2020-09-02T18:06:53.961" v="1533" actId="255"/>
          <ac:spMkLst>
            <pc:docMk/>
            <pc:sldMk cId="0" sldId="342"/>
            <ac:spMk id="44125" creationId="{D07C36BA-4DD3-40E9-86CC-B70DA18EF41B}"/>
          </ac:spMkLst>
        </pc:spChg>
        <pc:spChg chg="mod">
          <ac:chgData name="Marco Sanches" userId="301bf0f768bc15fc" providerId="LiveId" clId="{F4238A5F-677D-43C0-B2D3-BFD989BC97CF}" dt="2020-09-02T18:06:53.961" v="1533" actId="255"/>
          <ac:spMkLst>
            <pc:docMk/>
            <pc:sldMk cId="0" sldId="342"/>
            <ac:spMk id="44126" creationId="{EC913374-2A38-4A7C-8232-17B85488930D}"/>
          </ac:spMkLst>
        </pc:spChg>
        <pc:spChg chg="mod">
          <ac:chgData name="Marco Sanches" userId="301bf0f768bc15fc" providerId="LiveId" clId="{F4238A5F-677D-43C0-B2D3-BFD989BC97CF}" dt="2020-09-02T18:06:53.961" v="1533" actId="255"/>
          <ac:spMkLst>
            <pc:docMk/>
            <pc:sldMk cId="0" sldId="342"/>
            <ac:spMk id="44127" creationId="{F0C04924-3104-47A0-99A9-548C8A96B5F4}"/>
          </ac:spMkLst>
        </pc:spChg>
        <pc:spChg chg="mod">
          <ac:chgData name="Marco Sanches" userId="301bf0f768bc15fc" providerId="LiveId" clId="{F4238A5F-677D-43C0-B2D3-BFD989BC97CF}" dt="2020-09-02T18:06:53.961" v="1533" actId="255"/>
          <ac:spMkLst>
            <pc:docMk/>
            <pc:sldMk cId="0" sldId="342"/>
            <ac:spMk id="44129" creationId="{8B996331-7FE5-490A-9826-362B4038313D}"/>
          </ac:spMkLst>
        </pc:spChg>
        <pc:spChg chg="mod">
          <ac:chgData name="Marco Sanches" userId="301bf0f768bc15fc" providerId="LiveId" clId="{F4238A5F-677D-43C0-B2D3-BFD989BC97CF}" dt="2020-09-02T18:06:53.961" v="1533" actId="255"/>
          <ac:spMkLst>
            <pc:docMk/>
            <pc:sldMk cId="0" sldId="342"/>
            <ac:spMk id="44130" creationId="{5817A541-A461-4CDF-8F7E-9F0D899103AE}"/>
          </ac:spMkLst>
        </pc:spChg>
        <pc:spChg chg="mod">
          <ac:chgData name="Marco Sanches" userId="301bf0f768bc15fc" providerId="LiveId" clId="{F4238A5F-677D-43C0-B2D3-BFD989BC97CF}" dt="2020-09-02T18:06:53.961" v="1533" actId="255"/>
          <ac:spMkLst>
            <pc:docMk/>
            <pc:sldMk cId="0" sldId="342"/>
            <ac:spMk id="44131" creationId="{EF1B78B4-4E87-4644-8EFC-E8F8FE0DC7D0}"/>
          </ac:spMkLst>
        </pc:spChg>
        <pc:spChg chg="mod">
          <ac:chgData name="Marco Sanches" userId="301bf0f768bc15fc" providerId="LiveId" clId="{F4238A5F-677D-43C0-B2D3-BFD989BC97CF}" dt="2020-09-02T18:06:53.961" v="1533" actId="255"/>
          <ac:spMkLst>
            <pc:docMk/>
            <pc:sldMk cId="0" sldId="342"/>
            <ac:spMk id="44132" creationId="{031581F2-E871-4D99-8E91-A39B41748FDF}"/>
          </ac:spMkLst>
        </pc:spChg>
        <pc:spChg chg="mod">
          <ac:chgData name="Marco Sanches" userId="301bf0f768bc15fc" providerId="LiveId" clId="{F4238A5F-677D-43C0-B2D3-BFD989BC97CF}" dt="2020-09-02T18:06:53.961" v="1533" actId="255"/>
          <ac:spMkLst>
            <pc:docMk/>
            <pc:sldMk cId="0" sldId="342"/>
            <ac:spMk id="44133" creationId="{06480B96-2DB3-4E26-B8B4-9BA73FEF1FB3}"/>
          </ac:spMkLst>
        </pc:spChg>
        <pc:spChg chg="mod">
          <ac:chgData name="Marco Sanches" userId="301bf0f768bc15fc" providerId="LiveId" clId="{F4238A5F-677D-43C0-B2D3-BFD989BC97CF}" dt="2020-09-02T18:06:53.961" v="1533" actId="255"/>
          <ac:spMkLst>
            <pc:docMk/>
            <pc:sldMk cId="0" sldId="342"/>
            <ac:spMk id="44134" creationId="{F937D0A9-21D4-4C19-88EA-0543676FE2CD}"/>
          </ac:spMkLst>
        </pc:spChg>
        <pc:grpChg chg="add mod">
          <ac:chgData name="Marco Sanches" userId="301bf0f768bc15fc" providerId="LiveId" clId="{F4238A5F-677D-43C0-B2D3-BFD989BC97CF}" dt="2020-09-02T18:14:13.536" v="1659" actId="571"/>
          <ac:grpSpMkLst>
            <pc:docMk/>
            <pc:sldMk cId="0" sldId="342"/>
            <ac:grpSpMk id="113" creationId="{CC1C9F79-8B77-490F-95B9-039C05CD5878}"/>
          </ac:grpSpMkLst>
        </pc:grpChg>
        <pc:grpChg chg="add mod">
          <ac:chgData name="Marco Sanches" userId="301bf0f768bc15fc" providerId="LiveId" clId="{F4238A5F-677D-43C0-B2D3-BFD989BC97CF}" dt="2020-09-02T18:14:13.536" v="1659" actId="571"/>
          <ac:grpSpMkLst>
            <pc:docMk/>
            <pc:sldMk cId="0" sldId="342"/>
            <ac:grpSpMk id="126" creationId="{830CDAF9-95BF-49F0-8505-588651E91CE5}"/>
          </ac:grpSpMkLst>
        </pc:grpChg>
        <pc:grpChg chg="add mod">
          <ac:chgData name="Marco Sanches" userId="301bf0f768bc15fc" providerId="LiveId" clId="{F4238A5F-677D-43C0-B2D3-BFD989BC97CF}" dt="2020-09-02T18:13:59.129" v="1654" actId="571"/>
          <ac:grpSpMkLst>
            <pc:docMk/>
            <pc:sldMk cId="0" sldId="342"/>
            <ac:grpSpMk id="144" creationId="{AEA602C9-34EC-4E92-B190-BD944ABB432D}"/>
          </ac:grpSpMkLst>
        </pc:grpChg>
        <pc:grpChg chg="add mod">
          <ac:chgData name="Marco Sanches" userId="301bf0f768bc15fc" providerId="LiveId" clId="{F4238A5F-677D-43C0-B2D3-BFD989BC97CF}" dt="2020-09-02T18:13:59.129" v="1654" actId="571"/>
          <ac:grpSpMkLst>
            <pc:docMk/>
            <pc:sldMk cId="0" sldId="342"/>
            <ac:grpSpMk id="155" creationId="{BF661959-23E0-449F-9FB1-6C4409D5C1CD}"/>
          </ac:grpSpMkLst>
        </pc:grpChg>
        <pc:grpChg chg="add mod">
          <ac:chgData name="Marco Sanches" userId="301bf0f768bc15fc" providerId="LiveId" clId="{F4238A5F-677D-43C0-B2D3-BFD989BC97CF}" dt="2020-09-02T18:14:12.444" v="1657" actId="571"/>
          <ac:grpSpMkLst>
            <pc:docMk/>
            <pc:sldMk cId="0" sldId="342"/>
            <ac:grpSpMk id="171" creationId="{8B20B94B-732C-4AA2-86B6-3CFA514E973E}"/>
          </ac:grpSpMkLst>
        </pc:grpChg>
        <pc:grpChg chg="add mod">
          <ac:chgData name="Marco Sanches" userId="301bf0f768bc15fc" providerId="LiveId" clId="{F4238A5F-677D-43C0-B2D3-BFD989BC97CF}" dt="2020-09-02T18:14:12.444" v="1657" actId="571"/>
          <ac:grpSpMkLst>
            <pc:docMk/>
            <pc:sldMk cId="0" sldId="342"/>
            <ac:grpSpMk id="182" creationId="{107397C2-015E-4B61-803F-DC607533BB51}"/>
          </ac:grpSpMkLst>
        </pc:grpChg>
        <pc:grpChg chg="add del mod">
          <ac:chgData name="Marco Sanches" userId="301bf0f768bc15fc" providerId="LiveId" clId="{F4238A5F-677D-43C0-B2D3-BFD989BC97CF}" dt="2020-09-02T18:14:48.825" v="1668" actId="478"/>
          <ac:grpSpMkLst>
            <pc:docMk/>
            <pc:sldMk cId="0" sldId="342"/>
            <ac:grpSpMk id="198" creationId="{13EDC466-F7D7-4B63-B4F4-76FD98833962}"/>
          </ac:grpSpMkLst>
        </pc:grpChg>
        <pc:grpChg chg="add mod">
          <ac:chgData name="Marco Sanches" userId="301bf0f768bc15fc" providerId="LiveId" clId="{F4238A5F-677D-43C0-B2D3-BFD989BC97CF}" dt="2020-09-02T18:23:35.587" v="1833" actId="1036"/>
          <ac:grpSpMkLst>
            <pc:docMk/>
            <pc:sldMk cId="0" sldId="342"/>
            <ac:grpSpMk id="209" creationId="{41DC5787-7B91-4011-AB48-28A5B13C1FE9}"/>
          </ac:grpSpMkLst>
        </pc:grpChg>
        <pc:grpChg chg="add mod">
          <ac:chgData name="Marco Sanches" userId="301bf0f768bc15fc" providerId="LiveId" clId="{F4238A5F-677D-43C0-B2D3-BFD989BC97CF}" dt="2020-09-02T18:14:26.701" v="1663" actId="571"/>
          <ac:grpSpMkLst>
            <pc:docMk/>
            <pc:sldMk cId="0" sldId="342"/>
            <ac:grpSpMk id="225" creationId="{E0BC1F8D-0225-4092-B134-8C8E2EE8F335}"/>
          </ac:grpSpMkLst>
        </pc:grpChg>
        <pc:grpChg chg="add mod">
          <ac:chgData name="Marco Sanches" userId="301bf0f768bc15fc" providerId="LiveId" clId="{F4238A5F-677D-43C0-B2D3-BFD989BC97CF}" dt="2020-09-02T18:14:26.701" v="1663" actId="571"/>
          <ac:grpSpMkLst>
            <pc:docMk/>
            <pc:sldMk cId="0" sldId="342"/>
            <ac:grpSpMk id="236" creationId="{482B33A5-3969-4115-9A73-5BA981A6F450}"/>
          </ac:grpSpMkLst>
        </pc:grpChg>
        <pc:grpChg chg="add mod">
          <ac:chgData name="Marco Sanches" userId="301bf0f768bc15fc" providerId="LiveId" clId="{F4238A5F-677D-43C0-B2D3-BFD989BC97CF}" dt="2020-09-02T18:23:41.379" v="1834" actId="14100"/>
          <ac:grpSpMkLst>
            <pc:docMk/>
            <pc:sldMk cId="0" sldId="342"/>
            <ac:grpSpMk id="252" creationId="{37EA9F7F-B594-45EB-B851-79C969B295BF}"/>
          </ac:grpSpMkLst>
        </pc:grpChg>
        <pc:grpChg chg="add mod">
          <ac:chgData name="Marco Sanches" userId="301bf0f768bc15fc" providerId="LiveId" clId="{F4238A5F-677D-43C0-B2D3-BFD989BC97CF}" dt="2020-09-02T18:23:48.951" v="1835" actId="14100"/>
          <ac:grpSpMkLst>
            <pc:docMk/>
            <pc:sldMk cId="0" sldId="342"/>
            <ac:grpSpMk id="263" creationId="{E7E0B006-A4F4-4E26-8DB9-14FD127C62E3}"/>
          </ac:grpSpMkLst>
        </pc:grpChg>
        <pc:grpChg chg="del mod">
          <ac:chgData name="Marco Sanches" userId="301bf0f768bc15fc" providerId="LiveId" clId="{F4238A5F-677D-43C0-B2D3-BFD989BC97CF}" dt="2020-09-02T18:13:30.179" v="1646" actId="478"/>
          <ac:grpSpMkLst>
            <pc:docMk/>
            <pc:sldMk cId="0" sldId="342"/>
            <ac:grpSpMk id="44039" creationId="{C11399D7-83BB-4E31-BCB9-EE6D3A898052}"/>
          </ac:grpSpMkLst>
        </pc:grpChg>
        <pc:grpChg chg="del mod">
          <ac:chgData name="Marco Sanches" userId="301bf0f768bc15fc" providerId="LiveId" clId="{F4238A5F-677D-43C0-B2D3-BFD989BC97CF}" dt="2020-09-02T18:13:30.179" v="1646" actId="478"/>
          <ac:grpSpMkLst>
            <pc:docMk/>
            <pc:sldMk cId="0" sldId="342"/>
            <ac:grpSpMk id="44043" creationId="{6051CBC6-F3E2-4698-827C-39E242BD136C}"/>
          </ac:grpSpMkLst>
        </pc:grpChg>
        <pc:grpChg chg="mod">
          <ac:chgData name="Marco Sanches" userId="301bf0f768bc15fc" providerId="LiveId" clId="{F4238A5F-677D-43C0-B2D3-BFD989BC97CF}" dt="2020-09-02T18:14:16.059" v="1660" actId="1076"/>
          <ac:grpSpMkLst>
            <pc:docMk/>
            <pc:sldMk cId="0" sldId="342"/>
            <ac:grpSpMk id="44051" creationId="{0E272D32-22F1-4A35-9B8E-052B06298F32}"/>
          </ac:grpSpMkLst>
        </pc:grpChg>
        <pc:grpChg chg="mod">
          <ac:chgData name="Marco Sanches" userId="301bf0f768bc15fc" providerId="LiveId" clId="{F4238A5F-677D-43C0-B2D3-BFD989BC97CF}" dt="2020-09-02T18:14:16.059" v="1660" actId="1076"/>
          <ac:grpSpMkLst>
            <pc:docMk/>
            <pc:sldMk cId="0" sldId="342"/>
            <ac:grpSpMk id="44055" creationId="{405B6E87-A6BB-4095-ACFE-BF3067A5DB86}"/>
          </ac:grpSpMkLst>
        </pc:grpChg>
        <pc:grpChg chg="add del mod">
          <ac:chgData name="Marco Sanches" userId="301bf0f768bc15fc" providerId="LiveId" clId="{F4238A5F-677D-43C0-B2D3-BFD989BC97CF}" dt="2020-09-02T18:13:25.537" v="1644" actId="478"/>
          <ac:grpSpMkLst>
            <pc:docMk/>
            <pc:sldMk cId="0" sldId="342"/>
            <ac:grpSpMk id="44063" creationId="{3AE1E309-DAD3-433A-BF3F-C46097EFCEF1}"/>
          </ac:grpSpMkLst>
        </pc:grpChg>
        <pc:grpChg chg="add del mod">
          <ac:chgData name="Marco Sanches" userId="301bf0f768bc15fc" providerId="LiveId" clId="{F4238A5F-677D-43C0-B2D3-BFD989BC97CF}" dt="2020-09-02T18:13:25.537" v="1644" actId="478"/>
          <ac:grpSpMkLst>
            <pc:docMk/>
            <pc:sldMk cId="0" sldId="342"/>
            <ac:grpSpMk id="44072" creationId="{D7C7D144-2828-4993-A8CA-C1437072C816}"/>
          </ac:grpSpMkLst>
        </pc:grpChg>
        <pc:grpChg chg="add del mod">
          <ac:chgData name="Marco Sanches" userId="301bf0f768bc15fc" providerId="LiveId" clId="{F4238A5F-677D-43C0-B2D3-BFD989BC97CF}" dt="2020-09-02T18:13:25.537" v="1644" actId="478"/>
          <ac:grpSpMkLst>
            <pc:docMk/>
            <pc:sldMk cId="0" sldId="342"/>
            <ac:grpSpMk id="44076" creationId="{FF82818F-B210-4E3D-986C-8B8408512CE1}"/>
          </ac:grpSpMkLst>
        </pc:grpChg>
        <pc:picChg chg="mod">
          <ac:chgData name="Marco Sanches" userId="301bf0f768bc15fc" providerId="LiveId" clId="{F4238A5F-677D-43C0-B2D3-BFD989BC97CF}" dt="2020-09-02T18:07:13.047" v="1535" actId="1076"/>
          <ac:picMkLst>
            <pc:docMk/>
            <pc:sldMk cId="0" sldId="342"/>
            <ac:picMk id="44036" creationId="{991EE1F9-8B51-4EE1-8297-F5175D0BBE2E}"/>
          </ac:picMkLst>
        </pc:picChg>
        <pc:cxnChg chg="del mod">
          <ac:chgData name="Marco Sanches" userId="301bf0f768bc15fc" providerId="LiveId" clId="{F4238A5F-677D-43C0-B2D3-BFD989BC97CF}" dt="2020-09-02T18:13:28.503" v="1645" actId="478"/>
          <ac:cxnSpMkLst>
            <pc:docMk/>
            <pc:sldMk cId="0" sldId="342"/>
            <ac:cxnSpMk id="6" creationId="{EACE8B2C-4F27-484A-B88C-B3736EDCF434}"/>
          </ac:cxnSpMkLst>
        </pc:cxnChg>
        <pc:cxnChg chg="del mod">
          <ac:chgData name="Marco Sanches" userId="301bf0f768bc15fc" providerId="LiveId" clId="{F4238A5F-677D-43C0-B2D3-BFD989BC97CF}" dt="2020-09-02T18:13:28.503" v="1645" actId="478"/>
          <ac:cxnSpMkLst>
            <pc:docMk/>
            <pc:sldMk cId="0" sldId="342"/>
            <ac:cxnSpMk id="8" creationId="{39DDC254-3987-483D-ABDA-5E4A2BBEE749}"/>
          </ac:cxnSpMkLst>
        </pc:cxnChg>
        <pc:cxnChg chg="del mod">
          <ac:chgData name="Marco Sanches" userId="301bf0f768bc15fc" providerId="LiveId" clId="{F4238A5F-677D-43C0-B2D3-BFD989BC97CF}" dt="2020-09-02T18:13:28.503" v="1645" actId="478"/>
          <ac:cxnSpMkLst>
            <pc:docMk/>
            <pc:sldMk cId="0" sldId="342"/>
            <ac:cxnSpMk id="36" creationId="{4DDAFFF2-2328-46CE-9EF5-DABB8CEAC361}"/>
          </ac:cxnSpMkLst>
        </pc:cxnChg>
        <pc:cxnChg chg="del mod">
          <ac:chgData name="Marco Sanches" userId="301bf0f768bc15fc" providerId="LiveId" clId="{F4238A5F-677D-43C0-B2D3-BFD989BC97CF}" dt="2020-09-02T18:13:28.503" v="1645" actId="478"/>
          <ac:cxnSpMkLst>
            <pc:docMk/>
            <pc:sldMk cId="0" sldId="342"/>
            <ac:cxnSpMk id="47" creationId="{9883585C-C8BC-40B2-A692-D464D81F6FF3}"/>
          </ac:cxnSpMkLst>
        </pc:cxnChg>
        <pc:cxnChg chg="del mod">
          <ac:chgData name="Marco Sanches" userId="301bf0f768bc15fc" providerId="LiveId" clId="{F4238A5F-677D-43C0-B2D3-BFD989BC97CF}" dt="2020-09-02T18:13:33.040" v="1648" actId="478"/>
          <ac:cxnSpMkLst>
            <pc:docMk/>
            <pc:sldMk cId="0" sldId="342"/>
            <ac:cxnSpMk id="49" creationId="{FF29F18C-52F1-4CB4-923F-C4F05009E6ED}"/>
          </ac:cxnSpMkLst>
        </pc:cxnChg>
        <pc:cxnChg chg="mod">
          <ac:chgData name="Marco Sanches" userId="301bf0f768bc15fc" providerId="LiveId" clId="{F4238A5F-677D-43C0-B2D3-BFD989BC97CF}" dt="2020-09-02T18:14:16.059" v="1660" actId="1076"/>
          <ac:cxnSpMkLst>
            <pc:docMk/>
            <pc:sldMk cId="0" sldId="342"/>
            <ac:cxnSpMk id="64" creationId="{BFED38E4-6474-456C-907A-82FE30B838DE}"/>
          </ac:cxnSpMkLst>
        </pc:cxnChg>
        <pc:cxnChg chg="mod">
          <ac:chgData name="Marco Sanches" userId="301bf0f768bc15fc" providerId="LiveId" clId="{F4238A5F-677D-43C0-B2D3-BFD989BC97CF}" dt="2020-09-02T18:14:16.059" v="1660" actId="1076"/>
          <ac:cxnSpMkLst>
            <pc:docMk/>
            <pc:sldMk cId="0" sldId="342"/>
            <ac:cxnSpMk id="75" creationId="{5CE09F9B-A472-4302-8C15-98411AD6E07B}"/>
          </ac:cxnSpMkLst>
        </pc:cxnChg>
        <pc:cxnChg chg="mod">
          <ac:chgData name="Marco Sanches" userId="301bf0f768bc15fc" providerId="LiveId" clId="{F4238A5F-677D-43C0-B2D3-BFD989BC97CF}" dt="2020-09-02T18:14:16.059" v="1660" actId="1076"/>
          <ac:cxnSpMkLst>
            <pc:docMk/>
            <pc:sldMk cId="0" sldId="342"/>
            <ac:cxnSpMk id="76" creationId="{6E6D6EFD-3530-471A-A7D2-4BF1B047359A}"/>
          </ac:cxnSpMkLst>
        </pc:cxnChg>
        <pc:cxnChg chg="mod">
          <ac:chgData name="Marco Sanches" userId="301bf0f768bc15fc" providerId="LiveId" clId="{F4238A5F-677D-43C0-B2D3-BFD989BC97CF}" dt="2020-09-02T18:14:16.059" v="1660" actId="1076"/>
          <ac:cxnSpMkLst>
            <pc:docMk/>
            <pc:sldMk cId="0" sldId="342"/>
            <ac:cxnSpMk id="77" creationId="{032137A7-D9EB-417F-A9E7-FCBFD86F7C59}"/>
          </ac:cxnSpMkLst>
        </pc:cxnChg>
        <pc:cxnChg chg="add del mod">
          <ac:chgData name="Marco Sanches" userId="301bf0f768bc15fc" providerId="LiveId" clId="{F4238A5F-677D-43C0-B2D3-BFD989BC97CF}" dt="2020-09-02T18:13:25.537" v="1644" actId="478"/>
          <ac:cxnSpMkLst>
            <pc:docMk/>
            <pc:sldMk cId="0" sldId="342"/>
            <ac:cxnSpMk id="91" creationId="{4EBB86E1-10B5-4248-B4C8-6ED5E8E17A9B}"/>
          </ac:cxnSpMkLst>
        </pc:cxnChg>
        <pc:cxnChg chg="add del mod">
          <ac:chgData name="Marco Sanches" userId="301bf0f768bc15fc" providerId="LiveId" clId="{F4238A5F-677D-43C0-B2D3-BFD989BC97CF}" dt="2020-09-02T18:13:25.537" v="1644" actId="478"/>
          <ac:cxnSpMkLst>
            <pc:docMk/>
            <pc:sldMk cId="0" sldId="342"/>
            <ac:cxnSpMk id="102" creationId="{A9A3BBB7-F5F2-4843-8DDD-BC0FC01F34CA}"/>
          </ac:cxnSpMkLst>
        </pc:cxnChg>
        <pc:cxnChg chg="add del mod">
          <ac:chgData name="Marco Sanches" userId="301bf0f768bc15fc" providerId="LiveId" clId="{F4238A5F-677D-43C0-B2D3-BFD989BC97CF}" dt="2020-09-02T18:13:25.537" v="1644" actId="478"/>
          <ac:cxnSpMkLst>
            <pc:docMk/>
            <pc:sldMk cId="0" sldId="342"/>
            <ac:cxnSpMk id="119" creationId="{F6FD48A8-68D1-411F-AC2B-23705E040DD2}"/>
          </ac:cxnSpMkLst>
        </pc:cxnChg>
        <pc:cxnChg chg="add mod">
          <ac:chgData name="Marco Sanches" userId="301bf0f768bc15fc" providerId="LiveId" clId="{F4238A5F-677D-43C0-B2D3-BFD989BC97CF}" dt="2020-09-02T18:14:13.536" v="1659" actId="571"/>
          <ac:cxnSpMkLst>
            <pc:docMk/>
            <pc:sldMk cId="0" sldId="342"/>
            <ac:cxnSpMk id="125" creationId="{A01F892F-3F0A-4E1E-9F6D-8A050083FE95}"/>
          </ac:cxnSpMkLst>
        </pc:cxnChg>
        <pc:cxnChg chg="add del mod">
          <ac:chgData name="Marco Sanches" userId="301bf0f768bc15fc" providerId="LiveId" clId="{F4238A5F-677D-43C0-B2D3-BFD989BC97CF}" dt="2020-09-02T18:13:25.537" v="1644" actId="478"/>
          <ac:cxnSpMkLst>
            <pc:docMk/>
            <pc:sldMk cId="0" sldId="342"/>
            <ac:cxnSpMk id="130" creationId="{5D7A3696-A7C1-4553-B3DB-AE1AF6FFD7A8}"/>
          </ac:cxnSpMkLst>
        </pc:cxnChg>
        <pc:cxnChg chg="add mod">
          <ac:chgData name="Marco Sanches" userId="301bf0f768bc15fc" providerId="LiveId" clId="{F4238A5F-677D-43C0-B2D3-BFD989BC97CF}" dt="2020-09-02T18:14:13.536" v="1659" actId="571"/>
          <ac:cxnSpMkLst>
            <pc:docMk/>
            <pc:sldMk cId="0" sldId="342"/>
            <ac:cxnSpMk id="137" creationId="{1B136FA4-6571-435A-B703-1D87DF393318}"/>
          </ac:cxnSpMkLst>
        </pc:cxnChg>
        <pc:cxnChg chg="add mod">
          <ac:chgData name="Marco Sanches" userId="301bf0f768bc15fc" providerId="LiveId" clId="{F4238A5F-677D-43C0-B2D3-BFD989BC97CF}" dt="2020-09-02T18:14:13.536" v="1659" actId="571"/>
          <ac:cxnSpMkLst>
            <pc:docMk/>
            <pc:sldMk cId="0" sldId="342"/>
            <ac:cxnSpMk id="138" creationId="{B390CF73-9D3A-46CF-B5C9-4EDBA5783645}"/>
          </ac:cxnSpMkLst>
        </pc:cxnChg>
        <pc:cxnChg chg="del mod">
          <ac:chgData name="Marco Sanches" userId="301bf0f768bc15fc" providerId="LiveId" clId="{F4238A5F-677D-43C0-B2D3-BFD989BC97CF}" dt="2020-09-02T18:13:31.843" v="1647" actId="478"/>
          <ac:cxnSpMkLst>
            <pc:docMk/>
            <pc:sldMk cId="0" sldId="342"/>
            <ac:cxnSpMk id="139" creationId="{CBFDC708-CB89-4034-93D0-65EE393FFA44}"/>
          </ac:cxnSpMkLst>
        </pc:cxnChg>
        <pc:cxnChg chg="add mod">
          <ac:chgData name="Marco Sanches" userId="301bf0f768bc15fc" providerId="LiveId" clId="{F4238A5F-677D-43C0-B2D3-BFD989BC97CF}" dt="2020-09-02T18:14:13.536" v="1659" actId="571"/>
          <ac:cxnSpMkLst>
            <pc:docMk/>
            <pc:sldMk cId="0" sldId="342"/>
            <ac:cxnSpMk id="140" creationId="{F42E20FC-EF96-4327-9420-BE802A41EC7D}"/>
          </ac:cxnSpMkLst>
        </pc:cxnChg>
        <pc:cxnChg chg="add mod">
          <ac:chgData name="Marco Sanches" userId="301bf0f768bc15fc" providerId="LiveId" clId="{F4238A5F-677D-43C0-B2D3-BFD989BC97CF}" dt="2020-09-02T18:13:59.129" v="1654" actId="571"/>
          <ac:cxnSpMkLst>
            <pc:docMk/>
            <pc:sldMk cId="0" sldId="342"/>
            <ac:cxnSpMk id="154" creationId="{7238A0B0-93FD-4D98-B47E-62C80249BEDC}"/>
          </ac:cxnSpMkLst>
        </pc:cxnChg>
        <pc:cxnChg chg="add mod">
          <ac:chgData name="Marco Sanches" userId="301bf0f768bc15fc" providerId="LiveId" clId="{F4238A5F-677D-43C0-B2D3-BFD989BC97CF}" dt="2020-09-02T18:13:59.129" v="1654" actId="571"/>
          <ac:cxnSpMkLst>
            <pc:docMk/>
            <pc:sldMk cId="0" sldId="342"/>
            <ac:cxnSpMk id="165" creationId="{CAB8FAD4-B43B-4A1F-8B09-C421B4DA9DDA}"/>
          </ac:cxnSpMkLst>
        </pc:cxnChg>
        <pc:cxnChg chg="add mod">
          <ac:chgData name="Marco Sanches" userId="301bf0f768bc15fc" providerId="LiveId" clId="{F4238A5F-677D-43C0-B2D3-BFD989BC97CF}" dt="2020-09-02T18:13:59.129" v="1654" actId="571"/>
          <ac:cxnSpMkLst>
            <pc:docMk/>
            <pc:sldMk cId="0" sldId="342"/>
            <ac:cxnSpMk id="166" creationId="{961D4B60-4E29-4D95-B61F-6C6D8AFF572D}"/>
          </ac:cxnSpMkLst>
        </pc:cxnChg>
        <pc:cxnChg chg="add mod">
          <ac:chgData name="Marco Sanches" userId="301bf0f768bc15fc" providerId="LiveId" clId="{F4238A5F-677D-43C0-B2D3-BFD989BC97CF}" dt="2020-09-02T18:13:59.129" v="1654" actId="571"/>
          <ac:cxnSpMkLst>
            <pc:docMk/>
            <pc:sldMk cId="0" sldId="342"/>
            <ac:cxnSpMk id="167" creationId="{CBD3B753-B4B4-488C-B2BA-85F6DB3D0EA4}"/>
          </ac:cxnSpMkLst>
        </pc:cxnChg>
        <pc:cxnChg chg="add mod">
          <ac:chgData name="Marco Sanches" userId="301bf0f768bc15fc" providerId="LiveId" clId="{F4238A5F-677D-43C0-B2D3-BFD989BC97CF}" dt="2020-09-02T18:14:12.444" v="1657" actId="571"/>
          <ac:cxnSpMkLst>
            <pc:docMk/>
            <pc:sldMk cId="0" sldId="342"/>
            <ac:cxnSpMk id="181" creationId="{F2B833AA-828A-40CA-B357-CF50A966673F}"/>
          </ac:cxnSpMkLst>
        </pc:cxnChg>
        <pc:cxnChg chg="add mod">
          <ac:chgData name="Marco Sanches" userId="301bf0f768bc15fc" providerId="LiveId" clId="{F4238A5F-677D-43C0-B2D3-BFD989BC97CF}" dt="2020-09-02T18:14:12.444" v="1657" actId="571"/>
          <ac:cxnSpMkLst>
            <pc:docMk/>
            <pc:sldMk cId="0" sldId="342"/>
            <ac:cxnSpMk id="192" creationId="{0F02678E-4B1E-4CE3-8AD5-CB2BD4FF65CF}"/>
          </ac:cxnSpMkLst>
        </pc:cxnChg>
        <pc:cxnChg chg="add mod">
          <ac:chgData name="Marco Sanches" userId="301bf0f768bc15fc" providerId="LiveId" clId="{F4238A5F-677D-43C0-B2D3-BFD989BC97CF}" dt="2020-09-02T18:14:12.444" v="1657" actId="571"/>
          <ac:cxnSpMkLst>
            <pc:docMk/>
            <pc:sldMk cId="0" sldId="342"/>
            <ac:cxnSpMk id="193" creationId="{224D5D41-5850-47D1-996F-58359A82EFE7}"/>
          </ac:cxnSpMkLst>
        </pc:cxnChg>
        <pc:cxnChg chg="add mod">
          <ac:chgData name="Marco Sanches" userId="301bf0f768bc15fc" providerId="LiveId" clId="{F4238A5F-677D-43C0-B2D3-BFD989BC97CF}" dt="2020-09-02T18:14:12.444" v="1657" actId="571"/>
          <ac:cxnSpMkLst>
            <pc:docMk/>
            <pc:sldMk cId="0" sldId="342"/>
            <ac:cxnSpMk id="194" creationId="{F0555ECC-7608-4FB8-B41B-74DD71CA6C4B}"/>
          </ac:cxnSpMkLst>
        </pc:cxnChg>
        <pc:cxnChg chg="add mod">
          <ac:chgData name="Marco Sanches" userId="301bf0f768bc15fc" providerId="LiveId" clId="{F4238A5F-677D-43C0-B2D3-BFD989BC97CF}" dt="2020-09-02T18:23:18.514" v="1821" actId="14100"/>
          <ac:cxnSpMkLst>
            <pc:docMk/>
            <pc:sldMk cId="0" sldId="342"/>
            <ac:cxnSpMk id="208" creationId="{588A9250-7E0A-470A-A596-59AAF6DB4780}"/>
          </ac:cxnSpMkLst>
        </pc:cxnChg>
        <pc:cxnChg chg="add mod">
          <ac:chgData name="Marco Sanches" userId="301bf0f768bc15fc" providerId="LiveId" clId="{F4238A5F-677D-43C0-B2D3-BFD989BC97CF}" dt="2020-09-02T18:15:16.716" v="1678" actId="14100"/>
          <ac:cxnSpMkLst>
            <pc:docMk/>
            <pc:sldMk cId="0" sldId="342"/>
            <ac:cxnSpMk id="219" creationId="{F69F9B09-A924-47ED-BB4E-01772C3381D4}"/>
          </ac:cxnSpMkLst>
        </pc:cxnChg>
        <pc:cxnChg chg="add del mod">
          <ac:chgData name="Marco Sanches" userId="301bf0f768bc15fc" providerId="LiveId" clId="{F4238A5F-677D-43C0-B2D3-BFD989BC97CF}" dt="2020-09-02T18:14:51.959" v="1669" actId="478"/>
          <ac:cxnSpMkLst>
            <pc:docMk/>
            <pc:sldMk cId="0" sldId="342"/>
            <ac:cxnSpMk id="220" creationId="{68EE2675-BF86-4AED-B9C8-FC64BC9CFCA0}"/>
          </ac:cxnSpMkLst>
        </pc:cxnChg>
        <pc:cxnChg chg="add del mod">
          <ac:chgData name="Marco Sanches" userId="301bf0f768bc15fc" providerId="LiveId" clId="{F4238A5F-677D-43C0-B2D3-BFD989BC97CF}" dt="2020-09-02T18:14:54.752" v="1670" actId="478"/>
          <ac:cxnSpMkLst>
            <pc:docMk/>
            <pc:sldMk cId="0" sldId="342"/>
            <ac:cxnSpMk id="221" creationId="{20D16121-EF4C-4FF5-80C6-4DEB60EA366D}"/>
          </ac:cxnSpMkLst>
        </pc:cxnChg>
        <pc:cxnChg chg="add mod">
          <ac:chgData name="Marco Sanches" userId="301bf0f768bc15fc" providerId="LiveId" clId="{F4238A5F-677D-43C0-B2D3-BFD989BC97CF}" dt="2020-09-02T18:14:26.701" v="1663" actId="571"/>
          <ac:cxnSpMkLst>
            <pc:docMk/>
            <pc:sldMk cId="0" sldId="342"/>
            <ac:cxnSpMk id="235" creationId="{CAAB1ED5-3945-4293-8489-CEC435783302}"/>
          </ac:cxnSpMkLst>
        </pc:cxnChg>
        <pc:cxnChg chg="add mod">
          <ac:chgData name="Marco Sanches" userId="301bf0f768bc15fc" providerId="LiveId" clId="{F4238A5F-677D-43C0-B2D3-BFD989BC97CF}" dt="2020-09-02T18:14:26.701" v="1663" actId="571"/>
          <ac:cxnSpMkLst>
            <pc:docMk/>
            <pc:sldMk cId="0" sldId="342"/>
            <ac:cxnSpMk id="246" creationId="{F765C887-9591-4E9C-85B1-5D5154FAD3B5}"/>
          </ac:cxnSpMkLst>
        </pc:cxnChg>
        <pc:cxnChg chg="add mod">
          <ac:chgData name="Marco Sanches" userId="301bf0f768bc15fc" providerId="LiveId" clId="{F4238A5F-677D-43C0-B2D3-BFD989BC97CF}" dt="2020-09-02T18:14:26.701" v="1663" actId="571"/>
          <ac:cxnSpMkLst>
            <pc:docMk/>
            <pc:sldMk cId="0" sldId="342"/>
            <ac:cxnSpMk id="247" creationId="{08E6DC69-813E-4ABC-861F-F5022AA10185}"/>
          </ac:cxnSpMkLst>
        </pc:cxnChg>
        <pc:cxnChg chg="add mod">
          <ac:chgData name="Marco Sanches" userId="301bf0f768bc15fc" providerId="LiveId" clId="{F4238A5F-677D-43C0-B2D3-BFD989BC97CF}" dt="2020-09-02T18:14:26.701" v="1663" actId="571"/>
          <ac:cxnSpMkLst>
            <pc:docMk/>
            <pc:sldMk cId="0" sldId="342"/>
            <ac:cxnSpMk id="248" creationId="{AB45BA3B-5E0D-4CDE-9714-1F0C89802AA1}"/>
          </ac:cxnSpMkLst>
        </pc:cxnChg>
        <pc:cxnChg chg="add mod">
          <ac:chgData name="Marco Sanches" userId="301bf0f768bc15fc" providerId="LiveId" clId="{F4238A5F-677D-43C0-B2D3-BFD989BC97CF}" dt="2020-09-02T18:14:33.956" v="1665" actId="571"/>
          <ac:cxnSpMkLst>
            <pc:docMk/>
            <pc:sldMk cId="0" sldId="342"/>
            <ac:cxnSpMk id="262" creationId="{43FD11FE-A122-4E2F-B68A-0108F66F255C}"/>
          </ac:cxnSpMkLst>
        </pc:cxnChg>
        <pc:cxnChg chg="add del mod">
          <ac:chgData name="Marco Sanches" userId="301bf0f768bc15fc" providerId="LiveId" clId="{F4238A5F-677D-43C0-B2D3-BFD989BC97CF}" dt="2020-09-02T18:15:29.443" v="1681" actId="478"/>
          <ac:cxnSpMkLst>
            <pc:docMk/>
            <pc:sldMk cId="0" sldId="342"/>
            <ac:cxnSpMk id="273" creationId="{4FF45C01-DE0D-4D0A-B201-DE7FEE3D8D11}"/>
          </ac:cxnSpMkLst>
        </pc:cxnChg>
        <pc:cxnChg chg="add del mod">
          <ac:chgData name="Marco Sanches" userId="301bf0f768bc15fc" providerId="LiveId" clId="{F4238A5F-677D-43C0-B2D3-BFD989BC97CF}" dt="2020-09-02T18:15:26.483" v="1679" actId="478"/>
          <ac:cxnSpMkLst>
            <pc:docMk/>
            <pc:sldMk cId="0" sldId="342"/>
            <ac:cxnSpMk id="274" creationId="{70C181BA-2C4B-4D18-95E4-43E01AAF8FB6}"/>
          </ac:cxnSpMkLst>
        </pc:cxnChg>
        <pc:cxnChg chg="add del mod">
          <ac:chgData name="Marco Sanches" userId="301bf0f768bc15fc" providerId="LiveId" clId="{F4238A5F-677D-43C0-B2D3-BFD989BC97CF}" dt="2020-09-02T18:15:28.075" v="1680" actId="478"/>
          <ac:cxnSpMkLst>
            <pc:docMk/>
            <pc:sldMk cId="0" sldId="342"/>
            <ac:cxnSpMk id="275" creationId="{08BB8D5D-BEF7-4E62-B0E9-7C5F454D223D}"/>
          </ac:cxnSpMkLst>
        </pc:cxnChg>
        <pc:cxnChg chg="add mod">
          <ac:chgData name="Marco Sanches" userId="301bf0f768bc15fc" providerId="LiveId" clId="{F4238A5F-677D-43C0-B2D3-BFD989BC97CF}" dt="2020-09-02T18:15:52.367" v="1687" actId="14100"/>
          <ac:cxnSpMkLst>
            <pc:docMk/>
            <pc:sldMk cId="0" sldId="342"/>
            <ac:cxnSpMk id="277" creationId="{F8949CFC-8B48-4A5B-9FFF-FFE67A183570}"/>
          </ac:cxnSpMkLst>
        </pc:cxnChg>
        <pc:cxnChg chg="add mod">
          <ac:chgData name="Marco Sanches" userId="301bf0f768bc15fc" providerId="LiveId" clId="{F4238A5F-677D-43C0-B2D3-BFD989BC97CF}" dt="2020-09-02T18:16:16.529" v="1691" actId="1582"/>
          <ac:cxnSpMkLst>
            <pc:docMk/>
            <pc:sldMk cId="0" sldId="342"/>
            <ac:cxnSpMk id="278" creationId="{42824816-BB23-4BB7-AF63-4154A97271C9}"/>
          </ac:cxnSpMkLst>
        </pc:cxnChg>
        <pc:cxnChg chg="add mod">
          <ac:chgData name="Marco Sanches" userId="301bf0f768bc15fc" providerId="LiveId" clId="{F4238A5F-677D-43C0-B2D3-BFD989BC97CF}" dt="2020-09-02T18:16:22.530" v="1692" actId="571"/>
          <ac:cxnSpMkLst>
            <pc:docMk/>
            <pc:sldMk cId="0" sldId="342"/>
            <ac:cxnSpMk id="279" creationId="{4805A344-459D-49E3-AD2A-B8AC36D4AC28}"/>
          </ac:cxnSpMkLst>
        </pc:cxnChg>
      </pc:sldChg>
      <pc:sldChg chg="addSp delSp modSp del mod">
        <pc:chgData name="Marco Sanches" userId="301bf0f768bc15fc" providerId="LiveId" clId="{F4238A5F-677D-43C0-B2D3-BFD989BC97CF}" dt="2020-09-02T18:18:28.944" v="1741" actId="1076"/>
        <pc:sldMkLst>
          <pc:docMk/>
          <pc:sldMk cId="0" sldId="343"/>
        </pc:sldMkLst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0" sldId="343"/>
            <ac:spMk id="2" creationId="{DFA8DEC7-300D-4A66-AA79-F47339A11E7C}"/>
          </ac:spMkLst>
        </pc:spChg>
        <pc:spChg chg="add del mod">
          <ac:chgData name="Marco Sanches" userId="301bf0f768bc15fc" providerId="LiveId" clId="{F4238A5F-677D-43C0-B2D3-BFD989BC97CF}" dt="2020-09-02T18:16:54.395" v="1699"/>
          <ac:spMkLst>
            <pc:docMk/>
            <pc:sldMk cId="0" sldId="343"/>
            <ac:spMk id="2" creationId="{FFCBB81E-B181-4901-B223-69398319C189}"/>
          </ac:spMkLst>
        </pc:spChg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0" sldId="343"/>
            <ac:spMk id="3" creationId="{3F1CB62B-6702-4DA5-AFED-CFD297CEFD7C}"/>
          </ac:spMkLst>
        </pc:spChg>
        <pc:spChg chg="add del mod">
          <ac:chgData name="Marco Sanches" userId="301bf0f768bc15fc" providerId="LiveId" clId="{F4238A5F-677D-43C0-B2D3-BFD989BC97CF}" dt="2020-09-02T18:16:54.395" v="1699"/>
          <ac:spMkLst>
            <pc:docMk/>
            <pc:sldMk cId="0" sldId="343"/>
            <ac:spMk id="3" creationId="{FC69D249-2B8E-4887-9946-3479C6FC5716}"/>
          </ac:spMkLst>
        </pc:spChg>
        <pc:spChg chg="mod">
          <ac:chgData name="Marco Sanches" userId="301bf0f768bc15fc" providerId="LiveId" clId="{F4238A5F-677D-43C0-B2D3-BFD989BC97CF}" dt="2020-09-02T18:18:14.936" v="1738" actId="1076"/>
          <ac:spMkLst>
            <pc:docMk/>
            <pc:sldMk cId="0" sldId="343"/>
            <ac:spMk id="7" creationId="{AAC65A2F-A390-4F0E-8CE0-B692F065497C}"/>
          </ac:spMkLst>
        </pc:spChg>
        <pc:spChg chg="mod">
          <ac:chgData name="Marco Sanches" userId="301bf0f768bc15fc" providerId="LiveId" clId="{F4238A5F-677D-43C0-B2D3-BFD989BC97CF}" dt="2020-09-02T15:38:01.551" v="46"/>
          <ac:spMkLst>
            <pc:docMk/>
            <pc:sldMk cId="0" sldId="343"/>
            <ac:spMk id="45058" creationId="{4F192543-F58E-4B29-BC70-147A9B8E2516}"/>
          </ac:spMkLst>
        </pc:spChg>
        <pc:spChg chg="mod">
          <ac:chgData name="Marco Sanches" userId="301bf0f768bc15fc" providerId="LiveId" clId="{F4238A5F-677D-43C0-B2D3-BFD989BC97CF}" dt="2020-09-02T18:16:54.395" v="1699"/>
          <ac:spMkLst>
            <pc:docMk/>
            <pc:sldMk cId="0" sldId="343"/>
            <ac:spMk id="45058" creationId="{91E00F55-F766-4546-8299-F179F70CF74B}"/>
          </ac:spMkLst>
        </pc:spChg>
        <pc:spChg chg="mod">
          <ac:chgData name="Marco Sanches" userId="301bf0f768bc15fc" providerId="LiveId" clId="{F4238A5F-677D-43C0-B2D3-BFD989BC97CF}" dt="2020-09-02T18:18:28.944" v="1741" actId="1076"/>
          <ac:spMkLst>
            <pc:docMk/>
            <pc:sldMk cId="0" sldId="343"/>
            <ac:spMk id="45059" creationId="{49673CE8-42E6-4B08-976D-52D72F6AB9E8}"/>
          </ac:spMkLst>
        </pc:spChg>
        <pc:spChg chg="mod">
          <ac:chgData name="Marco Sanches" userId="301bf0f768bc15fc" providerId="LiveId" clId="{F4238A5F-677D-43C0-B2D3-BFD989BC97CF}" dt="2020-09-02T15:38:01.551" v="46"/>
          <ac:spMkLst>
            <pc:docMk/>
            <pc:sldMk cId="0" sldId="343"/>
            <ac:spMk id="45059" creationId="{F50C2D46-AEAD-4081-B9B4-56CA73B0F3A6}"/>
          </ac:spMkLst>
        </pc:spChg>
        <pc:spChg chg="mod">
          <ac:chgData name="Marco Sanches" userId="301bf0f768bc15fc" providerId="LiveId" clId="{F4238A5F-677D-43C0-B2D3-BFD989BC97CF}" dt="2020-09-02T18:18:14.936" v="1738" actId="1076"/>
          <ac:spMkLst>
            <pc:docMk/>
            <pc:sldMk cId="0" sldId="343"/>
            <ac:spMk id="45061" creationId="{F82DF99A-E57E-4653-B5A9-D0056F3AC580}"/>
          </ac:spMkLst>
        </pc:spChg>
        <pc:spChg chg="mod">
          <ac:chgData name="Marco Sanches" userId="301bf0f768bc15fc" providerId="LiveId" clId="{F4238A5F-677D-43C0-B2D3-BFD989BC97CF}" dt="2020-09-02T18:18:14.936" v="1738" actId="1076"/>
          <ac:spMkLst>
            <pc:docMk/>
            <pc:sldMk cId="0" sldId="343"/>
            <ac:spMk id="45062" creationId="{AC4FE236-8D72-4646-8A1D-D6D1E0568ADF}"/>
          </ac:spMkLst>
        </pc:spChg>
        <pc:spChg chg="mod">
          <ac:chgData name="Marco Sanches" userId="301bf0f768bc15fc" providerId="LiveId" clId="{F4238A5F-677D-43C0-B2D3-BFD989BC97CF}" dt="2020-09-02T18:18:14.936" v="1738" actId="1076"/>
          <ac:spMkLst>
            <pc:docMk/>
            <pc:sldMk cId="0" sldId="343"/>
            <ac:spMk id="45063" creationId="{D69245A9-D685-40F0-8B15-405C6E8A86E3}"/>
          </ac:spMkLst>
        </pc:spChg>
        <pc:spChg chg="mod">
          <ac:chgData name="Marco Sanches" userId="301bf0f768bc15fc" providerId="LiveId" clId="{F4238A5F-677D-43C0-B2D3-BFD989BC97CF}" dt="2020-09-02T18:18:14.936" v="1738" actId="1076"/>
          <ac:spMkLst>
            <pc:docMk/>
            <pc:sldMk cId="0" sldId="343"/>
            <ac:spMk id="45064" creationId="{673C580C-7E7D-4B26-9FC7-304FD258C3DB}"/>
          </ac:spMkLst>
        </pc:spChg>
        <pc:spChg chg="mod">
          <ac:chgData name="Marco Sanches" userId="301bf0f768bc15fc" providerId="LiveId" clId="{F4238A5F-677D-43C0-B2D3-BFD989BC97CF}" dt="2020-09-02T18:18:14.936" v="1738" actId="1076"/>
          <ac:spMkLst>
            <pc:docMk/>
            <pc:sldMk cId="0" sldId="343"/>
            <ac:spMk id="45065" creationId="{9DB212B9-D0DC-4112-9A1D-085B3806D5BA}"/>
          </ac:spMkLst>
        </pc:spChg>
        <pc:spChg chg="mod">
          <ac:chgData name="Marco Sanches" userId="301bf0f768bc15fc" providerId="LiveId" clId="{F4238A5F-677D-43C0-B2D3-BFD989BC97CF}" dt="2020-09-02T18:18:19.602" v="1739" actId="1076"/>
          <ac:spMkLst>
            <pc:docMk/>
            <pc:sldMk cId="0" sldId="343"/>
            <ac:spMk id="45066" creationId="{846F0D14-A915-4E21-B4B1-396714460E37}"/>
          </ac:spMkLst>
        </pc:spChg>
        <pc:spChg chg="mod">
          <ac:chgData name="Marco Sanches" userId="301bf0f768bc15fc" providerId="LiveId" clId="{F4238A5F-677D-43C0-B2D3-BFD989BC97CF}" dt="2020-09-02T18:18:14.936" v="1738" actId="1076"/>
          <ac:spMkLst>
            <pc:docMk/>
            <pc:sldMk cId="0" sldId="343"/>
            <ac:spMk id="45067" creationId="{F18F3C03-F136-4738-BCE4-16923F62B595}"/>
          </ac:spMkLst>
        </pc:spChg>
        <pc:spChg chg="mod">
          <ac:chgData name="Marco Sanches" userId="301bf0f768bc15fc" providerId="LiveId" clId="{F4238A5F-677D-43C0-B2D3-BFD989BC97CF}" dt="2020-09-02T18:18:14.936" v="1738" actId="1076"/>
          <ac:spMkLst>
            <pc:docMk/>
            <pc:sldMk cId="0" sldId="343"/>
            <ac:spMk id="45068" creationId="{21608F00-BFE3-4B13-8751-3DDF8DB1F949}"/>
          </ac:spMkLst>
        </pc:spChg>
        <pc:picChg chg="mod">
          <ac:chgData name="Marco Sanches" userId="301bf0f768bc15fc" providerId="LiveId" clId="{F4238A5F-677D-43C0-B2D3-BFD989BC97CF}" dt="2020-09-02T18:18:26.482" v="1740" actId="14100"/>
          <ac:picMkLst>
            <pc:docMk/>
            <pc:sldMk cId="0" sldId="343"/>
            <ac:picMk id="45069" creationId="{6AE2369A-0177-4D03-B64A-3EACB77C1DBB}"/>
          </ac:picMkLst>
        </pc:picChg>
      </pc:sldChg>
      <pc:sldChg chg="addSp delSp modSp del mod modAnim">
        <pc:chgData name="Marco Sanches" userId="301bf0f768bc15fc" providerId="LiveId" clId="{F4238A5F-677D-43C0-B2D3-BFD989BC97CF}" dt="2020-09-02T18:31:57.350" v="1914"/>
        <pc:sldMkLst>
          <pc:docMk/>
          <pc:sldMk cId="0" sldId="344"/>
        </pc:sldMkLst>
        <pc:spChg chg="add del mod">
          <ac:chgData name="Marco Sanches" userId="301bf0f768bc15fc" providerId="LiveId" clId="{F4238A5F-677D-43C0-B2D3-BFD989BC97CF}" dt="2020-09-02T18:18:41.454" v="1742"/>
          <ac:spMkLst>
            <pc:docMk/>
            <pc:sldMk cId="0" sldId="344"/>
            <ac:spMk id="2" creationId="{9BC0E636-88C2-4E27-BB3E-0219F34D22BD}"/>
          </ac:spMkLst>
        </pc:spChg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0" sldId="344"/>
            <ac:spMk id="2" creationId="{E9A31BD5-FB48-4725-BC56-81D73D4F7700}"/>
          </ac:spMkLst>
        </pc:spChg>
        <pc:spChg chg="add del mod">
          <ac:chgData name="Marco Sanches" userId="301bf0f768bc15fc" providerId="LiveId" clId="{F4238A5F-677D-43C0-B2D3-BFD989BC97CF}" dt="2020-09-02T18:18:44.009" v="1743" actId="478"/>
          <ac:spMkLst>
            <pc:docMk/>
            <pc:sldMk cId="0" sldId="344"/>
            <ac:spMk id="3" creationId="{3347828B-17F9-40BF-ABDD-5C0A48264B26}"/>
          </ac:spMkLst>
        </pc:spChg>
        <pc:spChg chg="add mod">
          <ac:chgData name="Marco Sanches" userId="301bf0f768bc15fc" providerId="LiveId" clId="{F4238A5F-677D-43C0-B2D3-BFD989BC97CF}" dt="2020-09-02T15:38:01.551" v="46"/>
          <ac:spMkLst>
            <pc:docMk/>
            <pc:sldMk cId="0" sldId="344"/>
            <ac:spMk id="3" creationId="{6334E62C-3352-4B08-B59C-D5C4B5564C72}"/>
          </ac:spMkLst>
        </pc:spChg>
        <pc:spChg chg="add mod">
          <ac:chgData name="Marco Sanches" userId="301bf0f768bc15fc" providerId="LiveId" clId="{F4238A5F-677D-43C0-B2D3-BFD989BC97CF}" dt="2020-09-02T18:31:25.116" v="1908" actId="1076"/>
          <ac:spMkLst>
            <pc:docMk/>
            <pc:sldMk cId="0" sldId="344"/>
            <ac:spMk id="8" creationId="{5D222B4F-8B4D-499B-A2B0-BAB52117C434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12" creationId="{2097C967-C7A8-434F-B0DD-EE6B6BBAF83F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26" creationId="{A9671FC8-06F5-47F7-BA3C-6F47DCE99762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0" creationId="{C46DA101-4D91-49DB-BB7C-23D7155598A3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54" creationId="{ED0CD800-830E-48EE-B513-39991B657ABF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63" creationId="{5AA0A8B9-46F7-4AE4-8526-8F729BE15608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77" creationId="{24A942CD-D318-4380-9C1B-D3C3826F9837}"/>
          </ac:spMkLst>
        </pc:spChg>
        <pc:spChg chg="mod">
          <ac:chgData name="Marco Sanches" userId="301bf0f768bc15fc" providerId="LiveId" clId="{F4238A5F-677D-43C0-B2D3-BFD989BC97CF}" dt="2020-09-02T18:31:14.527" v="1905" actId="1035"/>
          <ac:spMkLst>
            <pc:docMk/>
            <pc:sldMk cId="0" sldId="344"/>
            <ac:spMk id="78" creationId="{3A51B96C-8941-4EA0-AD81-F0D171C9C969}"/>
          </ac:spMkLst>
        </pc:spChg>
        <pc:spChg chg="mod">
          <ac:chgData name="Marco Sanches" userId="301bf0f768bc15fc" providerId="LiveId" clId="{F4238A5F-677D-43C0-B2D3-BFD989BC97CF}" dt="2020-09-02T18:31:14.527" v="1905" actId="1035"/>
          <ac:spMkLst>
            <pc:docMk/>
            <pc:sldMk cId="0" sldId="344"/>
            <ac:spMk id="79" creationId="{211A234C-A697-4B63-B56A-652E93D98107}"/>
          </ac:spMkLst>
        </pc:spChg>
        <pc:spChg chg="mod">
          <ac:chgData name="Marco Sanches" userId="301bf0f768bc15fc" providerId="LiveId" clId="{F4238A5F-677D-43C0-B2D3-BFD989BC97CF}" dt="2020-09-02T18:31:14.527" v="1905" actId="1035"/>
          <ac:spMkLst>
            <pc:docMk/>
            <pc:sldMk cId="0" sldId="344"/>
            <ac:spMk id="80" creationId="{CDAFF736-2399-43D2-B797-B85B3CD9882E}"/>
          </ac:spMkLst>
        </pc:spChg>
        <pc:spChg chg="mod">
          <ac:chgData name="Marco Sanches" userId="301bf0f768bc15fc" providerId="LiveId" clId="{F4238A5F-677D-43C0-B2D3-BFD989BC97CF}" dt="2020-09-02T18:31:14.527" v="1905" actId="1035"/>
          <ac:spMkLst>
            <pc:docMk/>
            <pc:sldMk cId="0" sldId="344"/>
            <ac:spMk id="81" creationId="{E0D7A004-9FF4-441C-AD99-6669F147E2C9}"/>
          </ac:spMkLst>
        </pc:spChg>
        <pc:spChg chg="mod">
          <ac:chgData name="Marco Sanches" userId="301bf0f768bc15fc" providerId="LiveId" clId="{F4238A5F-677D-43C0-B2D3-BFD989BC97CF}" dt="2020-09-02T18:31:14.527" v="1905" actId="1035"/>
          <ac:spMkLst>
            <pc:docMk/>
            <pc:sldMk cId="0" sldId="344"/>
            <ac:spMk id="82" creationId="{FD44F3CB-0C9F-4D58-8B78-015A12F072E4}"/>
          </ac:spMkLst>
        </pc:spChg>
        <pc:spChg chg="mod">
          <ac:chgData name="Marco Sanches" userId="301bf0f768bc15fc" providerId="LiveId" clId="{F4238A5F-677D-43C0-B2D3-BFD989BC97CF}" dt="2020-09-02T18:31:14.527" v="1905" actId="1035"/>
          <ac:spMkLst>
            <pc:docMk/>
            <pc:sldMk cId="0" sldId="344"/>
            <ac:spMk id="83" creationId="{469DF340-C97A-4392-A9A6-8D8723C902FB}"/>
          </ac:spMkLst>
        </pc:spChg>
        <pc:spChg chg="mod">
          <ac:chgData name="Marco Sanches" userId="301bf0f768bc15fc" providerId="LiveId" clId="{F4238A5F-677D-43C0-B2D3-BFD989BC97CF}" dt="2020-09-02T18:31:14.527" v="1905" actId="1035"/>
          <ac:spMkLst>
            <pc:docMk/>
            <pc:sldMk cId="0" sldId="344"/>
            <ac:spMk id="84" creationId="{F076AB73-B6DA-47CA-B90D-A4B60149C588}"/>
          </ac:spMkLst>
        </pc:spChg>
        <pc:spChg chg="add mod">
          <ac:chgData name="Marco Sanches" userId="301bf0f768bc15fc" providerId="LiveId" clId="{F4238A5F-677D-43C0-B2D3-BFD989BC97CF}" dt="2020-09-02T18:31:14.527" v="1905" actId="1035"/>
          <ac:spMkLst>
            <pc:docMk/>
            <pc:sldMk cId="0" sldId="344"/>
            <ac:spMk id="85" creationId="{29211704-FC2B-4649-A0B2-622989A05AFA}"/>
          </ac:spMkLst>
        </pc:spChg>
        <pc:spChg chg="add mod">
          <ac:chgData name="Marco Sanches" userId="301bf0f768bc15fc" providerId="LiveId" clId="{F4238A5F-677D-43C0-B2D3-BFD989BC97CF}" dt="2020-09-02T18:31:14.527" v="1905" actId="1035"/>
          <ac:spMkLst>
            <pc:docMk/>
            <pc:sldMk cId="0" sldId="344"/>
            <ac:spMk id="86" creationId="{22977FF3-9815-4206-B30B-00AE449DC76D}"/>
          </ac:spMkLst>
        </pc:spChg>
        <pc:spChg chg="add del mod">
          <ac:chgData name="Marco Sanches" userId="301bf0f768bc15fc" providerId="LiveId" clId="{F4238A5F-677D-43C0-B2D3-BFD989BC97CF}" dt="2020-09-02T18:20:30.170" v="1767" actId="478"/>
          <ac:spMkLst>
            <pc:docMk/>
            <pc:sldMk cId="0" sldId="344"/>
            <ac:spMk id="88" creationId="{CB5F22B1-1C66-4EBE-9CF4-400DCCD8303B}"/>
          </ac:spMkLst>
        </pc:spChg>
        <pc:spChg chg="add 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90" creationId="{786D8EDF-09E7-42F4-8ADE-185A14C89CAE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93" creationId="{41EE5DAE-9484-4934-AD38-2642815C19C3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94" creationId="{8A5B81FF-16D9-4CEC-A211-1E9962E6B6A5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96" creationId="{FC58674E-5A43-41EA-ACB0-F16D7A522027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97" creationId="{E75F6AEE-8C3E-4117-80BB-FE4629F73134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98" creationId="{481E0F84-D48B-4E1D-BF43-BE4DC2EED257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99" creationId="{A180DB20-1998-410C-B5B0-4BC2CB09C1D9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00" creationId="{D305C2BA-4953-46DB-A064-0553A91AE0FF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01" creationId="{EC014CC5-0932-4005-9712-E3A556E8D23B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02" creationId="{818830E4-980E-40E0-980C-E88A2121A0B1}"/>
          </ac:spMkLst>
        </pc:spChg>
        <pc:spChg chg="add 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03" creationId="{A69B9531-DE0F-418E-A962-1AC94F36C2BE}"/>
          </ac:spMkLst>
        </pc:spChg>
        <pc:spChg chg="add 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04" creationId="{C90B17DB-355E-4CC3-9D66-60273C7B6742}"/>
          </ac:spMkLst>
        </pc:spChg>
        <pc:spChg chg="add 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05" creationId="{5693BC89-DAA8-45D8-8484-FF9DC8C8971E}"/>
          </ac:spMkLst>
        </pc:spChg>
        <pc:spChg chg="add 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06" creationId="{BFD36B9C-9D80-4B1F-8515-10099FD2EC11}"/>
          </ac:spMkLst>
        </pc:spChg>
        <pc:spChg chg="add 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07" creationId="{F6BB4EEB-DDA8-454C-A8A4-14B31C259A4E}"/>
          </ac:spMkLst>
        </pc:spChg>
        <pc:spChg chg="add 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08" creationId="{28B8E239-F26B-4931-9A0F-9D388EF78659}"/>
          </ac:spMkLst>
        </pc:spChg>
        <pc:spChg chg="add 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09" creationId="{2008687F-5290-4481-90FE-8BC6BF55B3E5}"/>
          </ac:spMkLst>
        </pc:spChg>
        <pc:spChg chg="add 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10" creationId="{D828948C-4F3F-4400-9001-BBDC8C38EDE1}"/>
          </ac:spMkLst>
        </pc:spChg>
        <pc:spChg chg="add 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11" creationId="{C5A1AE79-DFDD-45D2-B00A-44E44D22AB8E}"/>
          </ac:spMkLst>
        </pc:spChg>
        <pc:spChg chg="add mod">
          <ac:chgData name="Marco Sanches" userId="301bf0f768bc15fc" providerId="LiveId" clId="{F4238A5F-677D-43C0-B2D3-BFD989BC97CF}" dt="2020-09-02T18:31:34.348" v="1910" actId="1076"/>
          <ac:spMkLst>
            <pc:docMk/>
            <pc:sldMk cId="0" sldId="344"/>
            <ac:spMk id="115" creationId="{54016416-9BD7-4825-BC4C-0E94BED9598E}"/>
          </ac:spMkLst>
        </pc:spChg>
        <pc:spChg chg="mod">
          <ac:chgData name="Marco Sanches" userId="301bf0f768bc15fc" providerId="LiveId" clId="{F4238A5F-677D-43C0-B2D3-BFD989BC97CF}" dt="2020-09-02T18:31:14.527" v="1905" actId="1035"/>
          <ac:spMkLst>
            <pc:docMk/>
            <pc:sldMk cId="0" sldId="344"/>
            <ac:spMk id="118" creationId="{07C518C8-CE15-4005-9ED5-19398486511E}"/>
          </ac:spMkLst>
        </pc:spChg>
        <pc:spChg chg="mod">
          <ac:chgData name="Marco Sanches" userId="301bf0f768bc15fc" providerId="LiveId" clId="{F4238A5F-677D-43C0-B2D3-BFD989BC97CF}" dt="2020-09-02T18:31:14.527" v="1905" actId="1035"/>
          <ac:spMkLst>
            <pc:docMk/>
            <pc:sldMk cId="0" sldId="344"/>
            <ac:spMk id="119" creationId="{92BDCB3E-7B9D-46B6-97D2-6A319E2AB13D}"/>
          </ac:spMkLst>
        </pc:spChg>
        <pc:spChg chg="mod">
          <ac:chgData name="Marco Sanches" userId="301bf0f768bc15fc" providerId="LiveId" clId="{F4238A5F-677D-43C0-B2D3-BFD989BC97CF}" dt="2020-09-02T18:31:14.527" v="1905" actId="1035"/>
          <ac:spMkLst>
            <pc:docMk/>
            <pc:sldMk cId="0" sldId="344"/>
            <ac:spMk id="121" creationId="{48525177-5312-4BAA-A9AA-93EDA5BC00D7}"/>
          </ac:spMkLst>
        </pc:spChg>
        <pc:spChg chg="mod">
          <ac:chgData name="Marco Sanches" userId="301bf0f768bc15fc" providerId="LiveId" clId="{F4238A5F-677D-43C0-B2D3-BFD989BC97CF}" dt="2020-09-02T18:31:14.527" v="1905" actId="1035"/>
          <ac:spMkLst>
            <pc:docMk/>
            <pc:sldMk cId="0" sldId="344"/>
            <ac:spMk id="122" creationId="{5F598647-658C-4344-B425-CBE1835A421A}"/>
          </ac:spMkLst>
        </pc:spChg>
        <pc:spChg chg="mod">
          <ac:chgData name="Marco Sanches" userId="301bf0f768bc15fc" providerId="LiveId" clId="{F4238A5F-677D-43C0-B2D3-BFD989BC97CF}" dt="2020-09-02T18:31:14.527" v="1905" actId="1035"/>
          <ac:spMkLst>
            <pc:docMk/>
            <pc:sldMk cId="0" sldId="344"/>
            <ac:spMk id="123" creationId="{568FD3C7-7ABF-4B49-8222-94C6EAA31284}"/>
          </ac:spMkLst>
        </pc:spChg>
        <pc:spChg chg="mod">
          <ac:chgData name="Marco Sanches" userId="301bf0f768bc15fc" providerId="LiveId" clId="{F4238A5F-677D-43C0-B2D3-BFD989BC97CF}" dt="2020-09-02T18:31:14.527" v="1905" actId="1035"/>
          <ac:spMkLst>
            <pc:docMk/>
            <pc:sldMk cId="0" sldId="344"/>
            <ac:spMk id="124" creationId="{6AE147C1-A16F-438A-B754-B50A7156B344}"/>
          </ac:spMkLst>
        </pc:spChg>
        <pc:spChg chg="mod">
          <ac:chgData name="Marco Sanches" userId="301bf0f768bc15fc" providerId="LiveId" clId="{F4238A5F-677D-43C0-B2D3-BFD989BC97CF}" dt="2020-09-02T18:31:14.527" v="1905" actId="1035"/>
          <ac:spMkLst>
            <pc:docMk/>
            <pc:sldMk cId="0" sldId="344"/>
            <ac:spMk id="125" creationId="{4F608C96-D03B-4847-941F-1B2CE2A5F6F7}"/>
          </ac:spMkLst>
        </pc:spChg>
        <pc:spChg chg="mod">
          <ac:chgData name="Marco Sanches" userId="301bf0f768bc15fc" providerId="LiveId" clId="{F4238A5F-677D-43C0-B2D3-BFD989BC97CF}" dt="2020-09-02T18:31:14.527" v="1905" actId="1035"/>
          <ac:spMkLst>
            <pc:docMk/>
            <pc:sldMk cId="0" sldId="344"/>
            <ac:spMk id="126" creationId="{0A6725F2-674E-4F63-95A1-9A25DE35D73E}"/>
          </ac:spMkLst>
        </pc:spChg>
        <pc:spChg chg="mod">
          <ac:chgData name="Marco Sanches" userId="301bf0f768bc15fc" providerId="LiveId" clId="{F4238A5F-677D-43C0-B2D3-BFD989BC97CF}" dt="2020-09-02T18:31:14.527" v="1905" actId="1035"/>
          <ac:spMkLst>
            <pc:docMk/>
            <pc:sldMk cId="0" sldId="344"/>
            <ac:spMk id="127" creationId="{99CAAA72-C619-4622-994F-757FFBDC7B7A}"/>
          </ac:spMkLst>
        </pc:spChg>
        <pc:spChg chg="add mod">
          <ac:chgData name="Marco Sanches" userId="301bf0f768bc15fc" providerId="LiveId" clId="{F4238A5F-677D-43C0-B2D3-BFD989BC97CF}" dt="2020-09-02T18:31:31.390" v="1909" actId="1076"/>
          <ac:spMkLst>
            <pc:docMk/>
            <pc:sldMk cId="0" sldId="344"/>
            <ac:spMk id="128" creationId="{BAB18071-0946-4B6E-9931-1EE3F96D94A7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31" creationId="{7C37F7D0-C62E-47DC-9F99-920CDF7D2290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32" creationId="{812423EA-88C7-4B48-8BA2-C9771615EB18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34" creationId="{E89E43E8-0963-47FD-B941-E5BA29037CB7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35" creationId="{28FAB7A1-48E7-4F36-B770-8BED2CF2A444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37" creationId="{D9CC51A9-6043-4D1E-8128-2497A0704779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38" creationId="{A3791B88-8F33-499F-9338-5642A612C2F1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39" creationId="{AFC4E408-DEC4-4659-BE98-D881C200BE56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40" creationId="{32E71E7E-D937-42FC-93B2-B8DE2C95225C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41" creationId="{D00CF23B-B45E-4D24-AB79-914F209F11A1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42" creationId="{3CE9C11C-C614-476A-83CD-1BA2734064EC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43" creationId="{5FF07005-23DE-4F29-B95B-75227803D9AB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44" creationId="{AB3D4504-55FF-45BA-8ED6-972F6492C631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45" creationId="{619E713B-9EF8-4007-BE9B-A99A41ED1D7A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46" creationId="{98DB451A-EB5F-4827-BD88-A1EF3F8D77AF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47" creationId="{0DA71FFB-0FE6-4BB5-98AD-3FCCBB657E5B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48" creationId="{E2568BF2-DDCB-41C7-BB9A-70BF9772606C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49" creationId="{57A9096D-267A-4852-A1FE-8238CA31F865}"/>
          </ac:spMkLst>
        </pc:spChg>
        <pc:spChg chg="mod">
          <ac:chgData name="Marco Sanches" userId="301bf0f768bc15fc" providerId="LiveId" clId="{F4238A5F-677D-43C0-B2D3-BFD989BC97CF}" dt="2020-09-02T18:31:05.782" v="1900" actId="1035"/>
          <ac:spMkLst>
            <pc:docMk/>
            <pc:sldMk cId="0" sldId="344"/>
            <ac:spMk id="150" creationId="{4DFA2634-DD2C-4F8F-8852-D5813008073D}"/>
          </ac:spMkLst>
        </pc:spChg>
        <pc:spChg chg="mod">
          <ac:chgData name="Marco Sanches" userId="301bf0f768bc15fc" providerId="LiveId" clId="{F4238A5F-677D-43C0-B2D3-BFD989BC97CF}" dt="2020-09-02T18:18:41.454" v="1742"/>
          <ac:spMkLst>
            <pc:docMk/>
            <pc:sldMk cId="0" sldId="344"/>
            <ac:spMk id="46082" creationId="{02355FFA-82AC-405E-B1A9-36BDD52200E8}"/>
          </ac:spMkLst>
        </pc:spChg>
        <pc:spChg chg="mod">
          <ac:chgData name="Marco Sanches" userId="301bf0f768bc15fc" providerId="LiveId" clId="{F4238A5F-677D-43C0-B2D3-BFD989BC97CF}" dt="2020-09-02T15:38:01.551" v="46"/>
          <ac:spMkLst>
            <pc:docMk/>
            <pc:sldMk cId="0" sldId="344"/>
            <ac:spMk id="46082" creationId="{F1F81C91-D15D-41EC-B154-6B7F7B25DE6C}"/>
          </ac:spMkLst>
        </pc:spChg>
        <pc:spChg chg="del mod">
          <ac:chgData name="Marco Sanches" userId="301bf0f768bc15fc" providerId="LiveId" clId="{F4238A5F-677D-43C0-B2D3-BFD989BC97CF}" dt="2020-09-02T18:19:50.853" v="1751" actId="478"/>
          <ac:spMkLst>
            <pc:docMk/>
            <pc:sldMk cId="0" sldId="344"/>
            <ac:spMk id="46084" creationId="{A45E6E2E-E194-4089-B174-FBB387CE1D83}"/>
          </ac:spMkLst>
        </pc:spChg>
        <pc:spChg chg="del mod">
          <ac:chgData name="Marco Sanches" userId="301bf0f768bc15fc" providerId="LiveId" clId="{F4238A5F-677D-43C0-B2D3-BFD989BC97CF}" dt="2020-09-02T18:19:49.332" v="1750" actId="478"/>
          <ac:spMkLst>
            <pc:docMk/>
            <pc:sldMk cId="0" sldId="344"/>
            <ac:spMk id="46085" creationId="{EA278E05-A56A-4011-BE14-E753F921CF01}"/>
          </ac:spMkLst>
        </pc:spChg>
        <pc:spChg chg="del mod">
          <ac:chgData name="Marco Sanches" userId="301bf0f768bc15fc" providerId="LiveId" clId="{F4238A5F-677D-43C0-B2D3-BFD989BC97CF}" dt="2020-09-02T18:19:56.657" v="1755" actId="478"/>
          <ac:spMkLst>
            <pc:docMk/>
            <pc:sldMk cId="0" sldId="344"/>
            <ac:spMk id="46087" creationId="{1C7CE0E7-C42F-4473-9442-F970CCF43468}"/>
          </ac:spMkLst>
        </pc:spChg>
        <pc:spChg chg="del mod">
          <ac:chgData name="Marco Sanches" userId="301bf0f768bc15fc" providerId="LiveId" clId="{F4238A5F-677D-43C0-B2D3-BFD989BC97CF}" dt="2020-09-02T18:19:57.257" v="1757" actId="478"/>
          <ac:spMkLst>
            <pc:docMk/>
            <pc:sldMk cId="0" sldId="344"/>
            <ac:spMk id="46089" creationId="{9C8260B8-2FE5-4E5C-9F6C-0035C921D1A0}"/>
          </ac:spMkLst>
        </pc:spChg>
        <pc:spChg chg="mod">
          <ac:chgData name="Marco Sanches" userId="301bf0f768bc15fc" providerId="LiveId" clId="{F4238A5F-677D-43C0-B2D3-BFD989BC97CF}" dt="2020-09-02T18:31:18.250" v="1907" actId="1036"/>
          <ac:spMkLst>
            <pc:docMk/>
            <pc:sldMk cId="0" sldId="344"/>
            <ac:spMk id="46091" creationId="{FDC9A7F6-716D-41D1-B60E-18CCDB6C2E04}"/>
          </ac:spMkLst>
        </pc:spChg>
        <pc:spChg chg="del mod">
          <ac:chgData name="Marco Sanches" userId="301bf0f768bc15fc" providerId="LiveId" clId="{F4238A5F-677D-43C0-B2D3-BFD989BC97CF}" dt="2020-09-02T18:19:58.356" v="1758" actId="478"/>
          <ac:spMkLst>
            <pc:docMk/>
            <pc:sldMk cId="0" sldId="344"/>
            <ac:spMk id="46092" creationId="{88EAA016-7CD2-48C5-B819-24E1151B3483}"/>
          </ac:spMkLst>
        </pc:spChg>
        <pc:spChg chg="del mod">
          <ac:chgData name="Marco Sanches" userId="301bf0f768bc15fc" providerId="LiveId" clId="{F4238A5F-677D-43C0-B2D3-BFD989BC97CF}" dt="2020-09-02T18:19:52.848" v="1752" actId="478"/>
          <ac:spMkLst>
            <pc:docMk/>
            <pc:sldMk cId="0" sldId="344"/>
            <ac:spMk id="46093" creationId="{BB0A0108-8398-4239-952F-569B9A8F4856}"/>
          </ac:spMkLst>
        </pc:spChg>
        <pc:spChg chg="del mod">
          <ac:chgData name="Marco Sanches" userId="301bf0f768bc15fc" providerId="LiveId" clId="{F4238A5F-677D-43C0-B2D3-BFD989BC97CF}" dt="2020-09-02T18:19:52.848" v="1752" actId="478"/>
          <ac:spMkLst>
            <pc:docMk/>
            <pc:sldMk cId="0" sldId="344"/>
            <ac:spMk id="46095" creationId="{F67FF3F3-3E65-457D-A891-44E286B60FDE}"/>
          </ac:spMkLst>
        </pc:spChg>
        <pc:spChg chg="del mod">
          <ac:chgData name="Marco Sanches" userId="301bf0f768bc15fc" providerId="LiveId" clId="{F4238A5F-677D-43C0-B2D3-BFD989BC97CF}" dt="2020-09-02T18:19:52.848" v="1752" actId="478"/>
          <ac:spMkLst>
            <pc:docMk/>
            <pc:sldMk cId="0" sldId="344"/>
            <ac:spMk id="46096" creationId="{FFBDA17C-0086-40E7-8578-1773145EB498}"/>
          </ac:spMkLst>
        </pc:spChg>
        <pc:spChg chg="del mod">
          <ac:chgData name="Marco Sanches" userId="301bf0f768bc15fc" providerId="LiveId" clId="{F4238A5F-677D-43C0-B2D3-BFD989BC97CF}" dt="2020-09-02T18:19:52.848" v="1752" actId="478"/>
          <ac:spMkLst>
            <pc:docMk/>
            <pc:sldMk cId="0" sldId="344"/>
            <ac:spMk id="46098" creationId="{6928DCD5-7F53-4B97-AF55-5003F896A51F}"/>
          </ac:spMkLst>
        </pc:spChg>
        <pc:spChg chg="del mod">
          <ac:chgData name="Marco Sanches" userId="301bf0f768bc15fc" providerId="LiveId" clId="{F4238A5F-677D-43C0-B2D3-BFD989BC97CF}" dt="2020-09-02T18:19:52.848" v="1752" actId="478"/>
          <ac:spMkLst>
            <pc:docMk/>
            <pc:sldMk cId="0" sldId="344"/>
            <ac:spMk id="46100" creationId="{EF680E76-11B6-4C20-882A-6070BAF82C18}"/>
          </ac:spMkLst>
        </pc:spChg>
        <pc:spChg chg="del mod">
          <ac:chgData name="Marco Sanches" userId="301bf0f768bc15fc" providerId="LiveId" clId="{F4238A5F-677D-43C0-B2D3-BFD989BC97CF}" dt="2020-09-02T18:19:54.843" v="1753" actId="478"/>
          <ac:spMkLst>
            <pc:docMk/>
            <pc:sldMk cId="0" sldId="344"/>
            <ac:spMk id="46103" creationId="{FC7892AA-D078-47A6-AB1B-553F5FAC795D}"/>
          </ac:spMkLst>
        </pc:spChg>
        <pc:spChg chg="del mod">
          <ac:chgData name="Marco Sanches" userId="301bf0f768bc15fc" providerId="LiveId" clId="{F4238A5F-677D-43C0-B2D3-BFD989BC97CF}" dt="2020-09-02T18:19:54.843" v="1753" actId="478"/>
          <ac:spMkLst>
            <pc:docMk/>
            <pc:sldMk cId="0" sldId="344"/>
            <ac:spMk id="46104" creationId="{D0AEAB1D-0E24-45CF-8778-268353D1EC80}"/>
          </ac:spMkLst>
        </pc:spChg>
        <pc:spChg chg="del mod">
          <ac:chgData name="Marco Sanches" userId="301bf0f768bc15fc" providerId="LiveId" clId="{F4238A5F-677D-43C0-B2D3-BFD989BC97CF}" dt="2020-09-02T18:19:54.843" v="1753" actId="478"/>
          <ac:spMkLst>
            <pc:docMk/>
            <pc:sldMk cId="0" sldId="344"/>
            <ac:spMk id="46106" creationId="{67869D1B-6DBB-47CD-B355-9ABFD4793F74}"/>
          </ac:spMkLst>
        </pc:spChg>
        <pc:spChg chg="del mod">
          <ac:chgData name="Marco Sanches" userId="301bf0f768bc15fc" providerId="LiveId" clId="{F4238A5F-677D-43C0-B2D3-BFD989BC97CF}" dt="2020-09-02T18:19:54.843" v="1753" actId="478"/>
          <ac:spMkLst>
            <pc:docMk/>
            <pc:sldMk cId="0" sldId="344"/>
            <ac:spMk id="46108" creationId="{6828E551-FBA0-460B-A16A-801FC27CADDE}"/>
          </ac:spMkLst>
        </pc:spChg>
        <pc:spChg chg="del mod">
          <ac:chgData name="Marco Sanches" userId="301bf0f768bc15fc" providerId="LiveId" clId="{F4238A5F-677D-43C0-B2D3-BFD989BC97CF}" dt="2020-09-02T18:19:54.843" v="1753" actId="478"/>
          <ac:spMkLst>
            <pc:docMk/>
            <pc:sldMk cId="0" sldId="344"/>
            <ac:spMk id="46110" creationId="{BF315B49-F657-4DA3-A0C2-D3DFB8AB3608}"/>
          </ac:spMkLst>
        </pc:spChg>
        <pc:spChg chg="del mod">
          <ac:chgData name="Marco Sanches" userId="301bf0f768bc15fc" providerId="LiveId" clId="{F4238A5F-677D-43C0-B2D3-BFD989BC97CF}" dt="2020-09-02T18:19:54.843" v="1753" actId="478"/>
          <ac:spMkLst>
            <pc:docMk/>
            <pc:sldMk cId="0" sldId="344"/>
            <ac:spMk id="46111" creationId="{593FB3D0-922E-49E6-BE20-ED9475A16EC3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13" creationId="{D96E3074-BF79-4F4F-8D60-6776D544C764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14" creationId="{38BA6DC4-F7FC-4462-8B3A-15F6043101BF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15" creationId="{9B6DF612-0808-4885-82C1-82A87571519B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16" creationId="{065A3949-BB24-4CE7-9A32-FE1E62C2680E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17" creationId="{FBC257BA-2826-4203-97AE-04AE950F4032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18" creationId="{EC4BF19A-EBB6-4F89-9438-81B461D86166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20" creationId="{A8CDBAD2-7662-4FC2-BFF8-5A623C6E6B8D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21" creationId="{E5EAF5DE-AB23-4D86-B65B-48B73DE1D350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22" creationId="{7B494650-A486-490B-8C44-FB0D3A4DF4EF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23" creationId="{DBCB606E-3542-46B7-BF23-3307D17AB47A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24" creationId="{002B8818-29D8-4064-AEF0-226F84972F9D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25" creationId="{A14C0F2C-D735-4296-9E6B-12EEA17D75DF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27" creationId="{FD5E99F4-0F95-417F-BE95-5867F16AD4D4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28" creationId="{1AEE4A92-5F8D-41BF-AB84-8D4DEEF6BC7A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29" creationId="{6719E760-38C6-414A-96C2-DDE32D430E50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30" creationId="{DE959070-E729-49BB-A153-F3E4BE29F1BC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31" creationId="{7FFA6D4A-3B98-4999-823D-A167D23065C4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32" creationId="{0763B863-6730-4A52-9FD3-CD7249324BB8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34" creationId="{2CB6D976-A9EA-4450-9CD6-1750EC958A14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35" creationId="{3885DC3B-A070-4C69-BF83-5FA57AD28E88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36" creationId="{F822E44A-F520-4C5B-A8AB-B84ACABB4711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37" creationId="{32F37697-920D-47E1-B999-35D821BB56E5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38" creationId="{9736F019-A9B3-43C7-945E-08CDA68C8106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39" creationId="{5745B1E1-C586-439C-A5FF-030F2072BC3E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41" creationId="{F7E19094-6762-43C3-8A70-DA002E006821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42" creationId="{3E765C6A-143B-4DAA-9FC3-9D2F57DE0BC6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43" creationId="{7F330C19-9A99-40BA-B5EC-4DDCDE9B06BD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44" creationId="{74A95D9C-502D-479C-957C-9592EF9B7AD1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45" creationId="{C8E92FBC-D019-49F3-9661-1D6AA9E33AE0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46" creationId="{B6558A42-FAA8-4AF6-A43A-971C292209ED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48" creationId="{9DE9CE03-63C9-414F-A467-DD214ECC265C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49" creationId="{1697FCC6-6939-4D07-A8E7-0D7017AB840A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50" creationId="{2F2FF5C1-85C1-4C6B-9633-3E9EABDDC74E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51" creationId="{43EB740A-0CC0-4C56-83EE-D58A745200A4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52" creationId="{02795650-6F0E-4F51-BD13-69FBB7CD4A5F}"/>
          </ac:spMkLst>
        </pc:spChg>
        <pc:spChg chg="mod">
          <ac:chgData name="Marco Sanches" userId="301bf0f768bc15fc" providerId="LiveId" clId="{F4238A5F-677D-43C0-B2D3-BFD989BC97CF}" dt="2020-09-02T18:19:01.180" v="1747" actId="1076"/>
          <ac:spMkLst>
            <pc:docMk/>
            <pc:sldMk cId="0" sldId="344"/>
            <ac:spMk id="46153" creationId="{6829204F-1342-43BB-8510-667FB8387462}"/>
          </ac:spMkLst>
        </pc:spChg>
        <pc:grpChg chg="add mod">
          <ac:chgData name="Marco Sanches" userId="301bf0f768bc15fc" providerId="LiveId" clId="{F4238A5F-677D-43C0-B2D3-BFD989BC97CF}" dt="2020-09-02T18:31:14.527" v="1905" actId="1035"/>
          <ac:grpSpMkLst>
            <pc:docMk/>
            <pc:sldMk cId="0" sldId="344"/>
            <ac:grpSpMk id="5" creationId="{7B0C04A2-A7D5-4360-A914-606F3C8C9F5B}"/>
          </ac:grpSpMkLst>
        </pc:grpChg>
        <pc:grpChg chg="add mod">
          <ac:chgData name="Marco Sanches" userId="301bf0f768bc15fc" providerId="LiveId" clId="{F4238A5F-677D-43C0-B2D3-BFD989BC97CF}" dt="2020-09-02T18:31:14.527" v="1905" actId="1035"/>
          <ac:grpSpMkLst>
            <pc:docMk/>
            <pc:sldMk cId="0" sldId="344"/>
            <ac:grpSpMk id="76" creationId="{023C4F60-14D6-4673-AA98-4B2D705C338C}"/>
          </ac:grpSpMkLst>
        </pc:grpChg>
        <pc:grpChg chg="add mod">
          <ac:chgData name="Marco Sanches" userId="301bf0f768bc15fc" providerId="LiveId" clId="{F4238A5F-677D-43C0-B2D3-BFD989BC97CF}" dt="2020-09-02T18:31:05.782" v="1900" actId="1035"/>
          <ac:grpSpMkLst>
            <pc:docMk/>
            <pc:sldMk cId="0" sldId="344"/>
            <ac:grpSpMk id="91" creationId="{F677A49D-2597-4597-92E5-DEE2484E6038}"/>
          </ac:grpSpMkLst>
        </pc:grpChg>
        <pc:grpChg chg="mod">
          <ac:chgData name="Marco Sanches" userId="301bf0f768bc15fc" providerId="LiveId" clId="{F4238A5F-677D-43C0-B2D3-BFD989BC97CF}" dt="2020-09-02T18:31:05.782" v="1900" actId="1035"/>
          <ac:grpSpMkLst>
            <pc:docMk/>
            <pc:sldMk cId="0" sldId="344"/>
            <ac:grpSpMk id="92" creationId="{279307B9-50A9-40DE-8B5B-76B6B9D782BE}"/>
          </ac:grpSpMkLst>
        </pc:grpChg>
        <pc:grpChg chg="add mod">
          <ac:chgData name="Marco Sanches" userId="301bf0f768bc15fc" providerId="LiveId" clId="{F4238A5F-677D-43C0-B2D3-BFD989BC97CF}" dt="2020-09-02T18:31:14.527" v="1905" actId="1035"/>
          <ac:grpSpMkLst>
            <pc:docMk/>
            <pc:sldMk cId="0" sldId="344"/>
            <ac:grpSpMk id="116" creationId="{B2AB1FBA-5C2E-49A3-B0DF-62DC1F365DE4}"/>
          </ac:grpSpMkLst>
        </pc:grpChg>
        <pc:grpChg chg="mod">
          <ac:chgData name="Marco Sanches" userId="301bf0f768bc15fc" providerId="LiveId" clId="{F4238A5F-677D-43C0-B2D3-BFD989BC97CF}" dt="2020-09-02T18:31:14.527" v="1905" actId="1035"/>
          <ac:grpSpMkLst>
            <pc:docMk/>
            <pc:sldMk cId="0" sldId="344"/>
            <ac:grpSpMk id="117" creationId="{BD81637E-3BB7-45EE-8850-BA38A708E93B}"/>
          </ac:grpSpMkLst>
        </pc:grpChg>
        <pc:grpChg chg="add mod">
          <ac:chgData name="Marco Sanches" userId="301bf0f768bc15fc" providerId="LiveId" clId="{F4238A5F-677D-43C0-B2D3-BFD989BC97CF}" dt="2020-09-02T18:31:05.782" v="1900" actId="1035"/>
          <ac:grpSpMkLst>
            <pc:docMk/>
            <pc:sldMk cId="0" sldId="344"/>
            <ac:grpSpMk id="129" creationId="{2274FFA2-A385-44F9-AF14-7B35489330E2}"/>
          </ac:grpSpMkLst>
        </pc:grpChg>
        <pc:grpChg chg="mod">
          <ac:chgData name="Marco Sanches" userId="301bf0f768bc15fc" providerId="LiveId" clId="{F4238A5F-677D-43C0-B2D3-BFD989BC97CF}" dt="2020-09-02T18:31:05.782" v="1900" actId="1035"/>
          <ac:grpSpMkLst>
            <pc:docMk/>
            <pc:sldMk cId="0" sldId="344"/>
            <ac:grpSpMk id="130" creationId="{829D99E6-BFF8-4AAB-A6AB-4FE7D1BC115C}"/>
          </ac:grpSpMkLst>
        </pc:grpChg>
        <pc:grpChg chg="del mod">
          <ac:chgData name="Marco Sanches" userId="301bf0f768bc15fc" providerId="LiveId" clId="{F4238A5F-677D-43C0-B2D3-BFD989BC97CF}" dt="2020-09-02T18:19:47.573" v="1748" actId="478"/>
          <ac:grpSpMkLst>
            <pc:docMk/>
            <pc:sldMk cId="0" sldId="344"/>
            <ac:grpSpMk id="46083" creationId="{856B30BF-9BDE-4987-B741-60C8C3A90BBB}"/>
          </ac:grpSpMkLst>
        </pc:grpChg>
        <pc:grpChg chg="del mod">
          <ac:chgData name="Marco Sanches" userId="301bf0f768bc15fc" providerId="LiveId" clId="{F4238A5F-677D-43C0-B2D3-BFD989BC97CF}" dt="2020-09-02T18:19:56.037" v="1754" actId="478"/>
          <ac:grpSpMkLst>
            <pc:docMk/>
            <pc:sldMk cId="0" sldId="344"/>
            <ac:grpSpMk id="46090" creationId="{22A63F36-3E2E-4FC6-9C2F-BCDAA15892E5}"/>
          </ac:grpSpMkLst>
        </pc:grpChg>
        <pc:grpChg chg="del mod">
          <ac:chgData name="Marco Sanches" userId="301bf0f768bc15fc" providerId="LiveId" clId="{F4238A5F-677D-43C0-B2D3-BFD989BC97CF}" dt="2020-09-02T18:19:52.848" v="1752" actId="478"/>
          <ac:grpSpMkLst>
            <pc:docMk/>
            <pc:sldMk cId="0" sldId="344"/>
            <ac:grpSpMk id="46094" creationId="{2CD0D1C1-F0D1-45B5-B206-2A07A2599C03}"/>
          </ac:grpSpMkLst>
        </pc:grpChg>
        <pc:grpChg chg="del mod">
          <ac:chgData name="Marco Sanches" userId="301bf0f768bc15fc" providerId="LiveId" clId="{F4238A5F-677D-43C0-B2D3-BFD989BC97CF}" dt="2020-09-02T18:19:52.848" v="1752" actId="478"/>
          <ac:grpSpMkLst>
            <pc:docMk/>
            <pc:sldMk cId="0" sldId="344"/>
            <ac:grpSpMk id="46101" creationId="{8125C797-97E5-429D-B77C-309333495548}"/>
          </ac:grpSpMkLst>
        </pc:grpChg>
        <pc:grpChg chg="del mod">
          <ac:chgData name="Marco Sanches" userId="301bf0f768bc15fc" providerId="LiveId" clId="{F4238A5F-677D-43C0-B2D3-BFD989BC97CF}" dt="2020-09-02T18:19:54.843" v="1753" actId="478"/>
          <ac:grpSpMkLst>
            <pc:docMk/>
            <pc:sldMk cId="0" sldId="344"/>
            <ac:grpSpMk id="46102" creationId="{DBEA322A-56AF-49AB-BDB7-06D63E229D49}"/>
          </ac:grpSpMkLst>
        </pc:grpChg>
        <pc:grpChg chg="del mod">
          <ac:chgData name="Marco Sanches" userId="301bf0f768bc15fc" providerId="LiveId" clId="{F4238A5F-677D-43C0-B2D3-BFD989BC97CF}" dt="2020-09-02T18:19:54.843" v="1753" actId="478"/>
          <ac:grpSpMkLst>
            <pc:docMk/>
            <pc:sldMk cId="0" sldId="344"/>
            <ac:grpSpMk id="46109" creationId="{ACB7ECCA-8998-4CF9-B6F6-E6071A43E22B}"/>
          </ac:grpSpMkLst>
        </pc:grpChg>
        <pc:cxnChg chg="del mod">
          <ac:chgData name="Marco Sanches" userId="301bf0f768bc15fc" providerId="LiveId" clId="{F4238A5F-677D-43C0-B2D3-BFD989BC97CF}" dt="2020-09-02T18:19:48.686" v="1749" actId="478"/>
          <ac:cxnSpMkLst>
            <pc:docMk/>
            <pc:sldMk cId="0" sldId="344"/>
            <ac:cxnSpMk id="21" creationId="{C94CEA67-A2E4-47E2-9C95-033F1E388438}"/>
          </ac:cxnSpMkLst>
        </pc:cxnChg>
        <pc:cxnChg chg="del mod">
          <ac:chgData name="Marco Sanches" userId="301bf0f768bc15fc" providerId="LiveId" clId="{F4238A5F-677D-43C0-B2D3-BFD989BC97CF}" dt="2020-09-02T18:19:54.843" v="1753" actId="478"/>
          <ac:cxnSpMkLst>
            <pc:docMk/>
            <pc:sldMk cId="0" sldId="344"/>
            <ac:cxnSpMk id="23" creationId="{278EAB74-9EB4-4215-996F-37EF5D3C466E}"/>
          </ac:cxnSpMkLst>
        </pc:cxnChg>
        <pc:cxnChg chg="del mod">
          <ac:chgData name="Marco Sanches" userId="301bf0f768bc15fc" providerId="LiveId" clId="{F4238A5F-677D-43C0-B2D3-BFD989BC97CF}" dt="2020-09-02T18:19:52.848" v="1752" actId="478"/>
          <ac:cxnSpMkLst>
            <pc:docMk/>
            <pc:sldMk cId="0" sldId="344"/>
            <ac:cxnSpMk id="49" creationId="{E3203047-50A3-423F-AE79-8C5071BDA256}"/>
          </ac:cxnSpMkLst>
        </pc:cxnChg>
        <pc:cxnChg chg="del mod">
          <ac:chgData name="Marco Sanches" userId="301bf0f768bc15fc" providerId="LiveId" clId="{F4238A5F-677D-43C0-B2D3-BFD989BC97CF}" dt="2020-09-02T18:19:52.848" v="1752" actId="478"/>
          <ac:cxnSpMkLst>
            <pc:docMk/>
            <pc:sldMk cId="0" sldId="344"/>
            <ac:cxnSpMk id="51" creationId="{FDFF0336-C634-4D12-AB67-CC8A61670DBD}"/>
          </ac:cxnSpMkLst>
        </pc:cxnChg>
        <pc:cxnChg chg="del mod">
          <ac:chgData name="Marco Sanches" userId="301bf0f768bc15fc" providerId="LiveId" clId="{F4238A5F-677D-43C0-B2D3-BFD989BC97CF}" dt="2020-09-02T18:19:54.843" v="1753" actId="478"/>
          <ac:cxnSpMkLst>
            <pc:docMk/>
            <pc:sldMk cId="0" sldId="344"/>
            <ac:cxnSpMk id="72" creationId="{7244F422-4D47-4BB1-869F-B6DF268EB871}"/>
          </ac:cxnSpMkLst>
        </pc:cxnChg>
        <pc:cxnChg chg="del mod">
          <ac:chgData name="Marco Sanches" userId="301bf0f768bc15fc" providerId="LiveId" clId="{F4238A5F-677D-43C0-B2D3-BFD989BC97CF}" dt="2020-09-02T18:19:54.843" v="1753" actId="478"/>
          <ac:cxnSpMkLst>
            <pc:docMk/>
            <pc:sldMk cId="0" sldId="344"/>
            <ac:cxnSpMk id="74" creationId="{FE72369A-8A19-48EA-B31B-7E08C805A538}"/>
          </ac:cxnSpMkLst>
        </pc:cxnChg>
        <pc:cxnChg chg="add mod">
          <ac:chgData name="Marco Sanches" userId="301bf0f768bc15fc" providerId="LiveId" clId="{F4238A5F-677D-43C0-B2D3-BFD989BC97CF}" dt="2020-09-02T18:31:14.527" v="1905" actId="1035"/>
          <ac:cxnSpMkLst>
            <pc:docMk/>
            <pc:sldMk cId="0" sldId="344"/>
            <ac:cxnSpMk id="87" creationId="{D8C75AC2-A6C7-45DB-B42D-34BEF762FDE9}"/>
          </ac:cxnSpMkLst>
        </pc:cxnChg>
        <pc:cxnChg chg="mod">
          <ac:chgData name="Marco Sanches" userId="301bf0f768bc15fc" providerId="LiveId" clId="{F4238A5F-677D-43C0-B2D3-BFD989BC97CF}" dt="2020-09-02T18:31:05.782" v="1900" actId="1035"/>
          <ac:cxnSpMkLst>
            <pc:docMk/>
            <pc:sldMk cId="0" sldId="344"/>
            <ac:cxnSpMk id="95" creationId="{65BFB538-C2DB-4FBC-813B-12E5B22BDC63}"/>
          </ac:cxnSpMkLst>
        </pc:cxnChg>
        <pc:cxnChg chg="add mod">
          <ac:chgData name="Marco Sanches" userId="301bf0f768bc15fc" providerId="LiveId" clId="{F4238A5F-677D-43C0-B2D3-BFD989BC97CF}" dt="2020-09-02T18:31:05.782" v="1900" actId="1035"/>
          <ac:cxnSpMkLst>
            <pc:docMk/>
            <pc:sldMk cId="0" sldId="344"/>
            <ac:cxnSpMk id="113" creationId="{F5E2C313-6DF4-4A7D-97C7-099264D3A79D}"/>
          </ac:cxnSpMkLst>
        </pc:cxnChg>
        <pc:cxnChg chg="mod">
          <ac:chgData name="Marco Sanches" userId="301bf0f768bc15fc" providerId="LiveId" clId="{F4238A5F-677D-43C0-B2D3-BFD989BC97CF}" dt="2020-09-02T18:31:14.527" v="1905" actId="1035"/>
          <ac:cxnSpMkLst>
            <pc:docMk/>
            <pc:sldMk cId="0" sldId="344"/>
            <ac:cxnSpMk id="120" creationId="{52FBCF40-6ECF-4875-9821-17C58B0C1B2B}"/>
          </ac:cxnSpMkLst>
        </pc:cxnChg>
        <pc:cxnChg chg="mod">
          <ac:chgData name="Marco Sanches" userId="301bf0f768bc15fc" providerId="LiveId" clId="{F4238A5F-677D-43C0-B2D3-BFD989BC97CF}" dt="2020-09-02T18:31:05.782" v="1900" actId="1035"/>
          <ac:cxnSpMkLst>
            <pc:docMk/>
            <pc:sldMk cId="0" sldId="344"/>
            <ac:cxnSpMk id="133" creationId="{97010F79-A356-4CAE-859F-7F8C14302172}"/>
          </ac:cxnSpMkLst>
        </pc:cxnChg>
        <pc:cxnChg chg="mod">
          <ac:chgData name="Marco Sanches" userId="301bf0f768bc15fc" providerId="LiveId" clId="{F4238A5F-677D-43C0-B2D3-BFD989BC97CF}" dt="2020-09-02T18:31:05.782" v="1900" actId="1035"/>
          <ac:cxnSpMkLst>
            <pc:docMk/>
            <pc:sldMk cId="0" sldId="344"/>
            <ac:cxnSpMk id="136" creationId="{A6069898-42FB-4472-8BC6-F8FAFCED900D}"/>
          </ac:cxnSpMkLst>
        </pc:cxnChg>
      </pc:sldChg>
      <pc:sldChg chg="addSp delSp modSp del mod modClrScheme chgLayout">
        <pc:chgData name="Marco Sanches" userId="301bf0f768bc15fc" providerId="LiveId" clId="{F4238A5F-677D-43C0-B2D3-BFD989BC97CF}" dt="2020-09-02T17:33:10.047" v="1086" actId="14100"/>
        <pc:sldMkLst>
          <pc:docMk/>
          <pc:sldMk cId="0" sldId="345"/>
        </pc:sldMkLst>
        <pc:spChg chg="mod">
          <ac:chgData name="Marco Sanches" userId="301bf0f768bc15fc" providerId="LiveId" clId="{F4238A5F-677D-43C0-B2D3-BFD989BC97CF}" dt="2020-09-02T17:26:05.461" v="970" actId="1076"/>
          <ac:spMkLst>
            <pc:docMk/>
            <pc:sldMk cId="0" sldId="345"/>
            <ac:spMk id="2" creationId="{24B3301E-6AF9-4640-9050-1250257ED6DF}"/>
          </ac:spMkLst>
        </pc:spChg>
        <pc:spChg chg="del mod">
          <ac:chgData name="Marco Sanches" userId="301bf0f768bc15fc" providerId="LiveId" clId="{F4238A5F-677D-43C0-B2D3-BFD989BC97CF}" dt="2020-09-02T17:25:15.058" v="957" actId="478"/>
          <ac:spMkLst>
            <pc:docMk/>
            <pc:sldMk cId="0" sldId="345"/>
            <ac:spMk id="3" creationId="{2EF512E0-1290-4139-8582-40E2F55B1BE1}"/>
          </ac:spMkLst>
        </pc:spChg>
        <pc:spChg chg="mod">
          <ac:chgData name="Marco Sanches" userId="301bf0f768bc15fc" providerId="LiveId" clId="{F4238A5F-677D-43C0-B2D3-BFD989BC97CF}" dt="2020-09-02T17:28:33" v="1004" actId="1035"/>
          <ac:spMkLst>
            <pc:docMk/>
            <pc:sldMk cId="0" sldId="345"/>
            <ac:spMk id="4" creationId="{89CD9027-7F2E-41C5-B014-9876820A9A43}"/>
          </ac:spMkLst>
        </pc:spChg>
        <pc:spChg chg="add mod ord">
          <ac:chgData name="Marco Sanches" userId="301bf0f768bc15fc" providerId="LiveId" clId="{F4238A5F-677D-43C0-B2D3-BFD989BC97CF}" dt="2020-09-02T17:23:52.542" v="940" actId="20577"/>
          <ac:spMkLst>
            <pc:docMk/>
            <pc:sldMk cId="0" sldId="345"/>
            <ac:spMk id="5" creationId="{B4658E21-3D00-48CD-A16B-1487800E3A10}"/>
          </ac:spMkLst>
        </pc:spChg>
        <pc:spChg chg="add del">
          <ac:chgData name="Marco Sanches" userId="301bf0f768bc15fc" providerId="LiveId" clId="{F4238A5F-677D-43C0-B2D3-BFD989BC97CF}" dt="2020-09-02T17:24:03.920" v="945" actId="478"/>
          <ac:spMkLst>
            <pc:docMk/>
            <pc:sldMk cId="0" sldId="345"/>
            <ac:spMk id="6" creationId="{5A709219-7697-44C8-8CEC-35A14C0D5B3C}"/>
          </ac:spMkLst>
        </pc:spChg>
        <pc:spChg chg="add del mod ord">
          <ac:chgData name="Marco Sanches" userId="301bf0f768bc15fc" providerId="LiveId" clId="{F4238A5F-677D-43C0-B2D3-BFD989BC97CF}" dt="2020-09-02T17:24:08.143" v="946" actId="478"/>
          <ac:spMkLst>
            <pc:docMk/>
            <pc:sldMk cId="0" sldId="345"/>
            <ac:spMk id="7" creationId="{2598FF2C-717B-491D-9A5C-B814DAAC2957}"/>
          </ac:spMkLst>
        </pc:spChg>
        <pc:spChg chg="add mod">
          <ac:chgData name="Marco Sanches" userId="301bf0f768bc15fc" providerId="LiveId" clId="{F4238A5F-677D-43C0-B2D3-BFD989BC97CF}" dt="2020-09-02T17:28:36.860" v="1005" actId="14100"/>
          <ac:spMkLst>
            <pc:docMk/>
            <pc:sldMk cId="0" sldId="345"/>
            <ac:spMk id="8" creationId="{886DD65B-0252-4562-8FFB-E74C48DD6F3C}"/>
          </ac:spMkLst>
        </pc:spChg>
        <pc:spChg chg="mod">
          <ac:chgData name="Marco Sanches" userId="301bf0f768bc15fc" providerId="LiveId" clId="{F4238A5F-677D-43C0-B2D3-BFD989BC97CF}" dt="2020-09-02T17:26:18.770" v="972" actId="255"/>
          <ac:spMkLst>
            <pc:docMk/>
            <pc:sldMk cId="0" sldId="345"/>
            <ac:spMk id="17411" creationId="{9380A522-CF9B-4AD3-A4CE-087ECEA988C3}"/>
          </ac:spMkLst>
        </pc:spChg>
        <pc:spChg chg="mod">
          <ac:chgData name="Marco Sanches" userId="301bf0f768bc15fc" providerId="LiveId" clId="{F4238A5F-677D-43C0-B2D3-BFD989BC97CF}" dt="2020-09-02T17:28:23.439" v="992" actId="1076"/>
          <ac:spMkLst>
            <pc:docMk/>
            <pc:sldMk cId="0" sldId="345"/>
            <ac:spMk id="17413" creationId="{EB166FE0-5C0A-4EF3-9436-82A628E89858}"/>
          </ac:spMkLst>
        </pc:spChg>
        <pc:spChg chg="mod">
          <ac:chgData name="Marco Sanches" userId="301bf0f768bc15fc" providerId="LiveId" clId="{F4238A5F-677D-43C0-B2D3-BFD989BC97CF}" dt="2020-09-02T17:30:14.402" v="1028" actId="14100"/>
          <ac:spMkLst>
            <pc:docMk/>
            <pc:sldMk cId="0" sldId="345"/>
            <ac:spMk id="17417" creationId="{932B9420-F19A-4F66-BAF0-C30B17515251}"/>
          </ac:spMkLst>
        </pc:spChg>
        <pc:graphicFrameChg chg="mod modGraphic">
          <ac:chgData name="Marco Sanches" userId="301bf0f768bc15fc" providerId="LiveId" clId="{F4238A5F-677D-43C0-B2D3-BFD989BC97CF}" dt="2020-09-02T17:32:39.407" v="1077" actId="1076"/>
          <ac:graphicFrameMkLst>
            <pc:docMk/>
            <pc:sldMk cId="0" sldId="345"/>
            <ac:graphicFrameMk id="11" creationId="{07D17E10-9D40-4504-B307-48F7C6997E05}"/>
          </ac:graphicFrameMkLst>
        </pc:graphicFrameChg>
        <pc:picChg chg="add mod">
          <ac:chgData name="Marco Sanches" userId="301bf0f768bc15fc" providerId="LiveId" clId="{F4238A5F-677D-43C0-B2D3-BFD989BC97CF}" dt="2020-09-02T17:33:07.374" v="1085" actId="1076"/>
          <ac:picMkLst>
            <pc:docMk/>
            <pc:sldMk cId="0" sldId="345"/>
            <ac:picMk id="9" creationId="{A626AEBD-954F-45A1-A63D-18B8DA9A86A9}"/>
          </ac:picMkLst>
        </pc:picChg>
        <pc:picChg chg="add del mod">
          <ac:chgData name="Marco Sanches" userId="301bf0f768bc15fc" providerId="LiveId" clId="{F4238A5F-677D-43C0-B2D3-BFD989BC97CF}" dt="2020-09-02T17:32:10.808" v="1071" actId="478"/>
          <ac:picMkLst>
            <pc:docMk/>
            <pc:sldMk cId="0" sldId="345"/>
            <ac:picMk id="12" creationId="{C085DC6D-FCCC-4833-BA80-73A159449DCA}"/>
          </ac:picMkLst>
        </pc:picChg>
        <pc:picChg chg="add del mod">
          <ac:chgData name="Marco Sanches" userId="301bf0f768bc15fc" providerId="LiveId" clId="{F4238A5F-677D-43C0-B2D3-BFD989BC97CF}" dt="2020-09-02T17:31:59.921" v="1066" actId="478"/>
          <ac:picMkLst>
            <pc:docMk/>
            <pc:sldMk cId="0" sldId="345"/>
            <ac:picMk id="15" creationId="{ED78BFBF-C894-41AF-9A34-3764CBB8B65A}"/>
          </ac:picMkLst>
        </pc:picChg>
        <pc:picChg chg="add del mod">
          <ac:chgData name="Marco Sanches" userId="301bf0f768bc15fc" providerId="LiveId" clId="{F4238A5F-677D-43C0-B2D3-BFD989BC97CF}" dt="2020-09-02T17:32:09.508" v="1069" actId="478"/>
          <ac:picMkLst>
            <pc:docMk/>
            <pc:sldMk cId="0" sldId="345"/>
            <ac:picMk id="18" creationId="{BE3AB5D3-F7F9-4548-9D73-56ED083AAA45}"/>
          </ac:picMkLst>
        </pc:picChg>
        <pc:picChg chg="add del mod">
          <ac:chgData name="Marco Sanches" userId="301bf0f768bc15fc" providerId="LiveId" clId="{F4238A5F-677D-43C0-B2D3-BFD989BC97CF}" dt="2020-09-02T17:31:58.479" v="1064" actId="478"/>
          <ac:picMkLst>
            <pc:docMk/>
            <pc:sldMk cId="0" sldId="345"/>
            <ac:picMk id="22" creationId="{99D648DA-8CB6-4B58-8BBA-6C49F8413664}"/>
          </ac:picMkLst>
        </pc:picChg>
        <pc:picChg chg="add del mod">
          <ac:chgData name="Marco Sanches" userId="301bf0f768bc15fc" providerId="LiveId" clId="{F4238A5F-677D-43C0-B2D3-BFD989BC97CF}" dt="2020-09-02T17:31:57.590" v="1063" actId="478"/>
          <ac:picMkLst>
            <pc:docMk/>
            <pc:sldMk cId="0" sldId="345"/>
            <ac:picMk id="24" creationId="{D2439116-B11E-480F-83AB-34B7BFE71C93}"/>
          </ac:picMkLst>
        </pc:picChg>
        <pc:picChg chg="add mod">
          <ac:chgData name="Marco Sanches" userId="301bf0f768bc15fc" providerId="LiveId" clId="{F4238A5F-677D-43C0-B2D3-BFD989BC97CF}" dt="2020-09-02T17:33:10.047" v="1086" actId="14100"/>
          <ac:picMkLst>
            <pc:docMk/>
            <pc:sldMk cId="0" sldId="345"/>
            <ac:picMk id="26" creationId="{6F1C0C3D-D952-46AA-9577-5E413269AA34}"/>
          </ac:picMkLst>
        </pc:picChg>
        <pc:picChg chg="add del mod">
          <ac:chgData name="Marco Sanches" userId="301bf0f768bc15fc" providerId="LiveId" clId="{F4238A5F-677D-43C0-B2D3-BFD989BC97CF}" dt="2020-09-02T17:32:10.212" v="1070" actId="478"/>
          <ac:picMkLst>
            <pc:docMk/>
            <pc:sldMk cId="0" sldId="345"/>
            <ac:picMk id="28" creationId="{8D0A8B42-9925-4A8B-846E-C57873F4A479}"/>
          </ac:picMkLst>
        </pc:picChg>
        <pc:picChg chg="add del mod">
          <ac:chgData name="Marco Sanches" userId="301bf0f768bc15fc" providerId="LiveId" clId="{F4238A5F-677D-43C0-B2D3-BFD989BC97CF}" dt="2020-09-02T17:31:59.187" v="1065" actId="478"/>
          <ac:picMkLst>
            <pc:docMk/>
            <pc:sldMk cId="0" sldId="345"/>
            <ac:picMk id="30" creationId="{F3DAC122-35EF-42DB-8D36-66E019C179E9}"/>
          </ac:picMkLst>
        </pc:picChg>
        <pc:picChg chg="add mod">
          <ac:chgData name="Marco Sanches" userId="301bf0f768bc15fc" providerId="LiveId" clId="{F4238A5F-677D-43C0-B2D3-BFD989BC97CF}" dt="2020-09-02T17:32:46.902" v="1080" actId="14100"/>
          <ac:picMkLst>
            <pc:docMk/>
            <pc:sldMk cId="0" sldId="345"/>
            <ac:picMk id="32" creationId="{5D5D376F-77F5-406D-87EC-AB5BE36920BE}"/>
          </ac:picMkLst>
        </pc:picChg>
        <pc:picChg chg="add mod">
          <ac:chgData name="Marco Sanches" userId="301bf0f768bc15fc" providerId="LiveId" clId="{F4238A5F-677D-43C0-B2D3-BFD989BC97CF}" dt="2020-09-02T17:32:15.157" v="1072" actId="14100"/>
          <ac:picMkLst>
            <pc:docMk/>
            <pc:sldMk cId="0" sldId="345"/>
            <ac:picMk id="35" creationId="{19F78A8D-BBFB-42C7-BD6E-ED5406CC24D5}"/>
          </ac:picMkLst>
        </pc:picChg>
        <pc:picChg chg="add mod">
          <ac:chgData name="Marco Sanches" userId="301bf0f768bc15fc" providerId="LiveId" clId="{F4238A5F-677D-43C0-B2D3-BFD989BC97CF}" dt="2020-09-02T17:32:57.641" v="1083" actId="688"/>
          <ac:picMkLst>
            <pc:docMk/>
            <pc:sldMk cId="0" sldId="345"/>
            <ac:picMk id="36" creationId="{20937B43-ABF4-42F5-86B1-50B553C0829D}"/>
          </ac:picMkLst>
        </pc:picChg>
        <pc:picChg chg="add del mod">
          <ac:chgData name="Marco Sanches" userId="301bf0f768bc15fc" providerId="LiveId" clId="{F4238A5F-677D-43C0-B2D3-BFD989BC97CF}" dt="2020-09-02T17:32:08.443" v="1068" actId="478"/>
          <ac:picMkLst>
            <pc:docMk/>
            <pc:sldMk cId="0" sldId="345"/>
            <ac:picMk id="37" creationId="{2FC3D93A-D4F3-4866-A87F-D5CBF57C6FBD}"/>
          </ac:picMkLst>
        </pc:picChg>
        <pc:picChg chg="del mod">
          <ac:chgData name="Marco Sanches" userId="301bf0f768bc15fc" providerId="LiveId" clId="{F4238A5F-677D-43C0-B2D3-BFD989BC97CF}" dt="2020-09-02T17:27:31.681" v="973" actId="478"/>
          <ac:picMkLst>
            <pc:docMk/>
            <pc:sldMk cId="0" sldId="345"/>
            <ac:picMk id="17416" creationId="{6005BEF6-EDC8-416B-B9AD-DC372BDEC3F3}"/>
          </ac:picMkLst>
        </pc:picChg>
        <pc:cxnChg chg="del mod">
          <ac:chgData name="Marco Sanches" userId="301bf0f768bc15fc" providerId="LiveId" clId="{F4238A5F-677D-43C0-B2D3-BFD989BC97CF}" dt="2020-09-02T17:28:01.699" v="984" actId="478"/>
          <ac:cxnSpMkLst>
            <pc:docMk/>
            <pc:sldMk cId="0" sldId="345"/>
            <ac:cxnSpMk id="14" creationId="{C61DE7AF-F28B-4352-96E1-B2FCA3A33191}"/>
          </ac:cxnSpMkLst>
        </pc:cxnChg>
        <pc:cxnChg chg="del mod">
          <ac:chgData name="Marco Sanches" userId="301bf0f768bc15fc" providerId="LiveId" clId="{F4238A5F-677D-43C0-B2D3-BFD989BC97CF}" dt="2020-09-02T17:28:02.811" v="985" actId="478"/>
          <ac:cxnSpMkLst>
            <pc:docMk/>
            <pc:sldMk cId="0" sldId="345"/>
            <ac:cxnSpMk id="16" creationId="{87159133-C6F3-49E2-8D15-0BBD70EC4DD8}"/>
          </ac:cxnSpMkLst>
        </pc:cxnChg>
        <pc:cxnChg chg="del">
          <ac:chgData name="Marco Sanches" userId="301bf0f768bc15fc" providerId="LiveId" clId="{F4238A5F-677D-43C0-B2D3-BFD989BC97CF}" dt="2020-09-02T17:28:09.654" v="989" actId="478"/>
          <ac:cxnSpMkLst>
            <pc:docMk/>
            <pc:sldMk cId="0" sldId="345"/>
            <ac:cxnSpMk id="19" creationId="{9CCA9BA6-047E-430D-8B00-8E7DCD93E224}"/>
          </ac:cxnSpMkLst>
        </pc:cxnChg>
        <pc:cxnChg chg="del">
          <ac:chgData name="Marco Sanches" userId="301bf0f768bc15fc" providerId="LiveId" clId="{F4238A5F-677D-43C0-B2D3-BFD989BC97CF}" dt="2020-09-02T17:28:08.784" v="988" actId="478"/>
          <ac:cxnSpMkLst>
            <pc:docMk/>
            <pc:sldMk cId="0" sldId="345"/>
            <ac:cxnSpMk id="21" creationId="{30BACD98-D153-4076-BE16-B0A60BA504ED}"/>
          </ac:cxnSpMkLst>
        </pc:cxnChg>
      </pc:sldChg>
      <pc:sldChg chg="del">
        <pc:chgData name="Marco Sanches" userId="301bf0f768bc15fc" providerId="LiveId" clId="{F4238A5F-677D-43C0-B2D3-BFD989BC97CF}" dt="2020-09-02T17:34:46.618" v="1114" actId="47"/>
        <pc:sldMkLst>
          <pc:docMk/>
          <pc:sldMk cId="0" sldId="346"/>
        </pc:sldMkLst>
      </pc:sldChg>
      <pc:sldChg chg="del">
        <pc:chgData name="Marco Sanches" userId="301bf0f768bc15fc" providerId="LiveId" clId="{F4238A5F-677D-43C0-B2D3-BFD989BC97CF}" dt="2020-09-02T17:37:50.365" v="1147" actId="47"/>
        <pc:sldMkLst>
          <pc:docMk/>
          <pc:sldMk cId="0" sldId="348"/>
        </pc:sldMkLst>
      </pc:sldChg>
      <pc:sldChg chg="addSp delSp modSp mod modAnim">
        <pc:chgData name="Marco Sanches" userId="301bf0f768bc15fc" providerId="LiveId" clId="{F4238A5F-677D-43C0-B2D3-BFD989BC97CF}" dt="2020-09-04T10:52:17.206" v="2844" actId="20577"/>
        <pc:sldMkLst>
          <pc:docMk/>
          <pc:sldMk cId="0" sldId="352"/>
        </pc:sldMkLst>
        <pc:spChg chg="add mod">
          <ac:chgData name="Marco Sanches" userId="301bf0f768bc15fc" providerId="LiveId" clId="{F4238A5F-677D-43C0-B2D3-BFD989BC97CF}" dt="2020-09-03T17:58:26.120" v="2400" actId="1076"/>
          <ac:spMkLst>
            <pc:docMk/>
            <pc:sldMk cId="0" sldId="352"/>
            <ac:spMk id="2" creationId="{A4B25664-3963-40AB-B6E2-AFBA70215F59}"/>
          </ac:spMkLst>
        </pc:spChg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0" sldId="352"/>
            <ac:spMk id="2" creationId="{B0ED615F-2FFB-4D4B-93BE-72139057C36D}"/>
          </ac:spMkLst>
        </pc:spChg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0" sldId="352"/>
            <ac:spMk id="3" creationId="{0432E86E-1E8D-46F9-ABAB-DA14502B4111}"/>
          </ac:spMkLst>
        </pc:spChg>
        <pc:spChg chg="mod">
          <ac:chgData name="Marco Sanches" userId="301bf0f768bc15fc" providerId="LiveId" clId="{F4238A5F-677D-43C0-B2D3-BFD989BC97CF}" dt="2020-09-02T16:11:20.257" v="581" actId="1035"/>
          <ac:spMkLst>
            <pc:docMk/>
            <pc:sldMk cId="0" sldId="352"/>
            <ac:spMk id="5" creationId="{D99A369F-8C7A-46D2-AEEE-A2912FD5E394}"/>
          </ac:spMkLst>
        </pc:spChg>
        <pc:spChg chg="mod">
          <ac:chgData name="Marco Sanches" userId="301bf0f768bc15fc" providerId="LiveId" clId="{F4238A5F-677D-43C0-B2D3-BFD989BC97CF}" dt="2020-09-02T16:09:18.867" v="552" actId="14100"/>
          <ac:spMkLst>
            <pc:docMk/>
            <pc:sldMk cId="0" sldId="352"/>
            <ac:spMk id="6" creationId="{C3F8A45F-84CB-4520-9E61-371EB4E256CC}"/>
          </ac:spMkLst>
        </pc:spChg>
        <pc:spChg chg="mod">
          <ac:chgData name="Marco Sanches" userId="301bf0f768bc15fc" providerId="LiveId" clId="{F4238A5F-677D-43C0-B2D3-BFD989BC97CF}" dt="2020-09-02T16:11:20.257" v="581" actId="1035"/>
          <ac:spMkLst>
            <pc:docMk/>
            <pc:sldMk cId="0" sldId="352"/>
            <ac:spMk id="8" creationId="{8B1514E4-DB4B-4493-9B0D-34F6F3ABA159}"/>
          </ac:spMkLst>
        </pc:spChg>
        <pc:spChg chg="mod">
          <ac:chgData name="Marco Sanches" userId="301bf0f768bc15fc" providerId="LiveId" clId="{F4238A5F-677D-43C0-B2D3-BFD989BC97CF}" dt="2020-09-02T16:11:20.257" v="581" actId="1035"/>
          <ac:spMkLst>
            <pc:docMk/>
            <pc:sldMk cId="0" sldId="352"/>
            <ac:spMk id="9" creationId="{E605D8CE-53D4-4AAE-90E0-F3A575195627}"/>
          </ac:spMkLst>
        </pc:spChg>
        <pc:spChg chg="mod">
          <ac:chgData name="Marco Sanches" userId="301bf0f768bc15fc" providerId="LiveId" clId="{F4238A5F-677D-43C0-B2D3-BFD989BC97CF}" dt="2020-09-02T16:11:20.257" v="581" actId="1035"/>
          <ac:spMkLst>
            <pc:docMk/>
            <pc:sldMk cId="0" sldId="352"/>
            <ac:spMk id="10" creationId="{D5C6C7BC-E3F0-40C2-AF54-C2833D63AA95}"/>
          </ac:spMkLst>
        </pc:spChg>
        <pc:spChg chg="mod">
          <ac:chgData name="Marco Sanches" userId="301bf0f768bc15fc" providerId="LiveId" clId="{F4238A5F-677D-43C0-B2D3-BFD989BC97CF}" dt="2020-09-02T16:09:18.867" v="552" actId="14100"/>
          <ac:spMkLst>
            <pc:docMk/>
            <pc:sldMk cId="0" sldId="352"/>
            <ac:spMk id="12" creationId="{A09F03F7-38FE-4046-8BA2-FE614324E755}"/>
          </ac:spMkLst>
        </pc:spChg>
        <pc:spChg chg="mod">
          <ac:chgData name="Marco Sanches" userId="301bf0f768bc15fc" providerId="LiveId" clId="{F4238A5F-677D-43C0-B2D3-BFD989BC97CF}" dt="2020-09-02T16:09:28.497" v="557" actId="1076"/>
          <ac:spMkLst>
            <pc:docMk/>
            <pc:sldMk cId="0" sldId="352"/>
            <ac:spMk id="13" creationId="{B0E7FF61-ACA5-48D0-BCC7-956444CB21DD}"/>
          </ac:spMkLst>
        </pc:spChg>
        <pc:spChg chg="add mod">
          <ac:chgData name="Marco Sanches" userId="301bf0f768bc15fc" providerId="LiveId" clId="{F4238A5F-677D-43C0-B2D3-BFD989BC97CF}" dt="2020-09-04T10:52:17.206" v="2844" actId="20577"/>
          <ac:spMkLst>
            <pc:docMk/>
            <pc:sldMk cId="0" sldId="352"/>
            <ac:spMk id="22" creationId="{D41CBDFB-37B5-4704-B7CD-2EED91AEF9A6}"/>
          </ac:spMkLst>
        </pc:spChg>
        <pc:spChg chg="mod">
          <ac:chgData name="Marco Sanches" userId="301bf0f768bc15fc" providerId="LiveId" clId="{F4238A5F-677D-43C0-B2D3-BFD989BC97CF}" dt="2020-09-02T15:38:01.551" v="46"/>
          <ac:spMkLst>
            <pc:docMk/>
            <pc:sldMk cId="0" sldId="352"/>
            <ac:spMk id="34818" creationId="{8EB2A753-DE12-4747-A457-222E0C83C8A5}"/>
          </ac:spMkLst>
        </pc:spChg>
        <pc:spChg chg="mod">
          <ac:chgData name="Marco Sanches" userId="301bf0f768bc15fc" providerId="LiveId" clId="{F4238A5F-677D-43C0-B2D3-BFD989BC97CF}" dt="2020-09-04T10:51:48.935" v="2842" actId="115"/>
          <ac:spMkLst>
            <pc:docMk/>
            <pc:sldMk cId="0" sldId="352"/>
            <ac:spMk id="34819" creationId="{4F6058AC-8550-46DA-98C8-9C8145DDCECA}"/>
          </ac:spMkLst>
        </pc:spChg>
        <pc:spChg chg="mod">
          <ac:chgData name="Marco Sanches" userId="301bf0f768bc15fc" providerId="LiveId" clId="{F4238A5F-677D-43C0-B2D3-BFD989BC97CF}" dt="2020-09-02T16:09:18.867" v="552" actId="14100"/>
          <ac:spMkLst>
            <pc:docMk/>
            <pc:sldMk cId="0" sldId="352"/>
            <ac:spMk id="34829" creationId="{EF66B48A-4AD0-444A-8296-A425E820B02A}"/>
          </ac:spMkLst>
        </pc:spChg>
        <pc:spChg chg="mod">
          <ac:chgData name="Marco Sanches" userId="301bf0f768bc15fc" providerId="LiveId" clId="{F4238A5F-677D-43C0-B2D3-BFD989BC97CF}" dt="2020-09-02T16:09:18.867" v="552" actId="14100"/>
          <ac:spMkLst>
            <pc:docMk/>
            <pc:sldMk cId="0" sldId="352"/>
            <ac:spMk id="34830" creationId="{1949C8A7-A855-4D22-9102-722470259B87}"/>
          </ac:spMkLst>
        </pc:spChg>
        <pc:spChg chg="mod">
          <ac:chgData name="Marco Sanches" userId="301bf0f768bc15fc" providerId="LiveId" clId="{F4238A5F-677D-43C0-B2D3-BFD989BC97CF}" dt="2020-09-02T16:09:18.867" v="552" actId="14100"/>
          <ac:spMkLst>
            <pc:docMk/>
            <pc:sldMk cId="0" sldId="352"/>
            <ac:spMk id="34831" creationId="{908E976C-BF0D-40A2-ACE4-F37D7F5AC565}"/>
          </ac:spMkLst>
        </pc:spChg>
        <pc:grpChg chg="add mod">
          <ac:chgData name="Marco Sanches" userId="301bf0f768bc15fc" providerId="LiveId" clId="{F4238A5F-677D-43C0-B2D3-BFD989BC97CF}" dt="2020-09-02T16:11:20.257" v="581" actId="1035"/>
          <ac:grpSpMkLst>
            <pc:docMk/>
            <pc:sldMk cId="0" sldId="352"/>
            <ac:grpSpMk id="4" creationId="{5D254F52-1548-4769-8BAB-5E79F3466C6E}"/>
          </ac:grpSpMkLst>
        </pc:grpChg>
        <pc:grpChg chg="add mod">
          <ac:chgData name="Marco Sanches" userId="301bf0f768bc15fc" providerId="LiveId" clId="{F4238A5F-677D-43C0-B2D3-BFD989BC97CF}" dt="2020-09-02T16:11:20.257" v="581" actId="1035"/>
          <ac:grpSpMkLst>
            <pc:docMk/>
            <pc:sldMk cId="0" sldId="352"/>
            <ac:grpSpMk id="7" creationId="{1F275291-1656-4593-918A-8ED61116214E}"/>
          </ac:grpSpMkLst>
        </pc:grpChg>
        <pc:grpChg chg="add mod">
          <ac:chgData name="Marco Sanches" userId="301bf0f768bc15fc" providerId="LiveId" clId="{F4238A5F-677D-43C0-B2D3-BFD989BC97CF}" dt="2020-09-02T16:09:18.867" v="552" actId="14100"/>
          <ac:grpSpMkLst>
            <pc:docMk/>
            <pc:sldMk cId="0" sldId="352"/>
            <ac:grpSpMk id="11" creationId="{E3BDB782-030F-4E78-BDCF-DD2D5BC6BC45}"/>
          </ac:grpSpMkLst>
        </pc:grpChg>
        <pc:grpChg chg="add mod">
          <ac:chgData name="Marco Sanches" userId="301bf0f768bc15fc" providerId="LiveId" clId="{F4238A5F-677D-43C0-B2D3-BFD989BC97CF}" dt="2020-09-02T16:11:20.257" v="581" actId="1035"/>
          <ac:grpSpMkLst>
            <pc:docMk/>
            <pc:sldMk cId="0" sldId="352"/>
            <ac:grpSpMk id="14" creationId="{D2884C13-E833-4E79-B134-BFF574D4FC8D}"/>
          </ac:grpSpMkLst>
        </pc:grpChg>
        <pc:picChg chg="add del mod">
          <ac:chgData name="Marco Sanches" userId="301bf0f768bc15fc" providerId="LiveId" clId="{F4238A5F-677D-43C0-B2D3-BFD989BC97CF}" dt="2020-09-02T16:07:40.678" v="521" actId="478"/>
          <ac:picMkLst>
            <pc:docMk/>
            <pc:sldMk cId="0" sldId="352"/>
            <ac:picMk id="18" creationId="{B79D6997-5248-4182-86E8-171DCAA8F33C}"/>
          </ac:picMkLst>
        </pc:picChg>
        <pc:picChg chg="add del mod">
          <ac:chgData name="Marco Sanches" userId="301bf0f768bc15fc" providerId="LiveId" clId="{F4238A5F-677D-43C0-B2D3-BFD989BC97CF}" dt="2020-09-02T16:08:09.143" v="530" actId="478"/>
          <ac:picMkLst>
            <pc:docMk/>
            <pc:sldMk cId="0" sldId="352"/>
            <ac:picMk id="19" creationId="{1BAC3DE3-F72D-4FD9-8376-E326B56BC5F4}"/>
          </ac:picMkLst>
        </pc:picChg>
        <pc:picChg chg="mod">
          <ac:chgData name="Marco Sanches" userId="301bf0f768bc15fc" providerId="LiveId" clId="{F4238A5F-677D-43C0-B2D3-BFD989BC97CF}" dt="2020-09-02T16:11:20.257" v="581" actId="1035"/>
          <ac:picMkLst>
            <pc:docMk/>
            <pc:sldMk cId="0" sldId="352"/>
            <ac:picMk id="34820" creationId="{93BFFA89-01DB-4590-94A1-5EB923ACEB02}"/>
          </ac:picMkLst>
        </pc:picChg>
        <pc:picChg chg="mod">
          <ac:chgData name="Marco Sanches" userId="301bf0f768bc15fc" providerId="LiveId" clId="{F4238A5F-677D-43C0-B2D3-BFD989BC97CF}" dt="2020-09-02T16:11:20.257" v="581" actId="1035"/>
          <ac:picMkLst>
            <pc:docMk/>
            <pc:sldMk cId="0" sldId="352"/>
            <ac:picMk id="34821" creationId="{F2DA5BAA-5F9C-483C-9E35-5081AB1AE097}"/>
          </ac:picMkLst>
        </pc:picChg>
      </pc:sldChg>
      <pc:sldChg chg="addSp delSp modSp mod modAnim">
        <pc:chgData name="Marco Sanches" userId="301bf0f768bc15fc" providerId="LiveId" clId="{F4238A5F-677D-43C0-B2D3-BFD989BC97CF}" dt="2020-09-02T17:00:11.989" v="597" actId="1076"/>
        <pc:sldMkLst>
          <pc:docMk/>
          <pc:sldMk cId="0" sldId="353"/>
        </pc:sldMkLst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0" sldId="353"/>
            <ac:spMk id="2" creationId="{56007FD2-BA8D-4392-8DC4-872158194569}"/>
          </ac:spMkLst>
        </pc:spChg>
        <pc:spChg chg="add del mod">
          <ac:chgData name="Marco Sanches" userId="301bf0f768bc15fc" providerId="LiveId" clId="{F4238A5F-677D-43C0-B2D3-BFD989BC97CF}" dt="2020-09-02T16:59:15.985" v="582" actId="478"/>
          <ac:spMkLst>
            <pc:docMk/>
            <pc:sldMk cId="0" sldId="353"/>
            <ac:spMk id="3" creationId="{3C0BF66C-710A-4C1D-92E3-EC2270A36278}"/>
          </ac:spMkLst>
        </pc:spChg>
        <pc:spChg chg="mod">
          <ac:chgData name="Marco Sanches" userId="301bf0f768bc15fc" providerId="LiveId" clId="{F4238A5F-677D-43C0-B2D3-BFD989BC97CF}" dt="2020-09-02T17:00:11.989" v="597" actId="1076"/>
          <ac:spMkLst>
            <pc:docMk/>
            <pc:sldMk cId="0" sldId="353"/>
            <ac:spMk id="5" creationId="{925DE151-5720-45F7-BC39-26EF6BB27F13}"/>
          </ac:spMkLst>
        </pc:spChg>
        <pc:spChg chg="mod">
          <ac:chgData name="Marco Sanches" userId="301bf0f768bc15fc" providerId="LiveId" clId="{F4238A5F-677D-43C0-B2D3-BFD989BC97CF}" dt="2020-09-02T16:59:39.975" v="587" actId="14100"/>
          <ac:spMkLst>
            <pc:docMk/>
            <pc:sldMk cId="0" sldId="353"/>
            <ac:spMk id="11" creationId="{17DBFA95-D2D9-4EF2-B8A3-A515B73B3799}"/>
          </ac:spMkLst>
        </pc:spChg>
        <pc:spChg chg="mod">
          <ac:chgData name="Marco Sanches" userId="301bf0f768bc15fc" providerId="LiveId" clId="{F4238A5F-677D-43C0-B2D3-BFD989BC97CF}" dt="2020-09-02T16:59:39.975" v="587" actId="14100"/>
          <ac:spMkLst>
            <pc:docMk/>
            <pc:sldMk cId="0" sldId="353"/>
            <ac:spMk id="12" creationId="{A5722050-A808-4724-B3DF-CB1915E08475}"/>
          </ac:spMkLst>
        </pc:spChg>
        <pc:spChg chg="mod">
          <ac:chgData name="Marco Sanches" userId="301bf0f768bc15fc" providerId="LiveId" clId="{F4238A5F-677D-43C0-B2D3-BFD989BC97CF}" dt="2020-09-02T16:59:39.975" v="587" actId="14100"/>
          <ac:spMkLst>
            <pc:docMk/>
            <pc:sldMk cId="0" sldId="353"/>
            <ac:spMk id="13" creationId="{2F78D102-4D77-4DD8-8BF1-E8F178BE3EA4}"/>
          </ac:spMkLst>
        </pc:spChg>
        <pc:spChg chg="mod">
          <ac:chgData name="Marco Sanches" userId="301bf0f768bc15fc" providerId="LiveId" clId="{F4238A5F-677D-43C0-B2D3-BFD989BC97CF}" dt="2020-09-02T16:59:39.975" v="587" actId="14100"/>
          <ac:spMkLst>
            <pc:docMk/>
            <pc:sldMk cId="0" sldId="353"/>
            <ac:spMk id="14" creationId="{1E20C951-42DA-49D3-8E51-C276E9C7F800}"/>
          </ac:spMkLst>
        </pc:spChg>
        <pc:spChg chg="mod">
          <ac:chgData name="Marco Sanches" userId="301bf0f768bc15fc" providerId="LiveId" clId="{F4238A5F-677D-43C0-B2D3-BFD989BC97CF}" dt="2020-09-02T16:59:39.975" v="587" actId="14100"/>
          <ac:spMkLst>
            <pc:docMk/>
            <pc:sldMk cId="0" sldId="353"/>
            <ac:spMk id="15" creationId="{14443F44-90BA-488C-AFCA-798FD32EE1D8}"/>
          </ac:spMkLst>
        </pc:spChg>
        <pc:spChg chg="mod">
          <ac:chgData name="Marco Sanches" userId="301bf0f768bc15fc" providerId="LiveId" clId="{F4238A5F-677D-43C0-B2D3-BFD989BC97CF}" dt="2020-09-02T16:59:39.975" v="587" actId="14100"/>
          <ac:spMkLst>
            <pc:docMk/>
            <pc:sldMk cId="0" sldId="353"/>
            <ac:spMk id="16" creationId="{CD4C1310-EE4A-40DB-9A00-3681368864B9}"/>
          </ac:spMkLst>
        </pc:spChg>
        <pc:spChg chg="mod">
          <ac:chgData name="Marco Sanches" userId="301bf0f768bc15fc" providerId="LiveId" clId="{F4238A5F-677D-43C0-B2D3-BFD989BC97CF}" dt="2020-09-02T16:59:54.837" v="590" actId="14100"/>
          <ac:spMkLst>
            <pc:docMk/>
            <pc:sldMk cId="0" sldId="353"/>
            <ac:spMk id="17" creationId="{AF9DFC53-1C60-4C29-AD4F-28561947D706}"/>
          </ac:spMkLst>
        </pc:spChg>
        <pc:spChg chg="mod">
          <ac:chgData name="Marco Sanches" userId="301bf0f768bc15fc" providerId="LiveId" clId="{F4238A5F-677D-43C0-B2D3-BFD989BC97CF}" dt="2020-09-02T16:59:54.837" v="590" actId="14100"/>
          <ac:spMkLst>
            <pc:docMk/>
            <pc:sldMk cId="0" sldId="353"/>
            <ac:spMk id="18" creationId="{A084594E-C2AB-4469-B512-D6186AA8C0ED}"/>
          </ac:spMkLst>
        </pc:spChg>
        <pc:spChg chg="mod">
          <ac:chgData name="Marco Sanches" userId="301bf0f768bc15fc" providerId="LiveId" clId="{F4238A5F-677D-43C0-B2D3-BFD989BC97CF}" dt="2020-09-02T16:59:54.837" v="590" actId="14100"/>
          <ac:spMkLst>
            <pc:docMk/>
            <pc:sldMk cId="0" sldId="353"/>
            <ac:spMk id="19" creationId="{FE420F33-B4F8-4673-A6C8-3A8B53D0B37D}"/>
          </ac:spMkLst>
        </pc:spChg>
        <pc:spChg chg="mod">
          <ac:chgData name="Marco Sanches" userId="301bf0f768bc15fc" providerId="LiveId" clId="{F4238A5F-677D-43C0-B2D3-BFD989BC97CF}" dt="2020-09-02T15:38:01.551" v="46"/>
          <ac:spMkLst>
            <pc:docMk/>
            <pc:sldMk cId="0" sldId="353"/>
            <ac:spMk id="35842" creationId="{D1B3A832-2CE6-4AFD-9B83-742D6269A5BF}"/>
          </ac:spMkLst>
        </pc:spChg>
        <pc:spChg chg="mod">
          <ac:chgData name="Marco Sanches" userId="301bf0f768bc15fc" providerId="LiveId" clId="{F4238A5F-677D-43C0-B2D3-BFD989BC97CF}" dt="2020-09-02T17:00:10.085" v="596" actId="1076"/>
          <ac:spMkLst>
            <pc:docMk/>
            <pc:sldMk cId="0" sldId="353"/>
            <ac:spMk id="35845" creationId="{F7A85BD1-41CB-4240-ABAE-7DA6ECFFC82F}"/>
          </ac:spMkLst>
        </pc:spChg>
        <pc:grpChg chg="add mod">
          <ac:chgData name="Marco Sanches" userId="301bf0f768bc15fc" providerId="LiveId" clId="{F4238A5F-677D-43C0-B2D3-BFD989BC97CF}" dt="2020-09-02T16:59:39.975" v="587" actId="14100"/>
          <ac:grpSpMkLst>
            <pc:docMk/>
            <pc:sldMk cId="0" sldId="353"/>
            <ac:grpSpMk id="4" creationId="{AEA7EF7D-0052-4FAE-B34D-5036D6060ED1}"/>
          </ac:grpSpMkLst>
        </pc:grpChg>
        <pc:grpChg chg="add mod">
          <ac:chgData name="Marco Sanches" userId="301bf0f768bc15fc" providerId="LiveId" clId="{F4238A5F-677D-43C0-B2D3-BFD989BC97CF}" dt="2020-09-02T16:59:54.837" v="590" actId="14100"/>
          <ac:grpSpMkLst>
            <pc:docMk/>
            <pc:sldMk cId="0" sldId="353"/>
            <ac:grpSpMk id="6" creationId="{502CA0DC-4749-4CC8-8ED9-47A7446099AC}"/>
          </ac:grpSpMkLst>
        </pc:grpChg>
        <pc:picChg chg="mod">
          <ac:chgData name="Marco Sanches" userId="301bf0f768bc15fc" providerId="LiveId" clId="{F4238A5F-677D-43C0-B2D3-BFD989BC97CF}" dt="2020-09-02T16:59:39.975" v="587" actId="14100"/>
          <ac:picMkLst>
            <pc:docMk/>
            <pc:sldMk cId="0" sldId="353"/>
            <ac:picMk id="35843" creationId="{D154B5F9-2B57-4C93-8FB5-BAFEE42FD150}"/>
          </ac:picMkLst>
        </pc:picChg>
        <pc:picChg chg="mod">
          <ac:chgData name="Marco Sanches" userId="301bf0f768bc15fc" providerId="LiveId" clId="{F4238A5F-677D-43C0-B2D3-BFD989BC97CF}" dt="2020-09-02T16:59:54.837" v="590" actId="14100"/>
          <ac:picMkLst>
            <pc:docMk/>
            <pc:sldMk cId="0" sldId="353"/>
            <ac:picMk id="35844" creationId="{F85F0924-5213-4161-8DCC-3FF929113819}"/>
          </ac:picMkLst>
        </pc:picChg>
      </pc:sldChg>
      <pc:sldChg chg="addSp delSp modSp mod">
        <pc:chgData name="Marco Sanches" userId="301bf0f768bc15fc" providerId="LiveId" clId="{F4238A5F-677D-43C0-B2D3-BFD989BC97CF}" dt="2020-09-02T17:00:53.329" v="605" actId="14100"/>
        <pc:sldMkLst>
          <pc:docMk/>
          <pc:sldMk cId="0" sldId="354"/>
        </pc:sldMkLst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0" sldId="354"/>
            <ac:spMk id="2" creationId="{08E3ABC6-ADB8-495A-872D-C534F91B2B52}"/>
          </ac:spMkLst>
        </pc:spChg>
        <pc:spChg chg="mod">
          <ac:chgData name="Marco Sanches" userId="301bf0f768bc15fc" providerId="LiveId" clId="{F4238A5F-677D-43C0-B2D3-BFD989BC97CF}" dt="2020-09-02T17:00:53.329" v="605" actId="14100"/>
          <ac:spMkLst>
            <pc:docMk/>
            <pc:sldMk cId="0" sldId="354"/>
            <ac:spMk id="3" creationId="{E8249E17-D641-461E-8171-25AD30369CCC}"/>
          </ac:spMkLst>
        </pc:spChg>
        <pc:spChg chg="add del mod">
          <ac:chgData name="Marco Sanches" userId="301bf0f768bc15fc" providerId="LiveId" clId="{F4238A5F-677D-43C0-B2D3-BFD989BC97CF}" dt="2020-09-02T17:00:20.693" v="598" actId="478"/>
          <ac:spMkLst>
            <pc:docMk/>
            <pc:sldMk cId="0" sldId="354"/>
            <ac:spMk id="4" creationId="{BBCF15F6-B2BE-4E32-B69B-E5FEC5961A7C}"/>
          </ac:spMkLst>
        </pc:spChg>
        <pc:spChg chg="mod">
          <ac:chgData name="Marco Sanches" userId="301bf0f768bc15fc" providerId="LiveId" clId="{F4238A5F-677D-43C0-B2D3-BFD989BC97CF}" dt="2020-09-02T17:00:53.329" v="605" actId="14100"/>
          <ac:spMkLst>
            <pc:docMk/>
            <pc:sldMk cId="0" sldId="354"/>
            <ac:spMk id="9" creationId="{C321F719-3CDA-4700-8AC3-353509F0650E}"/>
          </ac:spMkLst>
        </pc:spChg>
        <pc:spChg chg="mod">
          <ac:chgData name="Marco Sanches" userId="301bf0f768bc15fc" providerId="LiveId" clId="{F4238A5F-677D-43C0-B2D3-BFD989BC97CF}" dt="2020-09-02T15:38:01.551" v="46"/>
          <ac:spMkLst>
            <pc:docMk/>
            <pc:sldMk cId="0" sldId="354"/>
            <ac:spMk id="36866" creationId="{C59CB975-A2BD-4E98-9727-F318A750EF33}"/>
          </ac:spMkLst>
        </pc:spChg>
        <pc:spChg chg="mod">
          <ac:chgData name="Marco Sanches" userId="301bf0f768bc15fc" providerId="LiveId" clId="{F4238A5F-677D-43C0-B2D3-BFD989BC97CF}" dt="2020-09-02T17:00:53.329" v="605" actId="14100"/>
          <ac:spMkLst>
            <pc:docMk/>
            <pc:sldMk cId="0" sldId="354"/>
            <ac:spMk id="36868" creationId="{E5D80104-10C2-4D89-A8A6-66FC22C658F3}"/>
          </ac:spMkLst>
        </pc:spChg>
        <pc:spChg chg="mod">
          <ac:chgData name="Marco Sanches" userId="301bf0f768bc15fc" providerId="LiveId" clId="{F4238A5F-677D-43C0-B2D3-BFD989BC97CF}" dt="2020-09-02T17:00:53.329" v="605" actId="14100"/>
          <ac:spMkLst>
            <pc:docMk/>
            <pc:sldMk cId="0" sldId="354"/>
            <ac:spMk id="36871" creationId="{F130C53F-3ECF-4F35-BD6E-C15C5D3A1E8A}"/>
          </ac:spMkLst>
        </pc:spChg>
        <pc:grpChg chg="add mod">
          <ac:chgData name="Marco Sanches" userId="301bf0f768bc15fc" providerId="LiveId" clId="{F4238A5F-677D-43C0-B2D3-BFD989BC97CF}" dt="2020-09-02T17:00:53.329" v="605" actId="14100"/>
          <ac:grpSpMkLst>
            <pc:docMk/>
            <pc:sldMk cId="0" sldId="354"/>
            <ac:grpSpMk id="5" creationId="{0759C71F-9BD3-45E5-9E06-E6FA4F7B130B}"/>
          </ac:grpSpMkLst>
        </pc:grpChg>
        <pc:picChg chg="mod">
          <ac:chgData name="Marco Sanches" userId="301bf0f768bc15fc" providerId="LiveId" clId="{F4238A5F-677D-43C0-B2D3-BFD989BC97CF}" dt="2020-09-02T17:00:53.329" v="605" actId="14100"/>
          <ac:picMkLst>
            <pc:docMk/>
            <pc:sldMk cId="0" sldId="354"/>
            <ac:picMk id="36867" creationId="{A612C508-A0A9-4982-A5F0-7D0210599541}"/>
          </ac:picMkLst>
        </pc:picChg>
        <pc:cxnChg chg="mod">
          <ac:chgData name="Marco Sanches" userId="301bf0f768bc15fc" providerId="LiveId" clId="{F4238A5F-677D-43C0-B2D3-BFD989BC97CF}" dt="2020-09-02T17:00:53.329" v="605" actId="14100"/>
          <ac:cxnSpMkLst>
            <pc:docMk/>
            <pc:sldMk cId="0" sldId="354"/>
            <ac:cxnSpMk id="7" creationId="{F2F32997-7B67-4BA3-9C6B-F3B19E49A4AC}"/>
          </ac:cxnSpMkLst>
        </pc:cxnChg>
        <pc:cxnChg chg="mod">
          <ac:chgData name="Marco Sanches" userId="301bf0f768bc15fc" providerId="LiveId" clId="{F4238A5F-677D-43C0-B2D3-BFD989BC97CF}" dt="2020-09-02T17:00:53.329" v="605" actId="14100"/>
          <ac:cxnSpMkLst>
            <pc:docMk/>
            <pc:sldMk cId="0" sldId="354"/>
            <ac:cxnSpMk id="11" creationId="{5E954192-601F-465E-B24D-D7FD938E94F4}"/>
          </ac:cxnSpMkLst>
        </pc:cxnChg>
      </pc:sldChg>
      <pc:sldChg chg="addSp delSp modSp mod">
        <pc:chgData name="Marco Sanches" userId="301bf0f768bc15fc" providerId="LiveId" clId="{F4238A5F-677D-43C0-B2D3-BFD989BC97CF}" dt="2020-09-03T18:27:50.160" v="2812" actId="1076"/>
        <pc:sldMkLst>
          <pc:docMk/>
          <pc:sldMk cId="0" sldId="357"/>
        </pc:sldMkLst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0" sldId="357"/>
            <ac:spMk id="2" creationId="{D30EFF9F-37D2-4521-A34A-F96A07D78CD3}"/>
          </ac:spMkLst>
        </pc:spChg>
        <pc:spChg chg="add del mod">
          <ac:chgData name="Marco Sanches" userId="301bf0f768bc15fc" providerId="LiveId" clId="{F4238A5F-677D-43C0-B2D3-BFD989BC97CF}" dt="2020-09-02T17:01:02.794" v="606" actId="478"/>
          <ac:spMkLst>
            <pc:docMk/>
            <pc:sldMk cId="0" sldId="357"/>
            <ac:spMk id="3" creationId="{7EE7E84B-F0D7-4CA9-B385-51FBF838F5D8}"/>
          </ac:spMkLst>
        </pc:spChg>
        <pc:spChg chg="mod">
          <ac:chgData name="Marco Sanches" userId="301bf0f768bc15fc" providerId="LiveId" clId="{F4238A5F-677D-43C0-B2D3-BFD989BC97CF}" dt="2020-09-02T17:07:13.815" v="704" actId="14100"/>
          <ac:spMkLst>
            <pc:docMk/>
            <pc:sldMk cId="0" sldId="357"/>
            <ac:spMk id="6" creationId="{F9EE752F-D7C6-4996-A9CD-32D799D93566}"/>
          </ac:spMkLst>
        </pc:spChg>
        <pc:spChg chg="mod">
          <ac:chgData name="Marco Sanches" userId="301bf0f768bc15fc" providerId="LiveId" clId="{F4238A5F-677D-43C0-B2D3-BFD989BC97CF}" dt="2020-09-02T17:04:31.123" v="629" actId="1076"/>
          <ac:spMkLst>
            <pc:docMk/>
            <pc:sldMk cId="0" sldId="357"/>
            <ac:spMk id="8" creationId="{2DFD2B6C-08A7-4EF1-B7A6-0A5F5E182773}"/>
          </ac:spMkLst>
        </pc:spChg>
        <pc:spChg chg="mod">
          <ac:chgData name="Marco Sanches" userId="301bf0f768bc15fc" providerId="LiveId" clId="{F4238A5F-677D-43C0-B2D3-BFD989BC97CF}" dt="2020-09-02T17:03:50.096" v="622" actId="2085"/>
          <ac:spMkLst>
            <pc:docMk/>
            <pc:sldMk cId="0" sldId="357"/>
            <ac:spMk id="23" creationId="{73C6B65D-D5A3-4327-BEEF-2569C63C4AF5}"/>
          </ac:spMkLst>
        </pc:spChg>
        <pc:spChg chg="add mod">
          <ac:chgData name="Marco Sanches" userId="301bf0f768bc15fc" providerId="LiveId" clId="{F4238A5F-677D-43C0-B2D3-BFD989BC97CF}" dt="2020-09-03T18:27:42.577" v="2811" actId="113"/>
          <ac:spMkLst>
            <pc:docMk/>
            <pc:sldMk cId="0" sldId="357"/>
            <ac:spMk id="31" creationId="{FD4F5930-857E-4C9B-9B44-D10A2D84777F}"/>
          </ac:spMkLst>
        </pc:spChg>
        <pc:spChg chg="mod">
          <ac:chgData name="Marco Sanches" userId="301bf0f768bc15fc" providerId="LiveId" clId="{F4238A5F-677D-43C0-B2D3-BFD989BC97CF}" dt="2020-09-02T17:05:49.350" v="665" actId="14100"/>
          <ac:spMkLst>
            <pc:docMk/>
            <pc:sldMk cId="0" sldId="357"/>
            <ac:spMk id="33" creationId="{312F57C3-CFE6-4A98-A071-6E922336D6A4}"/>
          </ac:spMkLst>
        </pc:spChg>
        <pc:spChg chg="mod">
          <ac:chgData name="Marco Sanches" userId="301bf0f768bc15fc" providerId="LiveId" clId="{F4238A5F-677D-43C0-B2D3-BFD989BC97CF}" dt="2020-09-02T17:10:07.022" v="758" actId="14100"/>
          <ac:spMkLst>
            <pc:docMk/>
            <pc:sldMk cId="0" sldId="357"/>
            <ac:spMk id="35" creationId="{231B5607-864C-4CB7-964B-F81F6887C3B8}"/>
          </ac:spMkLst>
        </pc:spChg>
        <pc:spChg chg="mod">
          <ac:chgData name="Marco Sanches" userId="301bf0f768bc15fc" providerId="LiveId" clId="{F4238A5F-677D-43C0-B2D3-BFD989BC97CF}" dt="2020-09-02T17:10:07.022" v="758" actId="14100"/>
          <ac:spMkLst>
            <pc:docMk/>
            <pc:sldMk cId="0" sldId="357"/>
            <ac:spMk id="36" creationId="{18B89923-E822-4F03-B6DE-3E240D612611}"/>
          </ac:spMkLst>
        </pc:spChg>
        <pc:spChg chg="mod">
          <ac:chgData name="Marco Sanches" userId="301bf0f768bc15fc" providerId="LiveId" clId="{F4238A5F-677D-43C0-B2D3-BFD989BC97CF}" dt="2020-09-02T17:10:07.022" v="758" actId="14100"/>
          <ac:spMkLst>
            <pc:docMk/>
            <pc:sldMk cId="0" sldId="357"/>
            <ac:spMk id="37" creationId="{938C7944-1CA4-4902-8659-310B1C0D1789}"/>
          </ac:spMkLst>
        </pc:spChg>
        <pc:spChg chg="mod">
          <ac:chgData name="Marco Sanches" userId="301bf0f768bc15fc" providerId="LiveId" clId="{F4238A5F-677D-43C0-B2D3-BFD989BC97CF}" dt="2020-09-02T17:10:07.022" v="758" actId="14100"/>
          <ac:spMkLst>
            <pc:docMk/>
            <pc:sldMk cId="0" sldId="357"/>
            <ac:spMk id="38" creationId="{74E5C204-9B87-4D2D-A1D8-58D5B6AC7925}"/>
          </ac:spMkLst>
        </pc:spChg>
        <pc:spChg chg="mod">
          <ac:chgData name="Marco Sanches" userId="301bf0f768bc15fc" providerId="LiveId" clId="{F4238A5F-677D-43C0-B2D3-BFD989BC97CF}" dt="2020-09-02T17:10:07.022" v="758" actId="14100"/>
          <ac:spMkLst>
            <pc:docMk/>
            <pc:sldMk cId="0" sldId="357"/>
            <ac:spMk id="39" creationId="{6752D703-F4AF-4F42-A97A-7A743D2DA6AF}"/>
          </ac:spMkLst>
        </pc:spChg>
        <pc:spChg chg="mod">
          <ac:chgData name="Marco Sanches" userId="301bf0f768bc15fc" providerId="LiveId" clId="{F4238A5F-677D-43C0-B2D3-BFD989BC97CF}" dt="2020-09-02T17:10:07.022" v="758" actId="14100"/>
          <ac:spMkLst>
            <pc:docMk/>
            <pc:sldMk cId="0" sldId="357"/>
            <ac:spMk id="40" creationId="{E551333F-9F37-4879-AC5A-9325F05B38EE}"/>
          </ac:spMkLst>
        </pc:spChg>
        <pc:spChg chg="mod">
          <ac:chgData name="Marco Sanches" userId="301bf0f768bc15fc" providerId="LiveId" clId="{F4238A5F-677D-43C0-B2D3-BFD989BC97CF}" dt="2020-09-02T17:10:07.022" v="758" actId="14100"/>
          <ac:spMkLst>
            <pc:docMk/>
            <pc:sldMk cId="0" sldId="357"/>
            <ac:spMk id="41" creationId="{456C46C6-F15D-4B7F-A639-C6EFA08C6023}"/>
          </ac:spMkLst>
        </pc:spChg>
        <pc:spChg chg="add mod">
          <ac:chgData name="Marco Sanches" userId="301bf0f768bc15fc" providerId="LiveId" clId="{F4238A5F-677D-43C0-B2D3-BFD989BC97CF}" dt="2020-09-02T17:06:38.540" v="696" actId="571"/>
          <ac:spMkLst>
            <pc:docMk/>
            <pc:sldMk cId="0" sldId="357"/>
            <ac:spMk id="42" creationId="{0ED8DE1D-116B-48E6-AC78-C1B9CA038AE6}"/>
          </ac:spMkLst>
        </pc:spChg>
        <pc:spChg chg="mod">
          <ac:chgData name="Marco Sanches" userId="301bf0f768bc15fc" providerId="LiveId" clId="{F4238A5F-677D-43C0-B2D3-BFD989BC97CF}" dt="2020-09-02T17:10:21.726" v="765" actId="14100"/>
          <ac:spMkLst>
            <pc:docMk/>
            <pc:sldMk cId="0" sldId="357"/>
            <ac:spMk id="44" creationId="{9A4A714A-6614-4618-95B2-7E6DB5D4122C}"/>
          </ac:spMkLst>
        </pc:spChg>
        <pc:spChg chg="mod">
          <ac:chgData name="Marco Sanches" userId="301bf0f768bc15fc" providerId="LiveId" clId="{F4238A5F-677D-43C0-B2D3-BFD989BC97CF}" dt="2020-09-02T17:10:21.726" v="765" actId="14100"/>
          <ac:spMkLst>
            <pc:docMk/>
            <pc:sldMk cId="0" sldId="357"/>
            <ac:spMk id="45" creationId="{FE81C00A-CC97-425A-86D9-327DC5CB0B2F}"/>
          </ac:spMkLst>
        </pc:spChg>
        <pc:spChg chg="mod">
          <ac:chgData name="Marco Sanches" userId="301bf0f768bc15fc" providerId="LiveId" clId="{F4238A5F-677D-43C0-B2D3-BFD989BC97CF}" dt="2020-09-02T17:10:21.726" v="765" actId="14100"/>
          <ac:spMkLst>
            <pc:docMk/>
            <pc:sldMk cId="0" sldId="357"/>
            <ac:spMk id="46" creationId="{621E200F-CAA8-4C1D-AABA-D97AEBA725E9}"/>
          </ac:spMkLst>
        </pc:spChg>
        <pc:spChg chg="mod">
          <ac:chgData name="Marco Sanches" userId="301bf0f768bc15fc" providerId="LiveId" clId="{F4238A5F-677D-43C0-B2D3-BFD989BC97CF}" dt="2020-09-02T17:10:21.726" v="765" actId="14100"/>
          <ac:spMkLst>
            <pc:docMk/>
            <pc:sldMk cId="0" sldId="357"/>
            <ac:spMk id="47" creationId="{2E2F782B-1B7D-42F5-ADA5-D75F34427620}"/>
          </ac:spMkLst>
        </pc:spChg>
        <pc:spChg chg="mod">
          <ac:chgData name="Marco Sanches" userId="301bf0f768bc15fc" providerId="LiveId" clId="{F4238A5F-677D-43C0-B2D3-BFD989BC97CF}" dt="2020-09-02T17:10:21.726" v="765" actId="14100"/>
          <ac:spMkLst>
            <pc:docMk/>
            <pc:sldMk cId="0" sldId="357"/>
            <ac:spMk id="48" creationId="{870C8485-7043-422B-85CF-8719BF52E375}"/>
          </ac:spMkLst>
        </pc:spChg>
        <pc:spChg chg="mod">
          <ac:chgData name="Marco Sanches" userId="301bf0f768bc15fc" providerId="LiveId" clId="{F4238A5F-677D-43C0-B2D3-BFD989BC97CF}" dt="2020-09-02T17:10:21.726" v="765" actId="14100"/>
          <ac:spMkLst>
            <pc:docMk/>
            <pc:sldMk cId="0" sldId="357"/>
            <ac:spMk id="49" creationId="{EC16F509-2484-405A-A90C-72DDBBA9CE30}"/>
          </ac:spMkLst>
        </pc:spChg>
        <pc:spChg chg="mod">
          <ac:chgData name="Marco Sanches" userId="301bf0f768bc15fc" providerId="LiveId" clId="{F4238A5F-677D-43C0-B2D3-BFD989BC97CF}" dt="2020-09-02T17:10:21.726" v="765" actId="14100"/>
          <ac:spMkLst>
            <pc:docMk/>
            <pc:sldMk cId="0" sldId="357"/>
            <ac:spMk id="50" creationId="{34E114B1-81BC-49E4-A88A-483043A8A0F2}"/>
          </ac:spMkLst>
        </pc:spChg>
        <pc:spChg chg="mod">
          <ac:chgData name="Marco Sanches" userId="301bf0f768bc15fc" providerId="LiveId" clId="{F4238A5F-677D-43C0-B2D3-BFD989BC97CF}" dt="2020-09-02T15:38:01.551" v="46"/>
          <ac:spMkLst>
            <pc:docMk/>
            <pc:sldMk cId="0" sldId="357"/>
            <ac:spMk id="37890" creationId="{10A68810-E112-4E2C-8F48-C6F9053E8A6F}"/>
          </ac:spMkLst>
        </pc:spChg>
        <pc:spChg chg="mod">
          <ac:chgData name="Marco Sanches" userId="301bf0f768bc15fc" providerId="LiveId" clId="{F4238A5F-677D-43C0-B2D3-BFD989BC97CF}" dt="2020-09-03T18:27:50.160" v="2812" actId="1076"/>
          <ac:spMkLst>
            <pc:docMk/>
            <pc:sldMk cId="0" sldId="357"/>
            <ac:spMk id="37894" creationId="{2826DE41-6231-46B8-86FB-22F885543E2B}"/>
          </ac:spMkLst>
        </pc:spChg>
        <pc:spChg chg="mod">
          <ac:chgData name="Marco Sanches" userId="301bf0f768bc15fc" providerId="LiveId" clId="{F4238A5F-677D-43C0-B2D3-BFD989BC97CF}" dt="2020-09-02T17:04:35.831" v="630" actId="1076"/>
          <ac:spMkLst>
            <pc:docMk/>
            <pc:sldMk cId="0" sldId="357"/>
            <ac:spMk id="37895" creationId="{340326A8-AE3E-4693-9CEF-3841BDC62A46}"/>
          </ac:spMkLst>
        </pc:spChg>
        <pc:spChg chg="mod">
          <ac:chgData name="Marco Sanches" userId="301bf0f768bc15fc" providerId="LiveId" clId="{F4238A5F-677D-43C0-B2D3-BFD989BC97CF}" dt="2020-09-02T17:05:49.350" v="665" actId="14100"/>
          <ac:spMkLst>
            <pc:docMk/>
            <pc:sldMk cId="0" sldId="357"/>
            <ac:spMk id="37899" creationId="{7BD7E058-89CE-487C-817A-7BF13859E58C}"/>
          </ac:spMkLst>
        </pc:spChg>
        <pc:spChg chg="mod">
          <ac:chgData name="Marco Sanches" userId="301bf0f768bc15fc" providerId="LiveId" clId="{F4238A5F-677D-43C0-B2D3-BFD989BC97CF}" dt="2020-09-02T17:05:49.350" v="665" actId="14100"/>
          <ac:spMkLst>
            <pc:docMk/>
            <pc:sldMk cId="0" sldId="357"/>
            <ac:spMk id="37900" creationId="{4B9F8332-8B6E-469A-BAA2-F690410A032D}"/>
          </ac:spMkLst>
        </pc:spChg>
        <pc:spChg chg="mod">
          <ac:chgData name="Marco Sanches" userId="301bf0f768bc15fc" providerId="LiveId" clId="{F4238A5F-677D-43C0-B2D3-BFD989BC97CF}" dt="2020-09-02T17:05:49.350" v="665" actId="14100"/>
          <ac:spMkLst>
            <pc:docMk/>
            <pc:sldMk cId="0" sldId="357"/>
            <ac:spMk id="37901" creationId="{A6BF7255-71E4-4AD2-A860-B396589895BA}"/>
          </ac:spMkLst>
        </pc:spChg>
        <pc:spChg chg="mod">
          <ac:chgData name="Marco Sanches" userId="301bf0f768bc15fc" providerId="LiveId" clId="{F4238A5F-677D-43C0-B2D3-BFD989BC97CF}" dt="2020-09-02T17:05:49.350" v="665" actId="14100"/>
          <ac:spMkLst>
            <pc:docMk/>
            <pc:sldMk cId="0" sldId="357"/>
            <ac:spMk id="37902" creationId="{EC9020FB-EDD4-4917-98A4-DD8C1CC2B468}"/>
          </ac:spMkLst>
        </pc:spChg>
        <pc:spChg chg="mod">
          <ac:chgData name="Marco Sanches" userId="301bf0f768bc15fc" providerId="LiveId" clId="{F4238A5F-677D-43C0-B2D3-BFD989BC97CF}" dt="2020-09-02T17:05:49.350" v="665" actId="14100"/>
          <ac:spMkLst>
            <pc:docMk/>
            <pc:sldMk cId="0" sldId="357"/>
            <ac:spMk id="37903" creationId="{2ED8A0CF-74F5-4E01-8ACC-D5254380E335}"/>
          </ac:spMkLst>
        </pc:spChg>
        <pc:spChg chg="mod">
          <ac:chgData name="Marco Sanches" userId="301bf0f768bc15fc" providerId="LiveId" clId="{F4238A5F-677D-43C0-B2D3-BFD989BC97CF}" dt="2020-09-02T17:05:49.350" v="665" actId="14100"/>
          <ac:spMkLst>
            <pc:docMk/>
            <pc:sldMk cId="0" sldId="357"/>
            <ac:spMk id="37904" creationId="{1F5DF5E0-8CF2-4CD7-8683-869BE036F109}"/>
          </ac:spMkLst>
        </pc:spChg>
        <pc:spChg chg="mod">
          <ac:chgData name="Marco Sanches" userId="301bf0f768bc15fc" providerId="LiveId" clId="{F4238A5F-677D-43C0-B2D3-BFD989BC97CF}" dt="2020-09-02T17:03:46.684" v="620" actId="2085"/>
          <ac:spMkLst>
            <pc:docMk/>
            <pc:sldMk cId="0" sldId="357"/>
            <ac:spMk id="37906" creationId="{F8965374-B1EE-480C-AEB5-F03BF488AAC6}"/>
          </ac:spMkLst>
        </pc:spChg>
        <pc:spChg chg="mod">
          <ac:chgData name="Marco Sanches" userId="301bf0f768bc15fc" providerId="LiveId" clId="{F4238A5F-677D-43C0-B2D3-BFD989BC97CF}" dt="2020-09-02T17:03:49.019" v="621" actId="2085"/>
          <ac:spMkLst>
            <pc:docMk/>
            <pc:sldMk cId="0" sldId="357"/>
            <ac:spMk id="37907" creationId="{484135A4-E498-4B43-A209-E7AEBF83CC68}"/>
          </ac:spMkLst>
        </pc:spChg>
        <pc:spChg chg="mod">
          <ac:chgData name="Marco Sanches" userId="301bf0f768bc15fc" providerId="LiveId" clId="{F4238A5F-677D-43C0-B2D3-BFD989BC97CF}" dt="2020-09-02T17:01:26.007" v="607" actId="1076"/>
          <ac:spMkLst>
            <pc:docMk/>
            <pc:sldMk cId="0" sldId="357"/>
            <ac:spMk id="37908" creationId="{27BEAEE2-EBF7-45C4-A257-CE66CD8AD7B8}"/>
          </ac:spMkLst>
        </pc:spChg>
        <pc:spChg chg="mod">
          <ac:chgData name="Marco Sanches" userId="301bf0f768bc15fc" providerId="LiveId" clId="{F4238A5F-677D-43C0-B2D3-BFD989BC97CF}" dt="2020-09-02T17:01:26.007" v="607" actId="1076"/>
          <ac:spMkLst>
            <pc:docMk/>
            <pc:sldMk cId="0" sldId="357"/>
            <ac:spMk id="37909" creationId="{C24BCC48-9932-4050-B0E2-E2D0BF00B7A8}"/>
          </ac:spMkLst>
        </pc:spChg>
        <pc:spChg chg="mod">
          <ac:chgData name="Marco Sanches" userId="301bf0f768bc15fc" providerId="LiveId" clId="{F4238A5F-677D-43C0-B2D3-BFD989BC97CF}" dt="2020-09-02T17:01:26.007" v="607" actId="1076"/>
          <ac:spMkLst>
            <pc:docMk/>
            <pc:sldMk cId="0" sldId="357"/>
            <ac:spMk id="37910" creationId="{BD4A3F8E-B415-429F-B676-6C2E95BC9E11}"/>
          </ac:spMkLst>
        </pc:spChg>
        <pc:spChg chg="mod">
          <ac:chgData name="Marco Sanches" userId="301bf0f768bc15fc" providerId="LiveId" clId="{F4238A5F-677D-43C0-B2D3-BFD989BC97CF}" dt="2020-09-02T17:01:26.007" v="607" actId="1076"/>
          <ac:spMkLst>
            <pc:docMk/>
            <pc:sldMk cId="0" sldId="357"/>
            <ac:spMk id="37911" creationId="{7DF3AAF8-78AC-4956-A21F-BAEB4CFE5DF3}"/>
          </ac:spMkLst>
        </pc:spChg>
        <pc:spChg chg="mod">
          <ac:chgData name="Marco Sanches" userId="301bf0f768bc15fc" providerId="LiveId" clId="{F4238A5F-677D-43C0-B2D3-BFD989BC97CF}" dt="2020-09-02T17:04:31.123" v="629" actId="1076"/>
          <ac:spMkLst>
            <pc:docMk/>
            <pc:sldMk cId="0" sldId="357"/>
            <ac:spMk id="37913" creationId="{4ADBFEAC-B744-48D2-A909-1E492657CF4E}"/>
          </ac:spMkLst>
        </pc:spChg>
        <pc:spChg chg="mod">
          <ac:chgData name="Marco Sanches" userId="301bf0f768bc15fc" providerId="LiveId" clId="{F4238A5F-677D-43C0-B2D3-BFD989BC97CF}" dt="2020-09-02T17:04:31.123" v="629" actId="1076"/>
          <ac:spMkLst>
            <pc:docMk/>
            <pc:sldMk cId="0" sldId="357"/>
            <ac:spMk id="37914" creationId="{A419D509-E449-42E1-BF2B-7360095FD35B}"/>
          </ac:spMkLst>
        </pc:spChg>
        <pc:spChg chg="mod">
          <ac:chgData name="Marco Sanches" userId="301bf0f768bc15fc" providerId="LiveId" clId="{F4238A5F-677D-43C0-B2D3-BFD989BC97CF}" dt="2020-09-02T17:04:31.123" v="629" actId="1076"/>
          <ac:spMkLst>
            <pc:docMk/>
            <pc:sldMk cId="0" sldId="357"/>
            <ac:spMk id="37915" creationId="{8922CB95-3402-4322-9F69-3C8834214FD8}"/>
          </ac:spMkLst>
        </pc:spChg>
        <pc:spChg chg="mod">
          <ac:chgData name="Marco Sanches" userId="301bf0f768bc15fc" providerId="LiveId" clId="{F4238A5F-677D-43C0-B2D3-BFD989BC97CF}" dt="2020-09-02T17:04:31.123" v="629" actId="1076"/>
          <ac:spMkLst>
            <pc:docMk/>
            <pc:sldMk cId="0" sldId="357"/>
            <ac:spMk id="37916" creationId="{3C0B257D-52B5-46B0-A9D9-31E633F12945}"/>
          </ac:spMkLst>
        </pc:spChg>
        <pc:spChg chg="mod">
          <ac:chgData name="Marco Sanches" userId="301bf0f768bc15fc" providerId="LiveId" clId="{F4238A5F-677D-43C0-B2D3-BFD989BC97CF}" dt="2020-09-02T17:04:31.123" v="629" actId="1076"/>
          <ac:spMkLst>
            <pc:docMk/>
            <pc:sldMk cId="0" sldId="357"/>
            <ac:spMk id="37917" creationId="{1BA9DB0A-3808-4B34-B67D-28E6C79812C4}"/>
          </ac:spMkLst>
        </pc:spChg>
        <pc:spChg chg="mod">
          <ac:chgData name="Marco Sanches" userId="301bf0f768bc15fc" providerId="LiveId" clId="{F4238A5F-677D-43C0-B2D3-BFD989BC97CF}" dt="2020-09-02T17:04:31.123" v="629" actId="1076"/>
          <ac:spMkLst>
            <pc:docMk/>
            <pc:sldMk cId="0" sldId="357"/>
            <ac:spMk id="37918" creationId="{39C6AC06-5A47-492E-BA99-DAE89F655369}"/>
          </ac:spMkLst>
        </pc:spChg>
        <pc:grpChg chg="add mod">
          <ac:chgData name="Marco Sanches" userId="301bf0f768bc15fc" providerId="LiveId" clId="{F4238A5F-677D-43C0-B2D3-BFD989BC97CF}" dt="2020-09-02T17:10:07.022" v="758" actId="14100"/>
          <ac:grpSpMkLst>
            <pc:docMk/>
            <pc:sldMk cId="0" sldId="357"/>
            <ac:grpSpMk id="34" creationId="{829BA6CD-1AD5-4BA9-9AD9-0CECCCF9ADEF}"/>
          </ac:grpSpMkLst>
        </pc:grpChg>
        <pc:grpChg chg="add mod">
          <ac:chgData name="Marco Sanches" userId="301bf0f768bc15fc" providerId="LiveId" clId="{F4238A5F-677D-43C0-B2D3-BFD989BC97CF}" dt="2020-09-02T17:10:21.726" v="765" actId="14100"/>
          <ac:grpSpMkLst>
            <pc:docMk/>
            <pc:sldMk cId="0" sldId="357"/>
            <ac:grpSpMk id="43" creationId="{A8307168-3403-4E6D-9916-944B53B4BFCB}"/>
          </ac:grpSpMkLst>
        </pc:grpChg>
        <pc:grpChg chg="del mod">
          <ac:chgData name="Marco Sanches" userId="301bf0f768bc15fc" providerId="LiveId" clId="{F4238A5F-677D-43C0-B2D3-BFD989BC97CF}" dt="2020-09-02T17:05:53.539" v="666" actId="478"/>
          <ac:grpSpMkLst>
            <pc:docMk/>
            <pc:sldMk cId="0" sldId="357"/>
            <ac:grpSpMk id="37892" creationId="{BC8413E4-900C-40AC-A0D6-02437FB3E52B}"/>
          </ac:grpSpMkLst>
        </pc:grpChg>
        <pc:grpChg chg="del mod">
          <ac:chgData name="Marco Sanches" userId="301bf0f768bc15fc" providerId="LiveId" clId="{F4238A5F-677D-43C0-B2D3-BFD989BC97CF}" dt="2020-09-02T17:04:01.819" v="623" actId="478"/>
          <ac:grpSpMkLst>
            <pc:docMk/>
            <pc:sldMk cId="0" sldId="357"/>
            <ac:grpSpMk id="37893" creationId="{2739C5BD-4F89-4F84-AC2C-7B05CCBCD3F9}"/>
          </ac:grpSpMkLst>
        </pc:grpChg>
        <pc:grpChg chg="mod">
          <ac:chgData name="Marco Sanches" userId="301bf0f768bc15fc" providerId="LiveId" clId="{F4238A5F-677D-43C0-B2D3-BFD989BC97CF}" dt="2020-09-02T17:05:49.350" v="665" actId="14100"/>
          <ac:grpSpMkLst>
            <pc:docMk/>
            <pc:sldMk cId="0" sldId="357"/>
            <ac:grpSpMk id="37896" creationId="{6303E899-EE50-43FB-8EBB-D7000DA12FEC}"/>
          </ac:grpSpMkLst>
        </pc:grpChg>
        <pc:picChg chg="mod">
          <ac:chgData name="Marco Sanches" userId="301bf0f768bc15fc" providerId="LiveId" clId="{F4238A5F-677D-43C0-B2D3-BFD989BC97CF}" dt="2020-09-02T17:07:08.403" v="702" actId="1076"/>
          <ac:picMkLst>
            <pc:docMk/>
            <pc:sldMk cId="0" sldId="357"/>
            <ac:picMk id="37891" creationId="{A262955E-0338-4835-B97C-936815C2F626}"/>
          </ac:picMkLst>
        </pc:picChg>
      </pc:sldChg>
      <pc:sldChg chg="addSp delSp modSp mod">
        <pc:chgData name="Marco Sanches" userId="301bf0f768bc15fc" providerId="LiveId" clId="{F4238A5F-677D-43C0-B2D3-BFD989BC97CF}" dt="2020-09-04T10:53:37.987" v="2865" actId="1038"/>
        <pc:sldMkLst>
          <pc:docMk/>
          <pc:sldMk cId="0" sldId="358"/>
        </pc:sldMkLst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0" sldId="358"/>
            <ac:spMk id="2" creationId="{A801A2B2-2218-4201-A418-F405695A7BCB}"/>
          </ac:spMkLst>
        </pc:spChg>
        <pc:spChg chg="add del mod">
          <ac:chgData name="Marco Sanches" userId="301bf0f768bc15fc" providerId="LiveId" clId="{F4238A5F-677D-43C0-B2D3-BFD989BC97CF}" dt="2020-09-02T17:07:23.711" v="705" actId="478"/>
          <ac:spMkLst>
            <pc:docMk/>
            <pc:sldMk cId="0" sldId="358"/>
            <ac:spMk id="3" creationId="{239B547B-4D65-431E-83DA-4FAB1A92EF4B}"/>
          </ac:spMkLst>
        </pc:spChg>
        <pc:spChg chg="mod">
          <ac:chgData name="Marco Sanches" userId="301bf0f768bc15fc" providerId="LiveId" clId="{F4238A5F-677D-43C0-B2D3-BFD989BC97CF}" dt="2020-09-02T17:07:45.121" v="709" actId="14100"/>
          <ac:spMkLst>
            <pc:docMk/>
            <pc:sldMk cId="0" sldId="358"/>
            <ac:spMk id="42" creationId="{BB032B42-5FC9-4F4F-AAE8-6FC0B5C5D805}"/>
          </ac:spMkLst>
        </pc:spChg>
        <pc:spChg chg="mod">
          <ac:chgData name="Marco Sanches" userId="301bf0f768bc15fc" providerId="LiveId" clId="{F4238A5F-677D-43C0-B2D3-BFD989BC97CF}" dt="2020-09-02T17:07:45.121" v="709" actId="14100"/>
          <ac:spMkLst>
            <pc:docMk/>
            <pc:sldMk cId="0" sldId="358"/>
            <ac:spMk id="43" creationId="{A728C58E-09F6-493E-9266-E1A4D7C94497}"/>
          </ac:spMkLst>
        </pc:spChg>
        <pc:spChg chg="add mod">
          <ac:chgData name="Marco Sanches" userId="301bf0f768bc15fc" providerId="LiveId" clId="{F4238A5F-677D-43C0-B2D3-BFD989BC97CF}" dt="2020-09-02T17:09:26.673" v="744" actId="1076"/>
          <ac:spMkLst>
            <pc:docMk/>
            <pc:sldMk cId="0" sldId="358"/>
            <ac:spMk id="47" creationId="{183F1051-61C9-41F9-A918-54365E8BC398}"/>
          </ac:spMkLst>
        </pc:spChg>
        <pc:spChg chg="add mod">
          <ac:chgData name="Marco Sanches" userId="301bf0f768bc15fc" providerId="LiveId" clId="{F4238A5F-677D-43C0-B2D3-BFD989BC97CF}" dt="2020-09-02T17:08:32.827" v="718" actId="1076"/>
          <ac:spMkLst>
            <pc:docMk/>
            <pc:sldMk cId="0" sldId="358"/>
            <ac:spMk id="48" creationId="{1DF0C1F1-34D4-4946-B4D2-CD22F048F844}"/>
          </ac:spMkLst>
        </pc:spChg>
        <pc:spChg chg="mod">
          <ac:chgData name="Marco Sanches" userId="301bf0f768bc15fc" providerId="LiveId" clId="{F4238A5F-677D-43C0-B2D3-BFD989BC97CF}" dt="2020-09-02T17:08:30.418" v="717" actId="1076"/>
          <ac:spMkLst>
            <pc:docMk/>
            <pc:sldMk cId="0" sldId="358"/>
            <ac:spMk id="50" creationId="{3A6387C6-CF78-41B1-BE9E-3F315D18BB28}"/>
          </ac:spMkLst>
        </pc:spChg>
        <pc:spChg chg="mod">
          <ac:chgData name="Marco Sanches" userId="301bf0f768bc15fc" providerId="LiveId" clId="{F4238A5F-677D-43C0-B2D3-BFD989BC97CF}" dt="2020-09-02T17:08:30.418" v="717" actId="1076"/>
          <ac:spMkLst>
            <pc:docMk/>
            <pc:sldMk cId="0" sldId="358"/>
            <ac:spMk id="51" creationId="{DBBFDC07-D85F-409A-A21E-E5111F249A33}"/>
          </ac:spMkLst>
        </pc:spChg>
        <pc:spChg chg="mod">
          <ac:chgData name="Marco Sanches" userId="301bf0f768bc15fc" providerId="LiveId" clId="{F4238A5F-677D-43C0-B2D3-BFD989BC97CF}" dt="2020-09-02T17:08:30.418" v="717" actId="1076"/>
          <ac:spMkLst>
            <pc:docMk/>
            <pc:sldMk cId="0" sldId="358"/>
            <ac:spMk id="52" creationId="{AD74B957-869B-4B1D-83C8-D9C80B10DF69}"/>
          </ac:spMkLst>
        </pc:spChg>
        <pc:spChg chg="mod">
          <ac:chgData name="Marco Sanches" userId="301bf0f768bc15fc" providerId="LiveId" clId="{F4238A5F-677D-43C0-B2D3-BFD989BC97CF}" dt="2020-09-02T17:08:30.418" v="717" actId="1076"/>
          <ac:spMkLst>
            <pc:docMk/>
            <pc:sldMk cId="0" sldId="358"/>
            <ac:spMk id="53" creationId="{F6BE6AEE-7C9E-424F-B81D-14A02BE684BC}"/>
          </ac:spMkLst>
        </pc:spChg>
        <pc:spChg chg="mod">
          <ac:chgData name="Marco Sanches" userId="301bf0f768bc15fc" providerId="LiveId" clId="{F4238A5F-677D-43C0-B2D3-BFD989BC97CF}" dt="2020-09-02T17:08:30.418" v="717" actId="1076"/>
          <ac:spMkLst>
            <pc:docMk/>
            <pc:sldMk cId="0" sldId="358"/>
            <ac:spMk id="54" creationId="{7339EA06-7A0D-4483-80F0-5C619ECA16D5}"/>
          </ac:spMkLst>
        </pc:spChg>
        <pc:spChg chg="mod">
          <ac:chgData name="Marco Sanches" userId="301bf0f768bc15fc" providerId="LiveId" clId="{F4238A5F-677D-43C0-B2D3-BFD989BC97CF}" dt="2020-09-02T17:08:30.418" v="717" actId="1076"/>
          <ac:spMkLst>
            <pc:docMk/>
            <pc:sldMk cId="0" sldId="358"/>
            <ac:spMk id="55" creationId="{1A023943-A120-4C11-8BBD-4841F6311228}"/>
          </ac:spMkLst>
        </pc:spChg>
        <pc:spChg chg="mod">
          <ac:chgData name="Marco Sanches" userId="301bf0f768bc15fc" providerId="LiveId" clId="{F4238A5F-677D-43C0-B2D3-BFD989BC97CF}" dt="2020-09-02T17:08:30.418" v="717" actId="1076"/>
          <ac:spMkLst>
            <pc:docMk/>
            <pc:sldMk cId="0" sldId="358"/>
            <ac:spMk id="56" creationId="{C90E0C41-DCE0-4B5A-98CB-6E6E0B532867}"/>
          </ac:spMkLst>
        </pc:spChg>
        <pc:spChg chg="mod">
          <ac:chgData name="Marco Sanches" userId="301bf0f768bc15fc" providerId="LiveId" clId="{F4238A5F-677D-43C0-B2D3-BFD989BC97CF}" dt="2020-09-02T17:10:36.264" v="773" actId="14100"/>
          <ac:spMkLst>
            <pc:docMk/>
            <pc:sldMk cId="0" sldId="358"/>
            <ac:spMk id="58" creationId="{E025B11A-B892-421A-85FC-F2E73497AC2C}"/>
          </ac:spMkLst>
        </pc:spChg>
        <pc:spChg chg="mod">
          <ac:chgData name="Marco Sanches" userId="301bf0f768bc15fc" providerId="LiveId" clId="{F4238A5F-677D-43C0-B2D3-BFD989BC97CF}" dt="2020-09-02T17:10:36.264" v="773" actId="14100"/>
          <ac:spMkLst>
            <pc:docMk/>
            <pc:sldMk cId="0" sldId="358"/>
            <ac:spMk id="59" creationId="{7F1805EB-2C7E-4BE7-B7C2-17032972D2D5}"/>
          </ac:spMkLst>
        </pc:spChg>
        <pc:spChg chg="mod">
          <ac:chgData name="Marco Sanches" userId="301bf0f768bc15fc" providerId="LiveId" clId="{F4238A5F-677D-43C0-B2D3-BFD989BC97CF}" dt="2020-09-02T17:10:36.264" v="773" actId="14100"/>
          <ac:spMkLst>
            <pc:docMk/>
            <pc:sldMk cId="0" sldId="358"/>
            <ac:spMk id="60" creationId="{A06327AF-2DC5-47E7-BCB2-87E46ECB2119}"/>
          </ac:spMkLst>
        </pc:spChg>
        <pc:spChg chg="mod">
          <ac:chgData name="Marco Sanches" userId="301bf0f768bc15fc" providerId="LiveId" clId="{F4238A5F-677D-43C0-B2D3-BFD989BC97CF}" dt="2020-09-02T17:10:36.264" v="773" actId="14100"/>
          <ac:spMkLst>
            <pc:docMk/>
            <pc:sldMk cId="0" sldId="358"/>
            <ac:spMk id="61" creationId="{158A7885-EF40-4081-A255-0AB14E2F3143}"/>
          </ac:spMkLst>
        </pc:spChg>
        <pc:spChg chg="mod">
          <ac:chgData name="Marco Sanches" userId="301bf0f768bc15fc" providerId="LiveId" clId="{F4238A5F-677D-43C0-B2D3-BFD989BC97CF}" dt="2020-09-02T17:10:36.264" v="773" actId="14100"/>
          <ac:spMkLst>
            <pc:docMk/>
            <pc:sldMk cId="0" sldId="358"/>
            <ac:spMk id="62" creationId="{E10AD205-69A5-4340-9288-C425BA6A6092}"/>
          </ac:spMkLst>
        </pc:spChg>
        <pc:spChg chg="mod">
          <ac:chgData name="Marco Sanches" userId="301bf0f768bc15fc" providerId="LiveId" clId="{F4238A5F-677D-43C0-B2D3-BFD989BC97CF}" dt="2020-09-02T17:10:36.264" v="773" actId="14100"/>
          <ac:spMkLst>
            <pc:docMk/>
            <pc:sldMk cId="0" sldId="358"/>
            <ac:spMk id="63" creationId="{1C0743E1-A956-4C75-A6DF-F9BBA62D5C0B}"/>
          </ac:spMkLst>
        </pc:spChg>
        <pc:spChg chg="mod">
          <ac:chgData name="Marco Sanches" userId="301bf0f768bc15fc" providerId="LiveId" clId="{F4238A5F-677D-43C0-B2D3-BFD989BC97CF}" dt="2020-09-02T17:10:36.264" v="773" actId="14100"/>
          <ac:spMkLst>
            <pc:docMk/>
            <pc:sldMk cId="0" sldId="358"/>
            <ac:spMk id="64" creationId="{72DAC577-C70B-4A25-B096-1B8D76AFFD6C}"/>
          </ac:spMkLst>
        </pc:spChg>
        <pc:spChg chg="mod">
          <ac:chgData name="Marco Sanches" userId="301bf0f768bc15fc" providerId="LiveId" clId="{F4238A5F-677D-43C0-B2D3-BFD989BC97CF}" dt="2020-09-02T17:10:47.034" v="781" actId="14100"/>
          <ac:spMkLst>
            <pc:docMk/>
            <pc:sldMk cId="0" sldId="358"/>
            <ac:spMk id="66" creationId="{2DD53A0E-BC5F-42C5-9982-86543AEA647E}"/>
          </ac:spMkLst>
        </pc:spChg>
        <pc:spChg chg="mod">
          <ac:chgData name="Marco Sanches" userId="301bf0f768bc15fc" providerId="LiveId" clId="{F4238A5F-677D-43C0-B2D3-BFD989BC97CF}" dt="2020-09-02T17:10:47.034" v="781" actId="14100"/>
          <ac:spMkLst>
            <pc:docMk/>
            <pc:sldMk cId="0" sldId="358"/>
            <ac:spMk id="67" creationId="{630EC6B3-A879-49F6-813B-F6CD379E51F9}"/>
          </ac:spMkLst>
        </pc:spChg>
        <pc:spChg chg="mod">
          <ac:chgData name="Marco Sanches" userId="301bf0f768bc15fc" providerId="LiveId" clId="{F4238A5F-677D-43C0-B2D3-BFD989BC97CF}" dt="2020-09-02T17:10:47.034" v="781" actId="14100"/>
          <ac:spMkLst>
            <pc:docMk/>
            <pc:sldMk cId="0" sldId="358"/>
            <ac:spMk id="68" creationId="{B58FAB0D-3116-440E-B90F-D93630458692}"/>
          </ac:spMkLst>
        </pc:spChg>
        <pc:spChg chg="mod">
          <ac:chgData name="Marco Sanches" userId="301bf0f768bc15fc" providerId="LiveId" clId="{F4238A5F-677D-43C0-B2D3-BFD989BC97CF}" dt="2020-09-02T17:10:47.034" v="781" actId="14100"/>
          <ac:spMkLst>
            <pc:docMk/>
            <pc:sldMk cId="0" sldId="358"/>
            <ac:spMk id="69" creationId="{70F29BDD-5173-4445-A0E2-3BEE8FCCC3A5}"/>
          </ac:spMkLst>
        </pc:spChg>
        <pc:spChg chg="mod">
          <ac:chgData name="Marco Sanches" userId="301bf0f768bc15fc" providerId="LiveId" clId="{F4238A5F-677D-43C0-B2D3-BFD989BC97CF}" dt="2020-09-02T17:10:47.034" v="781" actId="14100"/>
          <ac:spMkLst>
            <pc:docMk/>
            <pc:sldMk cId="0" sldId="358"/>
            <ac:spMk id="70" creationId="{855D58EF-C4E1-42B7-AF1F-438D1A1256EF}"/>
          </ac:spMkLst>
        </pc:spChg>
        <pc:spChg chg="mod">
          <ac:chgData name="Marco Sanches" userId="301bf0f768bc15fc" providerId="LiveId" clId="{F4238A5F-677D-43C0-B2D3-BFD989BC97CF}" dt="2020-09-02T17:10:47.034" v="781" actId="14100"/>
          <ac:spMkLst>
            <pc:docMk/>
            <pc:sldMk cId="0" sldId="358"/>
            <ac:spMk id="71" creationId="{7CB41CAD-D405-4BC7-B211-7ADB9CAAC98C}"/>
          </ac:spMkLst>
        </pc:spChg>
        <pc:spChg chg="mod">
          <ac:chgData name="Marco Sanches" userId="301bf0f768bc15fc" providerId="LiveId" clId="{F4238A5F-677D-43C0-B2D3-BFD989BC97CF}" dt="2020-09-02T17:10:47.034" v="781" actId="14100"/>
          <ac:spMkLst>
            <pc:docMk/>
            <pc:sldMk cId="0" sldId="358"/>
            <ac:spMk id="72" creationId="{055DA888-E624-4DF0-A27B-B9489ED3F74D}"/>
          </ac:spMkLst>
        </pc:spChg>
        <pc:spChg chg="mod">
          <ac:chgData name="Marco Sanches" userId="301bf0f768bc15fc" providerId="LiveId" clId="{F4238A5F-677D-43C0-B2D3-BFD989BC97CF}" dt="2020-09-04T10:53:37.987" v="2865" actId="1038"/>
          <ac:spMkLst>
            <pc:docMk/>
            <pc:sldMk cId="0" sldId="358"/>
            <ac:spMk id="74" creationId="{3CC9CADE-6D6D-443D-83DD-C281C9F046A5}"/>
          </ac:spMkLst>
        </pc:spChg>
        <pc:spChg chg="mod">
          <ac:chgData name="Marco Sanches" userId="301bf0f768bc15fc" providerId="LiveId" clId="{F4238A5F-677D-43C0-B2D3-BFD989BC97CF}" dt="2020-09-04T10:53:37.987" v="2865" actId="1038"/>
          <ac:spMkLst>
            <pc:docMk/>
            <pc:sldMk cId="0" sldId="358"/>
            <ac:spMk id="75" creationId="{B483148D-429A-4C43-85D7-84D4B7078B09}"/>
          </ac:spMkLst>
        </pc:spChg>
        <pc:spChg chg="mod">
          <ac:chgData name="Marco Sanches" userId="301bf0f768bc15fc" providerId="LiveId" clId="{F4238A5F-677D-43C0-B2D3-BFD989BC97CF}" dt="2020-09-04T10:53:37.987" v="2865" actId="1038"/>
          <ac:spMkLst>
            <pc:docMk/>
            <pc:sldMk cId="0" sldId="358"/>
            <ac:spMk id="76" creationId="{C658A9B4-CDDD-4B0D-ADDD-F9176530A503}"/>
          </ac:spMkLst>
        </pc:spChg>
        <pc:spChg chg="mod">
          <ac:chgData name="Marco Sanches" userId="301bf0f768bc15fc" providerId="LiveId" clId="{F4238A5F-677D-43C0-B2D3-BFD989BC97CF}" dt="2020-09-04T10:53:37.987" v="2865" actId="1038"/>
          <ac:spMkLst>
            <pc:docMk/>
            <pc:sldMk cId="0" sldId="358"/>
            <ac:spMk id="77" creationId="{8FB31B8F-C4B0-4036-91B6-187C425EA4A9}"/>
          </ac:spMkLst>
        </pc:spChg>
        <pc:spChg chg="mod">
          <ac:chgData name="Marco Sanches" userId="301bf0f768bc15fc" providerId="LiveId" clId="{F4238A5F-677D-43C0-B2D3-BFD989BC97CF}" dt="2020-09-04T10:53:37.987" v="2865" actId="1038"/>
          <ac:spMkLst>
            <pc:docMk/>
            <pc:sldMk cId="0" sldId="358"/>
            <ac:spMk id="78" creationId="{27A48D45-1C17-477F-95B9-72BE66A0D8A6}"/>
          </ac:spMkLst>
        </pc:spChg>
        <pc:spChg chg="mod">
          <ac:chgData name="Marco Sanches" userId="301bf0f768bc15fc" providerId="LiveId" clId="{F4238A5F-677D-43C0-B2D3-BFD989BC97CF}" dt="2020-09-04T10:53:37.987" v="2865" actId="1038"/>
          <ac:spMkLst>
            <pc:docMk/>
            <pc:sldMk cId="0" sldId="358"/>
            <ac:spMk id="79" creationId="{87E111FD-EEEC-4947-AA6D-646F32F7607A}"/>
          </ac:spMkLst>
        </pc:spChg>
        <pc:spChg chg="mod">
          <ac:chgData name="Marco Sanches" userId="301bf0f768bc15fc" providerId="LiveId" clId="{F4238A5F-677D-43C0-B2D3-BFD989BC97CF}" dt="2020-09-04T10:53:37.987" v="2865" actId="1038"/>
          <ac:spMkLst>
            <pc:docMk/>
            <pc:sldMk cId="0" sldId="358"/>
            <ac:spMk id="80" creationId="{6CC34E6A-0C64-474A-8BEF-CD995C77DB3A}"/>
          </ac:spMkLst>
        </pc:spChg>
        <pc:spChg chg="add mod">
          <ac:chgData name="Marco Sanches" userId="301bf0f768bc15fc" providerId="LiveId" clId="{F4238A5F-677D-43C0-B2D3-BFD989BC97CF}" dt="2020-09-03T18:00:21.746" v="2409" actId="1076"/>
          <ac:spMkLst>
            <pc:docMk/>
            <pc:sldMk cId="0" sldId="358"/>
            <ac:spMk id="81" creationId="{6D20DE2B-DB40-4C1B-915A-7BB1E6FEC4C2}"/>
          </ac:spMkLst>
        </pc:spChg>
        <pc:spChg chg="add mod">
          <ac:chgData name="Marco Sanches" userId="301bf0f768bc15fc" providerId="LiveId" clId="{F4238A5F-677D-43C0-B2D3-BFD989BC97CF}" dt="2020-09-03T18:00:27.120" v="2410" actId="1076"/>
          <ac:spMkLst>
            <pc:docMk/>
            <pc:sldMk cId="0" sldId="358"/>
            <ac:spMk id="82" creationId="{DFEE83B1-E11C-4392-ABC3-E1EA2522F233}"/>
          </ac:spMkLst>
        </pc:spChg>
        <pc:spChg chg="mod">
          <ac:chgData name="Marco Sanches" userId="301bf0f768bc15fc" providerId="LiveId" clId="{F4238A5F-677D-43C0-B2D3-BFD989BC97CF}" dt="2020-09-02T15:38:01.551" v="46"/>
          <ac:spMkLst>
            <pc:docMk/>
            <pc:sldMk cId="0" sldId="358"/>
            <ac:spMk id="38914" creationId="{DA55A6C8-0D0B-45A1-BD94-32EF3D61250B}"/>
          </ac:spMkLst>
        </pc:spChg>
        <pc:spChg chg="mod">
          <ac:chgData name="Marco Sanches" userId="301bf0f768bc15fc" providerId="LiveId" clId="{F4238A5F-677D-43C0-B2D3-BFD989BC97CF}" dt="2020-09-02T17:07:42.413" v="708" actId="1076"/>
          <ac:spMkLst>
            <pc:docMk/>
            <pc:sldMk cId="0" sldId="358"/>
            <ac:spMk id="38919" creationId="{23571222-603F-4FBB-BE38-16142C742156}"/>
          </ac:spMkLst>
        </pc:spChg>
        <pc:spChg chg="del">
          <ac:chgData name="Marco Sanches" userId="301bf0f768bc15fc" providerId="LiveId" clId="{F4238A5F-677D-43C0-B2D3-BFD989BC97CF}" dt="2020-09-02T17:08:10.797" v="711" actId="478"/>
          <ac:spMkLst>
            <pc:docMk/>
            <pc:sldMk cId="0" sldId="358"/>
            <ac:spMk id="38920" creationId="{C028B040-ECBB-47AD-B27B-CDA3B3CCF577}"/>
          </ac:spMkLst>
        </pc:spChg>
        <pc:spChg chg="mod">
          <ac:chgData name="Marco Sanches" userId="301bf0f768bc15fc" providerId="LiveId" clId="{F4238A5F-677D-43C0-B2D3-BFD989BC97CF}" dt="2020-09-02T17:09:22.583" v="743" actId="1076"/>
          <ac:spMkLst>
            <pc:docMk/>
            <pc:sldMk cId="0" sldId="358"/>
            <ac:spMk id="38922" creationId="{ABD0BE13-293C-428B-AE83-0BC312A3DDB7}"/>
          </ac:spMkLst>
        </pc:spChg>
        <pc:grpChg chg="add mod">
          <ac:chgData name="Marco Sanches" userId="301bf0f768bc15fc" providerId="LiveId" clId="{F4238A5F-677D-43C0-B2D3-BFD989BC97CF}" dt="2020-09-02T17:07:45.121" v="709" actId="14100"/>
          <ac:grpSpMkLst>
            <pc:docMk/>
            <pc:sldMk cId="0" sldId="358"/>
            <ac:grpSpMk id="4" creationId="{269BD10D-08D3-4096-BBBB-881CE69DE77C}"/>
          </ac:grpSpMkLst>
        </pc:grpChg>
        <pc:grpChg chg="add mod">
          <ac:chgData name="Marco Sanches" userId="301bf0f768bc15fc" providerId="LiveId" clId="{F4238A5F-677D-43C0-B2D3-BFD989BC97CF}" dt="2020-09-02T17:08:30.418" v="717" actId="1076"/>
          <ac:grpSpMkLst>
            <pc:docMk/>
            <pc:sldMk cId="0" sldId="358"/>
            <ac:grpSpMk id="49" creationId="{8CD6AF91-318C-454E-A182-DE198C0B1BD9}"/>
          </ac:grpSpMkLst>
        </pc:grpChg>
        <pc:grpChg chg="add mod">
          <ac:chgData name="Marco Sanches" userId="301bf0f768bc15fc" providerId="LiveId" clId="{F4238A5F-677D-43C0-B2D3-BFD989BC97CF}" dt="2020-09-02T17:10:36.264" v="773" actId="14100"/>
          <ac:grpSpMkLst>
            <pc:docMk/>
            <pc:sldMk cId="0" sldId="358"/>
            <ac:grpSpMk id="57" creationId="{64DAD6FE-1845-4940-BDFE-9D9A63884225}"/>
          </ac:grpSpMkLst>
        </pc:grpChg>
        <pc:grpChg chg="add mod">
          <ac:chgData name="Marco Sanches" userId="301bf0f768bc15fc" providerId="LiveId" clId="{F4238A5F-677D-43C0-B2D3-BFD989BC97CF}" dt="2020-09-02T17:10:47.034" v="781" actId="14100"/>
          <ac:grpSpMkLst>
            <pc:docMk/>
            <pc:sldMk cId="0" sldId="358"/>
            <ac:grpSpMk id="65" creationId="{58112475-FF58-4685-BDE8-2AD8DE834F34}"/>
          </ac:grpSpMkLst>
        </pc:grpChg>
        <pc:grpChg chg="add mod">
          <ac:chgData name="Marco Sanches" userId="301bf0f768bc15fc" providerId="LiveId" clId="{F4238A5F-677D-43C0-B2D3-BFD989BC97CF}" dt="2020-09-04T10:53:37.987" v="2865" actId="1038"/>
          <ac:grpSpMkLst>
            <pc:docMk/>
            <pc:sldMk cId="0" sldId="358"/>
            <ac:grpSpMk id="73" creationId="{E0C9E658-9A03-46E7-A7C5-758D162BFCC4}"/>
          </ac:grpSpMkLst>
        </pc:grpChg>
        <pc:grpChg chg="del">
          <ac:chgData name="Marco Sanches" userId="301bf0f768bc15fc" providerId="LiveId" clId="{F4238A5F-677D-43C0-B2D3-BFD989BC97CF}" dt="2020-09-02T17:08:18.699" v="713" actId="478"/>
          <ac:grpSpMkLst>
            <pc:docMk/>
            <pc:sldMk cId="0" sldId="358"/>
            <ac:grpSpMk id="38917" creationId="{75578FF1-6EFD-4BBC-86DE-538D98F931E9}"/>
          </ac:grpSpMkLst>
        </pc:grpChg>
        <pc:grpChg chg="del">
          <ac:chgData name="Marco Sanches" userId="301bf0f768bc15fc" providerId="LiveId" clId="{F4238A5F-677D-43C0-B2D3-BFD989BC97CF}" dt="2020-09-02T17:08:20.198" v="714" actId="478"/>
          <ac:grpSpMkLst>
            <pc:docMk/>
            <pc:sldMk cId="0" sldId="358"/>
            <ac:grpSpMk id="38918" creationId="{A1FA7203-D057-44CD-8E4B-B6F4EA44ACE3}"/>
          </ac:grpSpMkLst>
        </pc:grpChg>
        <pc:grpChg chg="del">
          <ac:chgData name="Marco Sanches" userId="301bf0f768bc15fc" providerId="LiveId" clId="{F4238A5F-677D-43C0-B2D3-BFD989BC97CF}" dt="2020-09-02T17:08:08.496" v="710" actId="478"/>
          <ac:grpSpMkLst>
            <pc:docMk/>
            <pc:sldMk cId="0" sldId="358"/>
            <ac:grpSpMk id="38921" creationId="{A5C67471-CC95-4CDA-80D6-E410B31DD178}"/>
          </ac:grpSpMkLst>
        </pc:grpChg>
        <pc:grpChg chg="del">
          <ac:chgData name="Marco Sanches" userId="301bf0f768bc15fc" providerId="LiveId" clId="{F4238A5F-677D-43C0-B2D3-BFD989BC97CF}" dt="2020-09-02T17:08:22.714" v="715" actId="478"/>
          <ac:grpSpMkLst>
            <pc:docMk/>
            <pc:sldMk cId="0" sldId="358"/>
            <ac:grpSpMk id="38923" creationId="{8674B514-3BC5-415D-A929-1E04295CE56B}"/>
          </ac:grpSpMkLst>
        </pc:grpChg>
        <pc:picChg chg="mod">
          <ac:chgData name="Marco Sanches" userId="301bf0f768bc15fc" providerId="LiveId" clId="{F4238A5F-677D-43C0-B2D3-BFD989BC97CF}" dt="2020-09-02T17:07:45.121" v="709" actId="14100"/>
          <ac:picMkLst>
            <pc:docMk/>
            <pc:sldMk cId="0" sldId="358"/>
            <ac:picMk id="38915" creationId="{C5B3F5B9-83BC-4354-ADB1-39E6C1E9B1CA}"/>
          </ac:picMkLst>
        </pc:picChg>
        <pc:picChg chg="mod">
          <ac:chgData name="Marco Sanches" userId="301bf0f768bc15fc" providerId="LiveId" clId="{F4238A5F-677D-43C0-B2D3-BFD989BC97CF}" dt="2020-09-02T17:07:45.121" v="709" actId="14100"/>
          <ac:picMkLst>
            <pc:docMk/>
            <pc:sldMk cId="0" sldId="358"/>
            <ac:picMk id="38916" creationId="{FCBE5AF8-6965-448E-B13F-05B6CAFC9BBF}"/>
          </ac:picMkLst>
        </pc:picChg>
      </pc:sldChg>
      <pc:sldChg chg="addSp delSp modSp mod">
        <pc:chgData name="Marco Sanches" userId="301bf0f768bc15fc" providerId="LiveId" clId="{F4238A5F-677D-43C0-B2D3-BFD989BC97CF}" dt="2020-09-04T10:54:48.512" v="2883" actId="113"/>
        <pc:sldMkLst>
          <pc:docMk/>
          <pc:sldMk cId="0" sldId="359"/>
        </pc:sldMkLst>
        <pc:spChg chg="mod">
          <ac:chgData name="Marco Sanches" userId="301bf0f768bc15fc" providerId="LiveId" clId="{F4238A5F-677D-43C0-B2D3-BFD989BC97CF}" dt="2020-09-02T17:11:58.007" v="796" actId="14100"/>
          <ac:spMkLst>
            <pc:docMk/>
            <pc:sldMk cId="0" sldId="359"/>
            <ac:spMk id="2" creationId="{DEDADDA1-F1D6-4850-A15C-29EC5FF6CEF1}"/>
          </ac:spMkLst>
        </pc:spChg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0" sldId="359"/>
            <ac:spMk id="3" creationId="{DFC4D7CA-62D6-4ADF-85D1-D004A7D07AB0}"/>
          </ac:spMkLst>
        </pc:spChg>
        <pc:spChg chg="add del mod">
          <ac:chgData name="Marco Sanches" userId="301bf0f768bc15fc" providerId="LiveId" clId="{F4238A5F-677D-43C0-B2D3-BFD989BC97CF}" dt="2020-09-02T17:11:24.615" v="782" actId="478"/>
          <ac:spMkLst>
            <pc:docMk/>
            <pc:sldMk cId="0" sldId="359"/>
            <ac:spMk id="4" creationId="{DA0DDB20-B41B-4703-B9B3-BA17CF7CB465}"/>
          </ac:spMkLst>
        </pc:spChg>
        <pc:spChg chg="add mod">
          <ac:chgData name="Marco Sanches" userId="301bf0f768bc15fc" providerId="LiveId" clId="{F4238A5F-677D-43C0-B2D3-BFD989BC97CF}" dt="2020-09-04T10:54:48.512" v="2883" actId="113"/>
          <ac:spMkLst>
            <pc:docMk/>
            <pc:sldMk cId="0" sldId="359"/>
            <ac:spMk id="6" creationId="{5398F653-6B3F-448B-AFFE-F39FB3ECA00D}"/>
          </ac:spMkLst>
        </pc:spChg>
        <pc:spChg chg="del">
          <ac:chgData name="Marco Sanches" userId="301bf0f768bc15fc" providerId="LiveId" clId="{F4238A5F-677D-43C0-B2D3-BFD989BC97CF}" dt="2020-09-02T17:11:32.226" v="786" actId="478"/>
          <ac:spMkLst>
            <pc:docMk/>
            <pc:sldMk cId="0" sldId="359"/>
            <ac:spMk id="35" creationId="{C8BCEAD5-2653-4D36-8104-7531567F9C0D}"/>
          </ac:spMkLst>
        </pc:spChg>
        <pc:spChg chg="add mod">
          <ac:chgData name="Marco Sanches" userId="301bf0f768bc15fc" providerId="LiveId" clId="{F4238A5F-677D-43C0-B2D3-BFD989BC97CF}" dt="2020-09-02T17:12:02.627" v="797"/>
          <ac:spMkLst>
            <pc:docMk/>
            <pc:sldMk cId="0" sldId="359"/>
            <ac:spMk id="41" creationId="{FA91FB72-DD74-42BE-83E9-D89AC249485C}"/>
          </ac:spMkLst>
        </pc:spChg>
        <pc:spChg chg="add mod">
          <ac:chgData name="Marco Sanches" userId="301bf0f768bc15fc" providerId="LiveId" clId="{F4238A5F-677D-43C0-B2D3-BFD989BC97CF}" dt="2020-09-02T17:12:02.627" v="797"/>
          <ac:spMkLst>
            <pc:docMk/>
            <pc:sldMk cId="0" sldId="359"/>
            <ac:spMk id="42" creationId="{05A15389-E7B8-45C4-B3A3-E2E1184E2FA8}"/>
          </ac:spMkLst>
        </pc:spChg>
        <pc:spChg chg="mod">
          <ac:chgData name="Marco Sanches" userId="301bf0f768bc15fc" providerId="LiveId" clId="{F4238A5F-677D-43C0-B2D3-BFD989BC97CF}" dt="2020-09-02T17:11:58.007" v="796" actId="14100"/>
          <ac:spMkLst>
            <pc:docMk/>
            <pc:sldMk cId="0" sldId="359"/>
            <ac:spMk id="43" creationId="{D50AEEC8-B1CA-48B6-BEA9-26B4B9F7BCAF}"/>
          </ac:spMkLst>
        </pc:spChg>
        <pc:spChg chg="mod">
          <ac:chgData name="Marco Sanches" userId="301bf0f768bc15fc" providerId="LiveId" clId="{F4238A5F-677D-43C0-B2D3-BFD989BC97CF}" dt="2020-09-02T17:12:02.627" v="797"/>
          <ac:spMkLst>
            <pc:docMk/>
            <pc:sldMk cId="0" sldId="359"/>
            <ac:spMk id="46" creationId="{81085612-7E20-4FD7-B789-8551D01CD607}"/>
          </ac:spMkLst>
        </pc:spChg>
        <pc:spChg chg="mod">
          <ac:chgData name="Marco Sanches" userId="301bf0f768bc15fc" providerId="LiveId" clId="{F4238A5F-677D-43C0-B2D3-BFD989BC97CF}" dt="2020-09-02T17:12:02.627" v="797"/>
          <ac:spMkLst>
            <pc:docMk/>
            <pc:sldMk cId="0" sldId="359"/>
            <ac:spMk id="47" creationId="{9EC74E10-FA10-4B98-BEBA-A6920F89A924}"/>
          </ac:spMkLst>
        </pc:spChg>
        <pc:spChg chg="mod">
          <ac:chgData name="Marco Sanches" userId="301bf0f768bc15fc" providerId="LiveId" clId="{F4238A5F-677D-43C0-B2D3-BFD989BC97CF}" dt="2020-09-02T17:12:02.627" v="797"/>
          <ac:spMkLst>
            <pc:docMk/>
            <pc:sldMk cId="0" sldId="359"/>
            <ac:spMk id="48" creationId="{0338CCDA-B404-4F6C-900D-22F08C74892E}"/>
          </ac:spMkLst>
        </pc:spChg>
        <pc:spChg chg="mod">
          <ac:chgData name="Marco Sanches" userId="301bf0f768bc15fc" providerId="LiveId" clId="{F4238A5F-677D-43C0-B2D3-BFD989BC97CF}" dt="2020-09-02T17:12:02.627" v="797"/>
          <ac:spMkLst>
            <pc:docMk/>
            <pc:sldMk cId="0" sldId="359"/>
            <ac:spMk id="50" creationId="{854803A9-E6F4-439A-B788-655302E0CD50}"/>
          </ac:spMkLst>
        </pc:spChg>
        <pc:spChg chg="mod">
          <ac:chgData name="Marco Sanches" userId="301bf0f768bc15fc" providerId="LiveId" clId="{F4238A5F-677D-43C0-B2D3-BFD989BC97CF}" dt="2020-09-02T17:12:02.627" v="797"/>
          <ac:spMkLst>
            <pc:docMk/>
            <pc:sldMk cId="0" sldId="359"/>
            <ac:spMk id="51" creationId="{B63A25D9-0CBF-4A97-932E-95A24D85D34F}"/>
          </ac:spMkLst>
        </pc:spChg>
        <pc:spChg chg="mod">
          <ac:chgData name="Marco Sanches" userId="301bf0f768bc15fc" providerId="LiveId" clId="{F4238A5F-677D-43C0-B2D3-BFD989BC97CF}" dt="2020-09-02T17:12:02.627" v="797"/>
          <ac:spMkLst>
            <pc:docMk/>
            <pc:sldMk cId="0" sldId="359"/>
            <ac:spMk id="52" creationId="{2511F485-2CD5-4F59-9138-DBD0FF59D622}"/>
          </ac:spMkLst>
        </pc:spChg>
        <pc:spChg chg="mod">
          <ac:chgData name="Marco Sanches" userId="301bf0f768bc15fc" providerId="LiveId" clId="{F4238A5F-677D-43C0-B2D3-BFD989BC97CF}" dt="2020-09-02T17:12:02.627" v="797"/>
          <ac:spMkLst>
            <pc:docMk/>
            <pc:sldMk cId="0" sldId="359"/>
            <ac:spMk id="53" creationId="{546EE68A-402F-4238-8D03-364A50C1B724}"/>
          </ac:spMkLst>
        </pc:spChg>
        <pc:spChg chg="mod">
          <ac:chgData name="Marco Sanches" userId="301bf0f768bc15fc" providerId="LiveId" clId="{F4238A5F-677D-43C0-B2D3-BFD989BC97CF}" dt="2020-09-02T17:12:02.627" v="797"/>
          <ac:spMkLst>
            <pc:docMk/>
            <pc:sldMk cId="0" sldId="359"/>
            <ac:spMk id="55" creationId="{072FA76D-ACA0-4563-BBCA-23CFA4B77DA0}"/>
          </ac:spMkLst>
        </pc:spChg>
        <pc:spChg chg="mod">
          <ac:chgData name="Marco Sanches" userId="301bf0f768bc15fc" providerId="LiveId" clId="{F4238A5F-677D-43C0-B2D3-BFD989BC97CF}" dt="2020-09-02T17:12:02.627" v="797"/>
          <ac:spMkLst>
            <pc:docMk/>
            <pc:sldMk cId="0" sldId="359"/>
            <ac:spMk id="56" creationId="{C0EFF506-6834-4871-8369-BA5206C3CDE4}"/>
          </ac:spMkLst>
        </pc:spChg>
        <pc:spChg chg="mod">
          <ac:chgData name="Marco Sanches" userId="301bf0f768bc15fc" providerId="LiveId" clId="{F4238A5F-677D-43C0-B2D3-BFD989BC97CF}" dt="2020-09-02T17:12:02.627" v="797"/>
          <ac:spMkLst>
            <pc:docMk/>
            <pc:sldMk cId="0" sldId="359"/>
            <ac:spMk id="57" creationId="{C3CC8D87-660F-4CC5-9EBE-435E6E50746A}"/>
          </ac:spMkLst>
        </pc:spChg>
        <pc:spChg chg="mod">
          <ac:chgData name="Marco Sanches" userId="301bf0f768bc15fc" providerId="LiveId" clId="{F4238A5F-677D-43C0-B2D3-BFD989BC97CF}" dt="2020-09-04T10:54:30.791" v="2881" actId="1036"/>
          <ac:spMkLst>
            <pc:docMk/>
            <pc:sldMk cId="0" sldId="359"/>
            <ac:spMk id="58" creationId="{0D16BA00-8768-4B45-960F-6E1037E44AE4}"/>
          </ac:spMkLst>
        </pc:spChg>
        <pc:spChg chg="mod">
          <ac:chgData name="Marco Sanches" userId="301bf0f768bc15fc" providerId="LiveId" clId="{F4238A5F-677D-43C0-B2D3-BFD989BC97CF}" dt="2020-09-04T10:54:16.443" v="2874" actId="14100"/>
          <ac:spMkLst>
            <pc:docMk/>
            <pc:sldMk cId="0" sldId="359"/>
            <ac:spMk id="59" creationId="{C326924E-8D30-45E7-A98C-6C8E28FACDC5}"/>
          </ac:spMkLst>
        </pc:spChg>
        <pc:spChg chg="mod">
          <ac:chgData name="Marco Sanches" userId="301bf0f768bc15fc" providerId="LiveId" clId="{F4238A5F-677D-43C0-B2D3-BFD989BC97CF}" dt="2020-09-02T17:12:02.627" v="797"/>
          <ac:spMkLst>
            <pc:docMk/>
            <pc:sldMk cId="0" sldId="359"/>
            <ac:spMk id="60" creationId="{9D41672A-A01B-4F4C-9E1A-12C802765579}"/>
          </ac:spMkLst>
        </pc:spChg>
        <pc:spChg chg="mod">
          <ac:chgData name="Marco Sanches" userId="301bf0f768bc15fc" providerId="LiveId" clId="{F4238A5F-677D-43C0-B2D3-BFD989BC97CF}" dt="2020-09-04T10:54:27.682" v="2880" actId="1036"/>
          <ac:spMkLst>
            <pc:docMk/>
            <pc:sldMk cId="0" sldId="359"/>
            <ac:spMk id="61" creationId="{EA15907B-4DFD-42C9-98FF-E541899B83B8}"/>
          </ac:spMkLst>
        </pc:spChg>
        <pc:spChg chg="mod">
          <ac:chgData name="Marco Sanches" userId="301bf0f768bc15fc" providerId="LiveId" clId="{F4238A5F-677D-43C0-B2D3-BFD989BC97CF}" dt="2020-09-02T17:13:20.575" v="826" actId="14100"/>
          <ac:spMkLst>
            <pc:docMk/>
            <pc:sldMk cId="0" sldId="359"/>
            <ac:spMk id="63" creationId="{ED4DBF90-004D-489A-AE94-0346A9902F4B}"/>
          </ac:spMkLst>
        </pc:spChg>
        <pc:spChg chg="mod">
          <ac:chgData name="Marco Sanches" userId="301bf0f768bc15fc" providerId="LiveId" clId="{F4238A5F-677D-43C0-B2D3-BFD989BC97CF}" dt="2020-09-02T17:13:20.575" v="826" actId="14100"/>
          <ac:spMkLst>
            <pc:docMk/>
            <pc:sldMk cId="0" sldId="359"/>
            <ac:spMk id="64" creationId="{2788D7EF-731C-403E-9BD3-FBA24630DF0C}"/>
          </ac:spMkLst>
        </pc:spChg>
        <pc:spChg chg="mod">
          <ac:chgData name="Marco Sanches" userId="301bf0f768bc15fc" providerId="LiveId" clId="{F4238A5F-677D-43C0-B2D3-BFD989BC97CF}" dt="2020-09-02T17:13:20.575" v="826" actId="14100"/>
          <ac:spMkLst>
            <pc:docMk/>
            <pc:sldMk cId="0" sldId="359"/>
            <ac:spMk id="65" creationId="{789FE598-CABB-419E-8813-FB4537CFCEFB}"/>
          </ac:spMkLst>
        </pc:spChg>
        <pc:spChg chg="mod">
          <ac:chgData name="Marco Sanches" userId="301bf0f768bc15fc" providerId="LiveId" clId="{F4238A5F-677D-43C0-B2D3-BFD989BC97CF}" dt="2020-09-02T17:13:20.575" v="826" actId="14100"/>
          <ac:spMkLst>
            <pc:docMk/>
            <pc:sldMk cId="0" sldId="359"/>
            <ac:spMk id="66" creationId="{EFC9DDF5-B6B5-48F8-836C-D4E26D2852C0}"/>
          </ac:spMkLst>
        </pc:spChg>
        <pc:spChg chg="mod">
          <ac:chgData name="Marco Sanches" userId="301bf0f768bc15fc" providerId="LiveId" clId="{F4238A5F-677D-43C0-B2D3-BFD989BC97CF}" dt="2020-09-02T17:13:20.575" v="826" actId="14100"/>
          <ac:spMkLst>
            <pc:docMk/>
            <pc:sldMk cId="0" sldId="359"/>
            <ac:spMk id="67" creationId="{7196728C-9904-41E5-8B11-07AC09C3FDD5}"/>
          </ac:spMkLst>
        </pc:spChg>
        <pc:spChg chg="mod">
          <ac:chgData name="Marco Sanches" userId="301bf0f768bc15fc" providerId="LiveId" clId="{F4238A5F-677D-43C0-B2D3-BFD989BC97CF}" dt="2020-09-02T17:13:20.575" v="826" actId="14100"/>
          <ac:spMkLst>
            <pc:docMk/>
            <pc:sldMk cId="0" sldId="359"/>
            <ac:spMk id="68" creationId="{B44F9702-6477-4D5B-AE45-055A0795DD6E}"/>
          </ac:spMkLst>
        </pc:spChg>
        <pc:spChg chg="mod">
          <ac:chgData name="Marco Sanches" userId="301bf0f768bc15fc" providerId="LiveId" clId="{F4238A5F-677D-43C0-B2D3-BFD989BC97CF}" dt="2020-09-02T17:13:20.575" v="826" actId="14100"/>
          <ac:spMkLst>
            <pc:docMk/>
            <pc:sldMk cId="0" sldId="359"/>
            <ac:spMk id="69" creationId="{3C989A0D-3EEB-4EB5-9A8D-2342D3757CB4}"/>
          </ac:spMkLst>
        </pc:spChg>
        <pc:spChg chg="add mod">
          <ac:chgData name="Marco Sanches" userId="301bf0f768bc15fc" providerId="LiveId" clId="{F4238A5F-677D-43C0-B2D3-BFD989BC97CF}" dt="2020-09-04T10:54:43.670" v="2882" actId="1076"/>
          <ac:spMkLst>
            <pc:docMk/>
            <pc:sldMk cId="0" sldId="359"/>
            <ac:spMk id="70" creationId="{CE9EC588-402D-4475-8E33-1160B66C174A}"/>
          </ac:spMkLst>
        </pc:spChg>
        <pc:spChg chg="add mod">
          <ac:chgData name="Marco Sanches" userId="301bf0f768bc15fc" providerId="LiveId" clId="{F4238A5F-677D-43C0-B2D3-BFD989BC97CF}" dt="2020-09-02T17:13:20.575" v="826" actId="14100"/>
          <ac:spMkLst>
            <pc:docMk/>
            <pc:sldMk cId="0" sldId="359"/>
            <ac:spMk id="71" creationId="{09A94DB7-F5C8-459A-A375-F99693714759}"/>
          </ac:spMkLst>
        </pc:spChg>
        <pc:spChg chg="add mod">
          <ac:chgData name="Marco Sanches" userId="301bf0f768bc15fc" providerId="LiveId" clId="{F4238A5F-677D-43C0-B2D3-BFD989BC97CF}" dt="2020-09-02T17:13:20.575" v="826" actId="14100"/>
          <ac:spMkLst>
            <pc:docMk/>
            <pc:sldMk cId="0" sldId="359"/>
            <ac:spMk id="72" creationId="{1E661C3C-46A6-4604-942B-AF3A3946DEAA}"/>
          </ac:spMkLst>
        </pc:spChg>
        <pc:spChg chg="mod">
          <ac:chgData name="Marco Sanches" userId="301bf0f768bc15fc" providerId="LiveId" clId="{F4238A5F-677D-43C0-B2D3-BFD989BC97CF}" dt="2020-09-02T15:38:01.551" v="46"/>
          <ac:spMkLst>
            <pc:docMk/>
            <pc:sldMk cId="0" sldId="359"/>
            <ac:spMk id="39938" creationId="{BA08CA98-B520-413C-A561-AAFA662CECB6}"/>
          </ac:spMkLst>
        </pc:spChg>
        <pc:spChg chg="del">
          <ac:chgData name="Marco Sanches" userId="301bf0f768bc15fc" providerId="LiveId" clId="{F4238A5F-677D-43C0-B2D3-BFD989BC97CF}" dt="2020-09-02T17:11:39.367" v="791" actId="478"/>
          <ac:spMkLst>
            <pc:docMk/>
            <pc:sldMk cId="0" sldId="359"/>
            <ac:spMk id="39941" creationId="{5FF684A7-725D-4FA9-93D0-26B2832B6FCA}"/>
          </ac:spMkLst>
        </pc:spChg>
        <pc:spChg chg="del">
          <ac:chgData name="Marco Sanches" userId="301bf0f768bc15fc" providerId="LiveId" clId="{F4238A5F-677D-43C0-B2D3-BFD989BC97CF}" dt="2020-09-02T17:11:28.285" v="784" actId="478"/>
          <ac:spMkLst>
            <pc:docMk/>
            <pc:sldMk cId="0" sldId="359"/>
            <ac:spMk id="39942" creationId="{EBF97AF0-C8A6-488B-9735-64E54C320F30}"/>
          </ac:spMkLst>
        </pc:spChg>
        <pc:spChg chg="del">
          <ac:chgData name="Marco Sanches" userId="301bf0f768bc15fc" providerId="LiveId" clId="{F4238A5F-677D-43C0-B2D3-BFD989BC97CF}" dt="2020-09-02T17:11:31.186" v="785" actId="478"/>
          <ac:spMkLst>
            <pc:docMk/>
            <pc:sldMk cId="0" sldId="359"/>
            <ac:spMk id="39944" creationId="{1F6A7151-8488-4EBA-B5A1-BF2447501F09}"/>
          </ac:spMkLst>
        </pc:spChg>
        <pc:spChg chg="del">
          <ac:chgData name="Marco Sanches" userId="301bf0f768bc15fc" providerId="LiveId" clId="{F4238A5F-677D-43C0-B2D3-BFD989BC97CF}" dt="2020-09-02T17:11:35.897" v="789" actId="478"/>
          <ac:spMkLst>
            <pc:docMk/>
            <pc:sldMk cId="0" sldId="359"/>
            <ac:spMk id="39946" creationId="{60DC48D9-CFA0-4FC4-B30A-A98D4EE454FE}"/>
          </ac:spMkLst>
        </pc:spChg>
        <pc:spChg chg="del">
          <ac:chgData name="Marco Sanches" userId="301bf0f768bc15fc" providerId="LiveId" clId="{F4238A5F-677D-43C0-B2D3-BFD989BC97CF}" dt="2020-09-02T17:11:35.897" v="789" actId="478"/>
          <ac:spMkLst>
            <pc:docMk/>
            <pc:sldMk cId="0" sldId="359"/>
            <ac:spMk id="39947" creationId="{5BBE3DCE-8371-4C8A-9A83-991911A74AAF}"/>
          </ac:spMkLst>
        </pc:spChg>
        <pc:spChg chg="del">
          <ac:chgData name="Marco Sanches" userId="301bf0f768bc15fc" providerId="LiveId" clId="{F4238A5F-677D-43C0-B2D3-BFD989BC97CF}" dt="2020-09-02T17:11:35.897" v="789" actId="478"/>
          <ac:spMkLst>
            <pc:docMk/>
            <pc:sldMk cId="0" sldId="359"/>
            <ac:spMk id="39948" creationId="{A957A90A-0C12-44CE-B719-2C897F554384}"/>
          </ac:spMkLst>
        </pc:spChg>
        <pc:spChg chg="del">
          <ac:chgData name="Marco Sanches" userId="301bf0f768bc15fc" providerId="LiveId" clId="{F4238A5F-677D-43C0-B2D3-BFD989BC97CF}" dt="2020-09-02T17:11:35.897" v="789" actId="478"/>
          <ac:spMkLst>
            <pc:docMk/>
            <pc:sldMk cId="0" sldId="359"/>
            <ac:spMk id="39949" creationId="{1097890D-C9C0-476C-8852-49D56AC5410A}"/>
          </ac:spMkLst>
        </pc:spChg>
        <pc:spChg chg="del">
          <ac:chgData name="Marco Sanches" userId="301bf0f768bc15fc" providerId="LiveId" clId="{F4238A5F-677D-43C0-B2D3-BFD989BC97CF}" dt="2020-09-02T17:11:35.897" v="789" actId="478"/>
          <ac:spMkLst>
            <pc:docMk/>
            <pc:sldMk cId="0" sldId="359"/>
            <ac:spMk id="39950" creationId="{5D147D67-8010-4477-9CA9-A985E6C07F3F}"/>
          </ac:spMkLst>
        </pc:spChg>
        <pc:spChg chg="del">
          <ac:chgData name="Marco Sanches" userId="301bf0f768bc15fc" providerId="LiveId" clId="{F4238A5F-677D-43C0-B2D3-BFD989BC97CF}" dt="2020-09-02T17:11:35.897" v="789" actId="478"/>
          <ac:spMkLst>
            <pc:docMk/>
            <pc:sldMk cId="0" sldId="359"/>
            <ac:spMk id="39951" creationId="{7B94195B-C34E-428D-A530-68995C237A7F}"/>
          </ac:spMkLst>
        </pc:spChg>
        <pc:spChg chg="mod">
          <ac:chgData name="Marco Sanches" userId="301bf0f768bc15fc" providerId="LiveId" clId="{F4238A5F-677D-43C0-B2D3-BFD989BC97CF}" dt="2020-09-02T17:11:58.007" v="796" actId="14100"/>
          <ac:spMkLst>
            <pc:docMk/>
            <pc:sldMk cId="0" sldId="359"/>
            <ac:spMk id="39954" creationId="{EB6873DD-0644-4750-8EED-7344B3A0FF27}"/>
          </ac:spMkLst>
        </pc:spChg>
        <pc:spChg chg="del">
          <ac:chgData name="Marco Sanches" userId="301bf0f768bc15fc" providerId="LiveId" clId="{F4238A5F-677D-43C0-B2D3-BFD989BC97CF}" dt="2020-09-02T17:11:37.557" v="790" actId="478"/>
          <ac:spMkLst>
            <pc:docMk/>
            <pc:sldMk cId="0" sldId="359"/>
            <ac:spMk id="39956" creationId="{381AEC2C-032E-4B64-9F66-07637F9CDA1C}"/>
          </ac:spMkLst>
        </pc:spChg>
        <pc:spChg chg="del">
          <ac:chgData name="Marco Sanches" userId="301bf0f768bc15fc" providerId="LiveId" clId="{F4238A5F-677D-43C0-B2D3-BFD989BC97CF}" dt="2020-09-02T17:11:34.033" v="788" actId="478"/>
          <ac:spMkLst>
            <pc:docMk/>
            <pc:sldMk cId="0" sldId="359"/>
            <ac:spMk id="39957" creationId="{5F81B45F-8889-43BD-836B-C7286C1FB71A}"/>
          </ac:spMkLst>
        </pc:spChg>
        <pc:spChg chg="del">
          <ac:chgData name="Marco Sanches" userId="301bf0f768bc15fc" providerId="LiveId" clId="{F4238A5F-677D-43C0-B2D3-BFD989BC97CF}" dt="2020-09-02T17:11:35.897" v="789" actId="478"/>
          <ac:spMkLst>
            <pc:docMk/>
            <pc:sldMk cId="0" sldId="359"/>
            <ac:spMk id="39958" creationId="{A47C458B-4E56-43B8-8B66-08BE669D3027}"/>
          </ac:spMkLst>
        </pc:spChg>
        <pc:grpChg chg="add mod">
          <ac:chgData name="Marco Sanches" userId="301bf0f768bc15fc" providerId="LiveId" clId="{F4238A5F-677D-43C0-B2D3-BFD989BC97CF}" dt="2020-09-02T17:11:58.007" v="796" actId="14100"/>
          <ac:grpSpMkLst>
            <pc:docMk/>
            <pc:sldMk cId="0" sldId="359"/>
            <ac:grpSpMk id="5" creationId="{F543F0A8-D268-4F70-9921-BC8AB80C57D3}"/>
          </ac:grpSpMkLst>
        </pc:grpChg>
        <pc:grpChg chg="add mod">
          <ac:chgData name="Marco Sanches" userId="301bf0f768bc15fc" providerId="LiveId" clId="{F4238A5F-677D-43C0-B2D3-BFD989BC97CF}" dt="2020-09-02T17:12:02.627" v="797"/>
          <ac:grpSpMkLst>
            <pc:docMk/>
            <pc:sldMk cId="0" sldId="359"/>
            <ac:grpSpMk id="45" creationId="{3C5C2E60-28E7-4CD2-AAF0-12838F6CF7C6}"/>
          </ac:grpSpMkLst>
        </pc:grpChg>
        <pc:grpChg chg="add mod">
          <ac:chgData name="Marco Sanches" userId="301bf0f768bc15fc" providerId="LiveId" clId="{F4238A5F-677D-43C0-B2D3-BFD989BC97CF}" dt="2020-09-02T17:12:02.627" v="797"/>
          <ac:grpSpMkLst>
            <pc:docMk/>
            <pc:sldMk cId="0" sldId="359"/>
            <ac:grpSpMk id="54" creationId="{E6E8B92B-07E5-4D97-80F9-987F15A35CB6}"/>
          </ac:grpSpMkLst>
        </pc:grpChg>
        <pc:grpChg chg="add mod">
          <ac:chgData name="Marco Sanches" userId="301bf0f768bc15fc" providerId="LiveId" clId="{F4238A5F-677D-43C0-B2D3-BFD989BC97CF}" dt="2020-09-02T17:13:20.575" v="826" actId="14100"/>
          <ac:grpSpMkLst>
            <pc:docMk/>
            <pc:sldMk cId="0" sldId="359"/>
            <ac:grpSpMk id="62" creationId="{04EDF1B0-80A3-4CB1-89E4-458B6740F753}"/>
          </ac:grpSpMkLst>
        </pc:grpChg>
        <pc:grpChg chg="del">
          <ac:chgData name="Marco Sanches" userId="301bf0f768bc15fc" providerId="LiveId" clId="{F4238A5F-677D-43C0-B2D3-BFD989BC97CF}" dt="2020-09-02T17:11:33.129" v="787" actId="478"/>
          <ac:grpSpMkLst>
            <pc:docMk/>
            <pc:sldMk cId="0" sldId="359"/>
            <ac:grpSpMk id="39940" creationId="{428828C6-986D-4E8D-BED7-2995DBFF3EB0}"/>
          </ac:grpSpMkLst>
        </pc:grpChg>
        <pc:grpChg chg="del">
          <ac:chgData name="Marco Sanches" userId="301bf0f768bc15fc" providerId="LiveId" clId="{F4238A5F-677D-43C0-B2D3-BFD989BC97CF}" dt="2020-09-02T17:11:26.809" v="783" actId="478"/>
          <ac:grpSpMkLst>
            <pc:docMk/>
            <pc:sldMk cId="0" sldId="359"/>
            <ac:grpSpMk id="39943" creationId="{C3284E41-FBAB-4541-9D01-84C92DDBBCD3}"/>
          </ac:grpSpMkLst>
        </pc:grpChg>
        <pc:picChg chg="mod">
          <ac:chgData name="Marco Sanches" userId="301bf0f768bc15fc" providerId="LiveId" clId="{F4238A5F-677D-43C0-B2D3-BFD989BC97CF}" dt="2020-09-02T17:11:58.007" v="796" actId="14100"/>
          <ac:picMkLst>
            <pc:docMk/>
            <pc:sldMk cId="0" sldId="359"/>
            <ac:picMk id="39939" creationId="{234AB83F-A0EE-4D95-98DD-4E93C17ADCCD}"/>
          </ac:picMkLst>
        </pc:picChg>
        <pc:cxnChg chg="mod">
          <ac:chgData name="Marco Sanches" userId="301bf0f768bc15fc" providerId="LiveId" clId="{F4238A5F-677D-43C0-B2D3-BFD989BC97CF}" dt="2020-09-02T17:11:58.007" v="796" actId="14100"/>
          <ac:cxnSpMkLst>
            <pc:docMk/>
            <pc:sldMk cId="0" sldId="359"/>
            <ac:cxnSpMk id="44" creationId="{CACA2273-EA9E-429D-A952-A73FEAF7E4AD}"/>
          </ac:cxnSpMkLst>
        </pc:cxnChg>
        <pc:cxnChg chg="del">
          <ac:chgData name="Marco Sanches" userId="301bf0f768bc15fc" providerId="LiveId" clId="{F4238A5F-677D-43C0-B2D3-BFD989BC97CF}" dt="2020-09-02T17:11:35.897" v="789" actId="478"/>
          <ac:cxnSpMkLst>
            <pc:docMk/>
            <pc:sldMk cId="0" sldId="359"/>
            <ac:cxnSpMk id="49" creationId="{8BDEC5B1-CB88-4D81-8067-EA2EC0182543}"/>
          </ac:cxnSpMkLst>
        </pc:cxnChg>
        <pc:cxnChg chg="add mod">
          <ac:chgData name="Marco Sanches" userId="301bf0f768bc15fc" providerId="LiveId" clId="{F4238A5F-677D-43C0-B2D3-BFD989BC97CF}" dt="2020-09-02T17:15:14.193" v="858" actId="1582"/>
          <ac:cxnSpMkLst>
            <pc:docMk/>
            <pc:sldMk cId="0" sldId="359"/>
            <ac:cxnSpMk id="74" creationId="{941453CB-CFAF-448A-9461-6A6E9205165E}"/>
          </ac:cxnSpMkLst>
        </pc:cxnChg>
      </pc:sldChg>
      <pc:sldChg chg="addSp delSp modSp mod">
        <pc:chgData name="Marco Sanches" userId="301bf0f768bc15fc" providerId="LiveId" clId="{F4238A5F-677D-43C0-B2D3-BFD989BC97CF}" dt="2020-09-04T10:56:07.304" v="2908" actId="14100"/>
        <pc:sldMkLst>
          <pc:docMk/>
          <pc:sldMk cId="0" sldId="361"/>
        </pc:sldMkLst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0" sldId="361"/>
            <ac:spMk id="2" creationId="{92050C38-635F-469E-9D48-7684138DA85E}"/>
          </ac:spMkLst>
        </pc:spChg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0" sldId="361"/>
            <ac:spMk id="3" creationId="{E25A1B04-63F9-4585-BE13-788F64B4810D}"/>
          </ac:spMkLst>
        </pc:spChg>
        <pc:spChg chg="mod">
          <ac:chgData name="Marco Sanches" userId="301bf0f768bc15fc" providerId="LiveId" clId="{F4238A5F-677D-43C0-B2D3-BFD989BC97CF}" dt="2020-09-02T17:18:59.418" v="899" actId="164"/>
          <ac:spMkLst>
            <pc:docMk/>
            <pc:sldMk cId="0" sldId="361"/>
            <ac:spMk id="4" creationId="{31C648A1-113A-452A-96F3-DAC1EC6FC232}"/>
          </ac:spMkLst>
        </pc:spChg>
        <pc:spChg chg="add mod">
          <ac:chgData name="Marco Sanches" userId="301bf0f768bc15fc" providerId="LiveId" clId="{F4238A5F-677D-43C0-B2D3-BFD989BC97CF}" dt="2020-09-02T17:19:27.572" v="905" actId="1076"/>
          <ac:spMkLst>
            <pc:docMk/>
            <pc:sldMk cId="0" sldId="361"/>
            <ac:spMk id="6" creationId="{E82CC3EE-29A1-4113-97E8-77EDB4DEE4D6}"/>
          </ac:spMkLst>
        </pc:spChg>
        <pc:spChg chg="del mod">
          <ac:chgData name="Marco Sanches" userId="301bf0f768bc15fc" providerId="LiveId" clId="{F4238A5F-677D-43C0-B2D3-BFD989BC97CF}" dt="2020-09-02T17:20:39.984" v="912" actId="478"/>
          <ac:spMkLst>
            <pc:docMk/>
            <pc:sldMk cId="0" sldId="361"/>
            <ac:spMk id="42" creationId="{16E9C309-29E8-4E63-A6CE-20E45F180333}"/>
          </ac:spMkLst>
        </pc:spChg>
        <pc:spChg chg="add mod">
          <ac:chgData name="Marco Sanches" userId="301bf0f768bc15fc" providerId="LiveId" clId="{F4238A5F-677D-43C0-B2D3-BFD989BC97CF}" dt="2020-09-02T17:17:09.946" v="876"/>
          <ac:spMkLst>
            <pc:docMk/>
            <pc:sldMk cId="0" sldId="361"/>
            <ac:spMk id="46" creationId="{871E2FB9-3409-4E59-AF3A-F91A0764B6A7}"/>
          </ac:spMkLst>
        </pc:spChg>
        <pc:spChg chg="mod">
          <ac:chgData name="Marco Sanches" userId="301bf0f768bc15fc" providerId="LiveId" clId="{F4238A5F-677D-43C0-B2D3-BFD989BC97CF}" dt="2020-09-02T17:17:09.946" v="876"/>
          <ac:spMkLst>
            <pc:docMk/>
            <pc:sldMk cId="0" sldId="361"/>
            <ac:spMk id="49" creationId="{20CEE51A-FA1C-49F6-88A8-D93A7029AD78}"/>
          </ac:spMkLst>
        </pc:spChg>
        <pc:spChg chg="mod">
          <ac:chgData name="Marco Sanches" userId="301bf0f768bc15fc" providerId="LiveId" clId="{F4238A5F-677D-43C0-B2D3-BFD989BC97CF}" dt="2020-09-02T17:17:09.946" v="876"/>
          <ac:spMkLst>
            <pc:docMk/>
            <pc:sldMk cId="0" sldId="361"/>
            <ac:spMk id="50" creationId="{E0E748F4-15B8-4182-BDF8-F42120B007C6}"/>
          </ac:spMkLst>
        </pc:spChg>
        <pc:spChg chg="mod">
          <ac:chgData name="Marco Sanches" userId="301bf0f768bc15fc" providerId="LiveId" clId="{F4238A5F-677D-43C0-B2D3-BFD989BC97CF}" dt="2020-09-02T17:17:09.946" v="876"/>
          <ac:spMkLst>
            <pc:docMk/>
            <pc:sldMk cId="0" sldId="361"/>
            <ac:spMk id="51" creationId="{396E4278-D5EB-43DD-83B6-21C4DF735A55}"/>
          </ac:spMkLst>
        </pc:spChg>
        <pc:spChg chg="mod">
          <ac:chgData name="Marco Sanches" userId="301bf0f768bc15fc" providerId="LiveId" clId="{F4238A5F-677D-43C0-B2D3-BFD989BC97CF}" dt="2020-09-02T17:17:09.946" v="876"/>
          <ac:spMkLst>
            <pc:docMk/>
            <pc:sldMk cId="0" sldId="361"/>
            <ac:spMk id="52" creationId="{699D31E6-FAD7-49A1-9315-9B163A94DADC}"/>
          </ac:spMkLst>
        </pc:spChg>
        <pc:spChg chg="mod">
          <ac:chgData name="Marco Sanches" userId="301bf0f768bc15fc" providerId="LiveId" clId="{F4238A5F-677D-43C0-B2D3-BFD989BC97CF}" dt="2020-09-02T17:17:09.946" v="876"/>
          <ac:spMkLst>
            <pc:docMk/>
            <pc:sldMk cId="0" sldId="361"/>
            <ac:spMk id="53" creationId="{F9341215-6B59-41FB-ADFE-8A5EC02D84F1}"/>
          </ac:spMkLst>
        </pc:spChg>
        <pc:spChg chg="mod">
          <ac:chgData name="Marco Sanches" userId="301bf0f768bc15fc" providerId="LiveId" clId="{F4238A5F-677D-43C0-B2D3-BFD989BC97CF}" dt="2020-09-02T17:17:09.946" v="876"/>
          <ac:spMkLst>
            <pc:docMk/>
            <pc:sldMk cId="0" sldId="361"/>
            <ac:spMk id="54" creationId="{DF833A7C-DB54-4D09-B72D-9DCD94A82EF1}"/>
          </ac:spMkLst>
        </pc:spChg>
        <pc:spChg chg="mod">
          <ac:chgData name="Marco Sanches" userId="301bf0f768bc15fc" providerId="LiveId" clId="{F4238A5F-677D-43C0-B2D3-BFD989BC97CF}" dt="2020-09-02T17:17:09.946" v="876"/>
          <ac:spMkLst>
            <pc:docMk/>
            <pc:sldMk cId="0" sldId="361"/>
            <ac:spMk id="55" creationId="{5338AEF5-74A1-424D-92BB-3B2D4626D178}"/>
          </ac:spMkLst>
        </pc:spChg>
        <pc:spChg chg="mod">
          <ac:chgData name="Marco Sanches" userId="301bf0f768bc15fc" providerId="LiveId" clId="{F4238A5F-677D-43C0-B2D3-BFD989BC97CF}" dt="2020-09-02T17:17:56.281" v="888" actId="1076"/>
          <ac:spMkLst>
            <pc:docMk/>
            <pc:sldMk cId="0" sldId="361"/>
            <ac:spMk id="58" creationId="{065F70A7-F741-4850-8AAB-3318E406A18F}"/>
          </ac:spMkLst>
        </pc:spChg>
        <pc:spChg chg="mod">
          <ac:chgData name="Marco Sanches" userId="301bf0f768bc15fc" providerId="LiveId" clId="{F4238A5F-677D-43C0-B2D3-BFD989BC97CF}" dt="2020-09-02T17:17:56.281" v="888" actId="1076"/>
          <ac:spMkLst>
            <pc:docMk/>
            <pc:sldMk cId="0" sldId="361"/>
            <ac:spMk id="59" creationId="{625EAE22-3B49-47F9-80CA-C946CEF27EB4}"/>
          </ac:spMkLst>
        </pc:spChg>
        <pc:spChg chg="mod">
          <ac:chgData name="Marco Sanches" userId="301bf0f768bc15fc" providerId="LiveId" clId="{F4238A5F-677D-43C0-B2D3-BFD989BC97CF}" dt="2020-09-02T17:17:56.281" v="888" actId="1076"/>
          <ac:spMkLst>
            <pc:docMk/>
            <pc:sldMk cId="0" sldId="361"/>
            <ac:spMk id="60" creationId="{8654D34B-9B76-409A-B181-817A5CE33D29}"/>
          </ac:spMkLst>
        </pc:spChg>
        <pc:spChg chg="mod">
          <ac:chgData name="Marco Sanches" userId="301bf0f768bc15fc" providerId="LiveId" clId="{F4238A5F-677D-43C0-B2D3-BFD989BC97CF}" dt="2020-09-04T10:55:36.617" v="2902" actId="1036"/>
          <ac:spMkLst>
            <pc:docMk/>
            <pc:sldMk cId="0" sldId="361"/>
            <ac:spMk id="61" creationId="{53B57AFF-9B76-4950-8D65-F6615F20ED40}"/>
          </ac:spMkLst>
        </pc:spChg>
        <pc:spChg chg="mod">
          <ac:chgData name="Marco Sanches" userId="301bf0f768bc15fc" providerId="LiveId" clId="{F4238A5F-677D-43C0-B2D3-BFD989BC97CF}" dt="2020-09-04T10:55:21.810" v="2890" actId="14100"/>
          <ac:spMkLst>
            <pc:docMk/>
            <pc:sldMk cId="0" sldId="361"/>
            <ac:spMk id="62" creationId="{8CDFDF1B-EBD1-4AED-9C4D-FA5F0271950B}"/>
          </ac:spMkLst>
        </pc:spChg>
        <pc:spChg chg="mod">
          <ac:chgData name="Marco Sanches" userId="301bf0f768bc15fc" providerId="LiveId" clId="{F4238A5F-677D-43C0-B2D3-BFD989BC97CF}" dt="2020-09-02T17:17:56.281" v="888" actId="1076"/>
          <ac:spMkLst>
            <pc:docMk/>
            <pc:sldMk cId="0" sldId="361"/>
            <ac:spMk id="63" creationId="{CF5F0461-2C2D-456C-A171-70224D871125}"/>
          </ac:spMkLst>
        </pc:spChg>
        <pc:spChg chg="del">
          <ac:chgData name="Marco Sanches" userId="301bf0f768bc15fc" providerId="LiveId" clId="{F4238A5F-677D-43C0-B2D3-BFD989BC97CF}" dt="2020-09-02T17:16:47.883" v="865" actId="478"/>
          <ac:spMkLst>
            <pc:docMk/>
            <pc:sldMk cId="0" sldId="361"/>
            <ac:spMk id="64" creationId="{12277FDD-E279-4F2C-962A-810A5AFC70CE}"/>
          </ac:spMkLst>
        </pc:spChg>
        <pc:spChg chg="add del mod">
          <ac:chgData name="Marco Sanches" userId="301bf0f768bc15fc" providerId="LiveId" clId="{F4238A5F-677D-43C0-B2D3-BFD989BC97CF}" dt="2020-09-02T17:19:15.251" v="902" actId="164"/>
          <ac:spMkLst>
            <pc:docMk/>
            <pc:sldMk cId="0" sldId="361"/>
            <ac:spMk id="65" creationId="{F697E7E4-F1A1-44A3-8374-7885B8B23AF2}"/>
          </ac:spMkLst>
        </pc:spChg>
        <pc:spChg chg="mod">
          <ac:chgData name="Marco Sanches" userId="301bf0f768bc15fc" providerId="LiveId" clId="{F4238A5F-677D-43C0-B2D3-BFD989BC97CF}" dt="2020-09-02T17:18:59.418" v="899" actId="164"/>
          <ac:spMkLst>
            <pc:docMk/>
            <pc:sldMk cId="0" sldId="361"/>
            <ac:spMk id="66" creationId="{6FF46BD2-B622-412A-8AA7-A0A9383B77F7}"/>
          </ac:spMkLst>
        </pc:spChg>
        <pc:spChg chg="mod">
          <ac:chgData name="Marco Sanches" userId="301bf0f768bc15fc" providerId="LiveId" clId="{F4238A5F-677D-43C0-B2D3-BFD989BC97CF}" dt="2020-09-02T17:18:59.418" v="899" actId="164"/>
          <ac:spMkLst>
            <pc:docMk/>
            <pc:sldMk cId="0" sldId="361"/>
            <ac:spMk id="67" creationId="{7B461544-5E25-46E3-A6AF-D4083032DAEB}"/>
          </ac:spMkLst>
        </pc:spChg>
        <pc:spChg chg="mod">
          <ac:chgData name="Marco Sanches" userId="301bf0f768bc15fc" providerId="LiveId" clId="{F4238A5F-677D-43C0-B2D3-BFD989BC97CF}" dt="2020-09-02T17:18:59.418" v="899" actId="164"/>
          <ac:spMkLst>
            <pc:docMk/>
            <pc:sldMk cId="0" sldId="361"/>
            <ac:spMk id="68" creationId="{50A8E487-ACA8-42AE-B9F7-89A30EF26A0E}"/>
          </ac:spMkLst>
        </pc:spChg>
        <pc:spChg chg="mod">
          <ac:chgData name="Marco Sanches" userId="301bf0f768bc15fc" providerId="LiveId" clId="{F4238A5F-677D-43C0-B2D3-BFD989BC97CF}" dt="2020-09-02T17:18:59.418" v="899" actId="164"/>
          <ac:spMkLst>
            <pc:docMk/>
            <pc:sldMk cId="0" sldId="361"/>
            <ac:spMk id="69" creationId="{88D59A52-E429-42DD-84E4-FFF30A584262}"/>
          </ac:spMkLst>
        </pc:spChg>
        <pc:spChg chg="mod">
          <ac:chgData name="Marco Sanches" userId="301bf0f768bc15fc" providerId="LiveId" clId="{F4238A5F-677D-43C0-B2D3-BFD989BC97CF}" dt="2020-09-02T17:18:59.418" v="899" actId="164"/>
          <ac:spMkLst>
            <pc:docMk/>
            <pc:sldMk cId="0" sldId="361"/>
            <ac:spMk id="70" creationId="{B0DC6D1F-C14B-4FBB-9339-C94E622364CB}"/>
          </ac:spMkLst>
        </pc:spChg>
        <pc:spChg chg="mod">
          <ac:chgData name="Marco Sanches" userId="301bf0f768bc15fc" providerId="LiveId" clId="{F4238A5F-677D-43C0-B2D3-BFD989BC97CF}" dt="2020-09-02T17:18:59.418" v="899" actId="164"/>
          <ac:spMkLst>
            <pc:docMk/>
            <pc:sldMk cId="0" sldId="361"/>
            <ac:spMk id="71" creationId="{31A5E79A-7167-4D6E-8793-803AA091A7BC}"/>
          </ac:spMkLst>
        </pc:spChg>
        <pc:spChg chg="mod">
          <ac:chgData name="Marco Sanches" userId="301bf0f768bc15fc" providerId="LiveId" clId="{F4238A5F-677D-43C0-B2D3-BFD989BC97CF}" dt="2020-09-04T10:56:07.304" v="2908" actId="14100"/>
          <ac:spMkLst>
            <pc:docMk/>
            <pc:sldMk cId="0" sldId="361"/>
            <ac:spMk id="72" creationId="{57DDB670-1323-4981-8C29-D0D0D74582B8}"/>
          </ac:spMkLst>
        </pc:spChg>
        <pc:spChg chg="add mod">
          <ac:chgData name="Marco Sanches" userId="301bf0f768bc15fc" providerId="LiveId" clId="{F4238A5F-677D-43C0-B2D3-BFD989BC97CF}" dt="2020-09-04T10:55:43.735" v="2903" actId="1076"/>
          <ac:spMkLst>
            <pc:docMk/>
            <pc:sldMk cId="0" sldId="361"/>
            <ac:spMk id="73" creationId="{4AFF7D76-5A41-4DD8-8DBA-3AACCA5F7BD3}"/>
          </ac:spMkLst>
        </pc:spChg>
        <pc:spChg chg="add mod">
          <ac:chgData name="Marco Sanches" userId="301bf0f768bc15fc" providerId="LiveId" clId="{F4238A5F-677D-43C0-B2D3-BFD989BC97CF}" dt="2020-09-02T17:17:53.984" v="887" actId="1076"/>
          <ac:spMkLst>
            <pc:docMk/>
            <pc:sldMk cId="0" sldId="361"/>
            <ac:spMk id="74" creationId="{D817F2F2-29C7-47A0-A48A-1DE6A3651660}"/>
          </ac:spMkLst>
        </pc:spChg>
        <pc:spChg chg="mod">
          <ac:chgData name="Marco Sanches" userId="301bf0f768bc15fc" providerId="LiveId" clId="{F4238A5F-677D-43C0-B2D3-BFD989BC97CF}" dt="2020-09-02T17:18:59.418" v="899" actId="164"/>
          <ac:spMkLst>
            <pc:docMk/>
            <pc:sldMk cId="0" sldId="361"/>
            <ac:spMk id="75" creationId="{DA4E67F0-0297-47B5-B49C-48069FD2AF46}"/>
          </ac:spMkLst>
        </pc:spChg>
        <pc:spChg chg="mod">
          <ac:chgData name="Marco Sanches" userId="301bf0f768bc15fc" providerId="LiveId" clId="{F4238A5F-677D-43C0-B2D3-BFD989BC97CF}" dt="2020-09-02T17:18:59.418" v="899" actId="164"/>
          <ac:spMkLst>
            <pc:docMk/>
            <pc:sldMk cId="0" sldId="361"/>
            <ac:spMk id="76" creationId="{D6473297-A740-4021-8E86-B765BD99DD97}"/>
          </ac:spMkLst>
        </pc:spChg>
        <pc:spChg chg="mod">
          <ac:chgData name="Marco Sanches" userId="301bf0f768bc15fc" providerId="LiveId" clId="{F4238A5F-677D-43C0-B2D3-BFD989BC97CF}" dt="2020-09-02T17:17:58.236" v="889" actId="1076"/>
          <ac:spMkLst>
            <pc:docMk/>
            <pc:sldMk cId="0" sldId="361"/>
            <ac:spMk id="78" creationId="{13A08469-9C4A-48A6-9A4B-BF6F3C9BBC2D}"/>
          </ac:spMkLst>
        </pc:spChg>
        <pc:spChg chg="mod">
          <ac:chgData name="Marco Sanches" userId="301bf0f768bc15fc" providerId="LiveId" clId="{F4238A5F-677D-43C0-B2D3-BFD989BC97CF}" dt="2020-09-02T17:17:58.236" v="889" actId="1076"/>
          <ac:spMkLst>
            <pc:docMk/>
            <pc:sldMk cId="0" sldId="361"/>
            <ac:spMk id="79" creationId="{F8390DB3-9826-4201-9BCB-7187E60D185B}"/>
          </ac:spMkLst>
        </pc:spChg>
        <pc:spChg chg="mod">
          <ac:chgData name="Marco Sanches" userId="301bf0f768bc15fc" providerId="LiveId" clId="{F4238A5F-677D-43C0-B2D3-BFD989BC97CF}" dt="2020-09-02T17:17:58.236" v="889" actId="1076"/>
          <ac:spMkLst>
            <pc:docMk/>
            <pc:sldMk cId="0" sldId="361"/>
            <ac:spMk id="81" creationId="{C28B9AF6-B1E5-4AB8-AAD9-5061D60E750E}"/>
          </ac:spMkLst>
        </pc:spChg>
        <pc:spChg chg="mod">
          <ac:chgData name="Marco Sanches" userId="301bf0f768bc15fc" providerId="LiveId" clId="{F4238A5F-677D-43C0-B2D3-BFD989BC97CF}" dt="2020-09-04T10:55:51.707" v="2906" actId="1037"/>
          <ac:spMkLst>
            <pc:docMk/>
            <pc:sldMk cId="0" sldId="361"/>
            <ac:spMk id="82" creationId="{3C56A2B9-CB66-427C-A96E-6988E3E8C74F}"/>
          </ac:spMkLst>
        </pc:spChg>
        <pc:spChg chg="mod">
          <ac:chgData name="Marco Sanches" userId="301bf0f768bc15fc" providerId="LiveId" clId="{F4238A5F-677D-43C0-B2D3-BFD989BC97CF}" dt="2020-09-04T10:55:51.707" v="2906" actId="1037"/>
          <ac:spMkLst>
            <pc:docMk/>
            <pc:sldMk cId="0" sldId="361"/>
            <ac:spMk id="83" creationId="{0958FE43-0C10-4C4C-BA52-E660557ED75D}"/>
          </ac:spMkLst>
        </pc:spChg>
        <pc:spChg chg="mod">
          <ac:chgData name="Marco Sanches" userId="301bf0f768bc15fc" providerId="LiveId" clId="{F4238A5F-677D-43C0-B2D3-BFD989BC97CF}" dt="2020-09-02T17:17:58.236" v="889" actId="1076"/>
          <ac:spMkLst>
            <pc:docMk/>
            <pc:sldMk cId="0" sldId="361"/>
            <ac:spMk id="84" creationId="{89506E8E-5E0D-4A55-A446-55091672C4F0}"/>
          </ac:spMkLst>
        </pc:spChg>
        <pc:spChg chg="mod">
          <ac:chgData name="Marco Sanches" userId="301bf0f768bc15fc" providerId="LiveId" clId="{F4238A5F-677D-43C0-B2D3-BFD989BC97CF}" dt="2020-09-04T10:56:03.662" v="2907" actId="14100"/>
          <ac:spMkLst>
            <pc:docMk/>
            <pc:sldMk cId="0" sldId="361"/>
            <ac:spMk id="85" creationId="{F7C3432A-066F-498D-A860-493BAC4B3C47}"/>
          </ac:spMkLst>
        </pc:spChg>
        <pc:spChg chg="add mod">
          <ac:chgData name="Marco Sanches" userId="301bf0f768bc15fc" providerId="LiveId" clId="{F4238A5F-677D-43C0-B2D3-BFD989BC97CF}" dt="2020-09-04T10:55:47.855" v="2904" actId="1076"/>
          <ac:spMkLst>
            <pc:docMk/>
            <pc:sldMk cId="0" sldId="361"/>
            <ac:spMk id="87" creationId="{9EACF38A-6533-46AF-BDA7-BFBB6056462A}"/>
          </ac:spMkLst>
        </pc:spChg>
        <pc:spChg chg="mod">
          <ac:chgData name="Marco Sanches" userId="301bf0f768bc15fc" providerId="LiveId" clId="{F4238A5F-677D-43C0-B2D3-BFD989BC97CF}" dt="2020-09-02T15:38:01.551" v="46"/>
          <ac:spMkLst>
            <pc:docMk/>
            <pc:sldMk cId="0" sldId="361"/>
            <ac:spMk id="40962" creationId="{A29F59A7-E734-448B-B3DF-C1C703B79371}"/>
          </ac:spMkLst>
        </pc:spChg>
        <pc:spChg chg="mod">
          <ac:chgData name="Marco Sanches" userId="301bf0f768bc15fc" providerId="LiveId" clId="{F4238A5F-677D-43C0-B2D3-BFD989BC97CF}" dt="2020-09-02T17:19:40.479" v="907" actId="14100"/>
          <ac:spMkLst>
            <pc:docMk/>
            <pc:sldMk cId="0" sldId="361"/>
            <ac:spMk id="40963" creationId="{E2BD816B-B903-4E6F-9095-73BC2F054EED}"/>
          </ac:spMkLst>
        </pc:spChg>
        <pc:spChg chg="del">
          <ac:chgData name="Marco Sanches" userId="301bf0f768bc15fc" providerId="LiveId" clId="{F4238A5F-677D-43C0-B2D3-BFD989BC97CF}" dt="2020-09-02T17:16:55.718" v="870" actId="478"/>
          <ac:spMkLst>
            <pc:docMk/>
            <pc:sldMk cId="0" sldId="361"/>
            <ac:spMk id="40967" creationId="{862DE309-440A-4E73-BE02-312918B3A984}"/>
          </ac:spMkLst>
        </pc:spChg>
        <pc:spChg chg="del">
          <ac:chgData name="Marco Sanches" userId="301bf0f768bc15fc" providerId="LiveId" clId="{F4238A5F-677D-43C0-B2D3-BFD989BC97CF}" dt="2020-09-02T17:16:45.830" v="864" actId="478"/>
          <ac:spMkLst>
            <pc:docMk/>
            <pc:sldMk cId="0" sldId="361"/>
            <ac:spMk id="40968" creationId="{18CBD642-83F9-4856-946A-D912D380C40E}"/>
          </ac:spMkLst>
        </pc:spChg>
        <pc:spChg chg="del">
          <ac:chgData name="Marco Sanches" userId="301bf0f768bc15fc" providerId="LiveId" clId="{F4238A5F-677D-43C0-B2D3-BFD989BC97CF}" dt="2020-09-02T17:16:52.070" v="867" actId="478"/>
          <ac:spMkLst>
            <pc:docMk/>
            <pc:sldMk cId="0" sldId="361"/>
            <ac:spMk id="40980" creationId="{36787F79-32A7-4932-B112-EE733C85D527}"/>
          </ac:spMkLst>
        </pc:spChg>
        <pc:spChg chg="del">
          <ac:chgData name="Marco Sanches" userId="301bf0f768bc15fc" providerId="LiveId" clId="{F4238A5F-677D-43C0-B2D3-BFD989BC97CF}" dt="2020-09-02T17:16:54.225" v="869" actId="478"/>
          <ac:spMkLst>
            <pc:docMk/>
            <pc:sldMk cId="0" sldId="361"/>
            <ac:spMk id="40984" creationId="{027598E9-F72D-4F1E-A02F-D6A2765FF051}"/>
          </ac:spMkLst>
        </pc:spChg>
        <pc:grpChg chg="add mod">
          <ac:chgData name="Marco Sanches" userId="301bf0f768bc15fc" providerId="LiveId" clId="{F4238A5F-677D-43C0-B2D3-BFD989BC97CF}" dt="2020-09-02T17:19:15.251" v="902" actId="164"/>
          <ac:grpSpMkLst>
            <pc:docMk/>
            <pc:sldMk cId="0" sldId="361"/>
            <ac:grpSpMk id="3" creationId="{9FFAA89A-AF5E-4A3C-BC30-8720880D318A}"/>
          </ac:grpSpMkLst>
        </pc:grpChg>
        <pc:grpChg chg="add mod">
          <ac:chgData name="Marco Sanches" userId="301bf0f768bc15fc" providerId="LiveId" clId="{F4238A5F-677D-43C0-B2D3-BFD989BC97CF}" dt="2020-09-02T17:19:17.601" v="903" actId="1076"/>
          <ac:grpSpMkLst>
            <pc:docMk/>
            <pc:sldMk cId="0" sldId="361"/>
            <ac:grpSpMk id="5" creationId="{B58B0CCF-A93C-45FF-A005-3B24C1EBA8D4}"/>
          </ac:grpSpMkLst>
        </pc:grpChg>
        <pc:grpChg chg="add mod">
          <ac:chgData name="Marco Sanches" userId="301bf0f768bc15fc" providerId="LiveId" clId="{F4238A5F-677D-43C0-B2D3-BFD989BC97CF}" dt="2020-09-02T17:17:09.946" v="876"/>
          <ac:grpSpMkLst>
            <pc:docMk/>
            <pc:sldMk cId="0" sldId="361"/>
            <ac:grpSpMk id="48" creationId="{AEE73309-A085-44DD-A730-460685DDD1B7}"/>
          </ac:grpSpMkLst>
        </pc:grpChg>
        <pc:grpChg chg="add mod">
          <ac:chgData name="Marco Sanches" userId="301bf0f768bc15fc" providerId="LiveId" clId="{F4238A5F-677D-43C0-B2D3-BFD989BC97CF}" dt="2020-09-02T17:17:56.281" v="888" actId="1076"/>
          <ac:grpSpMkLst>
            <pc:docMk/>
            <pc:sldMk cId="0" sldId="361"/>
            <ac:grpSpMk id="56" creationId="{B9F838A2-DBFB-4392-97EC-A4DCFF978295}"/>
          </ac:grpSpMkLst>
        </pc:grpChg>
        <pc:grpChg chg="add mod">
          <ac:chgData name="Marco Sanches" userId="301bf0f768bc15fc" providerId="LiveId" clId="{F4238A5F-677D-43C0-B2D3-BFD989BC97CF}" dt="2020-09-02T17:17:58.236" v="889" actId="1076"/>
          <ac:grpSpMkLst>
            <pc:docMk/>
            <pc:sldMk cId="0" sldId="361"/>
            <ac:grpSpMk id="77" creationId="{2DEAA95F-333F-47FC-A615-79E2FF6CCF4E}"/>
          </ac:grpSpMkLst>
        </pc:grpChg>
        <pc:grpChg chg="del">
          <ac:chgData name="Marco Sanches" userId="301bf0f768bc15fc" providerId="LiveId" clId="{F4238A5F-677D-43C0-B2D3-BFD989BC97CF}" dt="2020-09-02T17:16:50.247" v="866" actId="478"/>
          <ac:grpSpMkLst>
            <pc:docMk/>
            <pc:sldMk cId="0" sldId="361"/>
            <ac:grpSpMk id="40966" creationId="{1BD8B77D-5B31-4C4D-B097-6D2D5E55581B}"/>
          </ac:grpSpMkLst>
        </pc:grpChg>
        <pc:grpChg chg="del">
          <ac:chgData name="Marco Sanches" userId="301bf0f768bc15fc" providerId="LiveId" clId="{F4238A5F-677D-43C0-B2D3-BFD989BC97CF}" dt="2020-09-02T17:16:44.188" v="863" actId="478"/>
          <ac:grpSpMkLst>
            <pc:docMk/>
            <pc:sldMk cId="0" sldId="361"/>
            <ac:grpSpMk id="40969" creationId="{13A2CF28-1007-4F47-B709-2CA83A0C8A18}"/>
          </ac:grpSpMkLst>
        </pc:grpChg>
        <pc:grpChg chg="del">
          <ac:chgData name="Marco Sanches" userId="301bf0f768bc15fc" providerId="LiveId" clId="{F4238A5F-677D-43C0-B2D3-BFD989BC97CF}" dt="2020-09-02T17:16:52.554" v="868" actId="478"/>
          <ac:grpSpMkLst>
            <pc:docMk/>
            <pc:sldMk cId="0" sldId="361"/>
            <ac:grpSpMk id="40983" creationId="{4B6D876F-6554-47F3-84F1-BD0071BAD1F7}"/>
          </ac:grpSpMkLst>
        </pc:grpChg>
        <pc:picChg chg="mod">
          <ac:chgData name="Marco Sanches" userId="301bf0f768bc15fc" providerId="LiveId" clId="{F4238A5F-677D-43C0-B2D3-BFD989BC97CF}" dt="2020-09-02T17:19:43.196" v="908" actId="1076"/>
          <ac:picMkLst>
            <pc:docMk/>
            <pc:sldMk cId="0" sldId="361"/>
            <ac:picMk id="40964" creationId="{042935C5-720E-4EFA-80CB-251A577D0D26}"/>
          </ac:picMkLst>
        </pc:picChg>
        <pc:cxnChg chg="mod ord">
          <ac:chgData name="Marco Sanches" userId="301bf0f768bc15fc" providerId="LiveId" clId="{F4238A5F-677D-43C0-B2D3-BFD989BC97CF}" dt="2020-09-02T17:18:22.739" v="896" actId="1582"/>
          <ac:cxnSpMkLst>
            <pc:docMk/>
            <pc:sldMk cId="0" sldId="361"/>
            <ac:cxnSpMk id="80" creationId="{1BBD2B7C-4382-49AF-B90E-3806BC03DE0A}"/>
          </ac:cxnSpMkLst>
        </pc:cxnChg>
      </pc:sldChg>
      <pc:sldChg chg="addSp delSp modSp del mod modAnim">
        <pc:chgData name="Marco Sanches" userId="301bf0f768bc15fc" providerId="LiveId" clId="{F4238A5F-677D-43C0-B2D3-BFD989BC97CF}" dt="2020-09-02T18:33:52.782" v="1954" actId="1076"/>
        <pc:sldMkLst>
          <pc:docMk/>
          <pc:sldMk cId="0" sldId="363"/>
        </pc:sldMkLst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0" sldId="363"/>
            <ac:spMk id="2" creationId="{2492A0BD-B8FB-42A3-8499-59C9CAAB508D}"/>
          </ac:spMkLst>
        </pc:spChg>
        <pc:spChg chg="add del mod">
          <ac:chgData name="Marco Sanches" userId="301bf0f768bc15fc" providerId="LiveId" clId="{F4238A5F-677D-43C0-B2D3-BFD989BC97CF}" dt="2020-09-02T18:32:11.013" v="1915"/>
          <ac:spMkLst>
            <pc:docMk/>
            <pc:sldMk cId="0" sldId="363"/>
            <ac:spMk id="2" creationId="{D6C923C0-FA05-469A-A16A-04E00B4FF1F6}"/>
          </ac:spMkLst>
        </pc:spChg>
        <pc:spChg chg="add del mod">
          <ac:chgData name="Marco Sanches" userId="301bf0f768bc15fc" providerId="LiveId" clId="{F4238A5F-677D-43C0-B2D3-BFD989BC97CF}" dt="2020-09-02T18:32:11.013" v="1915"/>
          <ac:spMkLst>
            <pc:docMk/>
            <pc:sldMk cId="0" sldId="363"/>
            <ac:spMk id="3" creationId="{77095EBA-0124-493C-8835-24F5B8E1C56A}"/>
          </ac:spMkLst>
        </pc:spChg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0" sldId="363"/>
            <ac:spMk id="3" creationId="{C072CEED-6CCD-4E10-A26D-3DAED1CDF8E3}"/>
          </ac:spMkLst>
        </pc:spChg>
        <pc:spChg chg="mod">
          <ac:chgData name="Marco Sanches" userId="301bf0f768bc15fc" providerId="LiveId" clId="{F4238A5F-677D-43C0-B2D3-BFD989BC97CF}" dt="2020-09-02T18:33:48.647" v="1953" actId="14100"/>
          <ac:spMkLst>
            <pc:docMk/>
            <pc:sldMk cId="0" sldId="363"/>
            <ac:spMk id="6" creationId="{872301E0-E8FB-464B-908E-D39FA13E65C0}"/>
          </ac:spMkLst>
        </pc:spChg>
        <pc:spChg chg="mod">
          <ac:chgData name="Marco Sanches" userId="301bf0f768bc15fc" providerId="LiveId" clId="{F4238A5F-677D-43C0-B2D3-BFD989BC97CF}" dt="2020-09-02T15:38:01.551" v="46"/>
          <ac:spMkLst>
            <pc:docMk/>
            <pc:sldMk cId="0" sldId="363"/>
            <ac:spMk id="48130" creationId="{07355ABE-EEDF-4354-8BE6-00231684512A}"/>
          </ac:spMkLst>
        </pc:spChg>
        <pc:spChg chg="mod">
          <ac:chgData name="Marco Sanches" userId="301bf0f768bc15fc" providerId="LiveId" clId="{F4238A5F-677D-43C0-B2D3-BFD989BC97CF}" dt="2020-09-02T18:32:13.652" v="1916" actId="20577"/>
          <ac:spMkLst>
            <pc:docMk/>
            <pc:sldMk cId="0" sldId="363"/>
            <ac:spMk id="48130" creationId="{0D81CA49-A2D9-49B8-A6E1-5B0E3BA4FFFD}"/>
          </ac:spMkLst>
        </pc:spChg>
        <pc:spChg chg="mod">
          <ac:chgData name="Marco Sanches" userId="301bf0f768bc15fc" providerId="LiveId" clId="{F4238A5F-677D-43C0-B2D3-BFD989BC97CF}" dt="2020-09-02T15:38:01.551" v="46"/>
          <ac:spMkLst>
            <pc:docMk/>
            <pc:sldMk cId="0" sldId="363"/>
            <ac:spMk id="48131" creationId="{44432175-6546-47D1-BDFC-AFBAA40B5DD4}"/>
          </ac:spMkLst>
        </pc:spChg>
        <pc:spChg chg="mod">
          <ac:chgData name="Marco Sanches" userId="301bf0f768bc15fc" providerId="LiveId" clId="{F4238A5F-677D-43C0-B2D3-BFD989BC97CF}" dt="2020-09-02T18:33:41.249" v="1950" actId="20577"/>
          <ac:spMkLst>
            <pc:docMk/>
            <pc:sldMk cId="0" sldId="363"/>
            <ac:spMk id="48131" creationId="{83A3416C-223F-4623-85B3-2E671D0CAD45}"/>
          </ac:spMkLst>
        </pc:spChg>
        <pc:picChg chg="mod">
          <ac:chgData name="Marco Sanches" userId="301bf0f768bc15fc" providerId="LiveId" clId="{F4238A5F-677D-43C0-B2D3-BFD989BC97CF}" dt="2020-09-02T18:33:52.782" v="1954" actId="1076"/>
          <ac:picMkLst>
            <pc:docMk/>
            <pc:sldMk cId="0" sldId="363"/>
            <ac:picMk id="48133" creationId="{D99877ED-C36E-4D02-B78C-E14544231B7B}"/>
          </ac:picMkLst>
        </pc:picChg>
      </pc:sldChg>
      <pc:sldChg chg="addSp delSp modSp del">
        <pc:chgData name="Marco Sanches" userId="301bf0f768bc15fc" providerId="LiveId" clId="{F4238A5F-677D-43C0-B2D3-BFD989BC97CF}" dt="2020-09-02T17:20:52.496" v="913" actId="47"/>
        <pc:sldMkLst>
          <pc:docMk/>
          <pc:sldMk cId="0" sldId="380"/>
        </pc:sldMkLst>
        <pc:spChg chg="add del mod">
          <ac:chgData name="Marco Sanches" userId="301bf0f768bc15fc" providerId="LiveId" clId="{F4238A5F-677D-43C0-B2D3-BFD989BC97CF}" dt="2020-09-02T15:38:01.551" v="46"/>
          <ac:spMkLst>
            <pc:docMk/>
            <pc:sldMk cId="0" sldId="380"/>
            <ac:spMk id="2" creationId="{464FDB1E-E2CE-4E85-AE63-B20E82309876}"/>
          </ac:spMkLst>
        </pc:spChg>
        <pc:spChg chg="add mod">
          <ac:chgData name="Marco Sanches" userId="301bf0f768bc15fc" providerId="LiveId" clId="{F4238A5F-677D-43C0-B2D3-BFD989BC97CF}" dt="2020-09-02T15:38:01.551" v="46"/>
          <ac:spMkLst>
            <pc:docMk/>
            <pc:sldMk cId="0" sldId="380"/>
            <ac:spMk id="3" creationId="{B20BD61F-843F-47B3-9D5F-E45156C2DA39}"/>
          </ac:spMkLst>
        </pc:spChg>
        <pc:spChg chg="del">
          <ac:chgData name="Marco Sanches" userId="301bf0f768bc15fc" providerId="LiveId" clId="{F4238A5F-677D-43C0-B2D3-BFD989BC97CF}" dt="2020-09-02T15:38:01.551" v="46"/>
          <ac:spMkLst>
            <pc:docMk/>
            <pc:sldMk cId="0" sldId="380"/>
            <ac:spMk id="45058" creationId="{2A69096D-2652-40AF-8611-BAD720BAA2D5}"/>
          </ac:spMkLst>
        </pc:spChg>
        <pc:spChg chg="mod">
          <ac:chgData name="Marco Sanches" userId="301bf0f768bc15fc" providerId="LiveId" clId="{F4238A5F-677D-43C0-B2D3-BFD989BC97CF}" dt="2020-09-02T15:38:01.551" v="46"/>
          <ac:spMkLst>
            <pc:docMk/>
            <pc:sldMk cId="0" sldId="380"/>
            <ac:spMk id="47107" creationId="{BD5E8113-B63B-4BDB-B394-DBE9E6A30872}"/>
          </ac:spMkLst>
        </pc:spChg>
      </pc:sldChg>
      <pc:sldChg chg="del">
        <pc:chgData name="Marco Sanches" userId="301bf0f768bc15fc" providerId="LiveId" clId="{F4238A5F-677D-43C0-B2D3-BFD989BC97CF}" dt="2020-09-02T17:41:16.027" v="1206" actId="47"/>
        <pc:sldMkLst>
          <pc:docMk/>
          <pc:sldMk cId="0" sldId="385"/>
        </pc:sldMkLst>
      </pc:sldChg>
      <pc:sldChg chg="del">
        <pc:chgData name="Marco Sanches" userId="301bf0f768bc15fc" providerId="LiveId" clId="{F4238A5F-677D-43C0-B2D3-BFD989BC97CF}" dt="2020-09-02T17:43:26.175" v="1232" actId="47"/>
        <pc:sldMkLst>
          <pc:docMk/>
          <pc:sldMk cId="0" sldId="386"/>
        </pc:sldMkLst>
      </pc:sldChg>
      <pc:sldChg chg="modSp del mod">
        <pc:chgData name="Marco Sanches" userId="301bf0f768bc15fc" providerId="LiveId" clId="{F4238A5F-677D-43C0-B2D3-BFD989BC97CF}" dt="2020-09-02T17:47:42.127" v="1296" actId="47"/>
        <pc:sldMkLst>
          <pc:docMk/>
          <pc:sldMk cId="0" sldId="387"/>
        </pc:sldMkLst>
        <pc:spChg chg="mod">
          <ac:chgData name="Marco Sanches" userId="301bf0f768bc15fc" providerId="LiveId" clId="{F4238A5F-677D-43C0-B2D3-BFD989BC97CF}" dt="2020-09-02T17:23:16.742" v="932" actId="27636"/>
          <ac:spMkLst>
            <pc:docMk/>
            <pc:sldMk cId="0" sldId="387"/>
            <ac:spMk id="7" creationId="{9E475352-0171-4BA3-BDA0-AFBF1082D1F5}"/>
          </ac:spMkLst>
        </pc:spChg>
      </pc:sldChg>
      <pc:sldChg chg="del">
        <pc:chgData name="Marco Sanches" userId="301bf0f768bc15fc" providerId="LiveId" clId="{F4238A5F-677D-43C0-B2D3-BFD989BC97CF}" dt="2020-09-02T17:48:30.671" v="1306" actId="47"/>
        <pc:sldMkLst>
          <pc:docMk/>
          <pc:sldMk cId="0" sldId="388"/>
        </pc:sldMkLst>
      </pc:sldChg>
      <pc:sldChg chg="del">
        <pc:chgData name="Marco Sanches" userId="301bf0f768bc15fc" providerId="LiveId" clId="{F4238A5F-677D-43C0-B2D3-BFD989BC97CF}" dt="2020-09-02T17:51:40.964" v="1337" actId="47"/>
        <pc:sldMkLst>
          <pc:docMk/>
          <pc:sldMk cId="0" sldId="389"/>
        </pc:sldMkLst>
      </pc:sldChg>
      <pc:sldChg chg="modSp mod ord">
        <pc:chgData name="Marco Sanches" userId="301bf0f768bc15fc" providerId="LiveId" clId="{F4238A5F-677D-43C0-B2D3-BFD989BC97CF}" dt="2020-09-02T18:44:12.375" v="2094"/>
        <pc:sldMkLst>
          <pc:docMk/>
          <pc:sldMk cId="4145914251" sldId="396"/>
        </pc:sldMkLst>
        <pc:spChg chg="mod">
          <ac:chgData name="Marco Sanches" userId="301bf0f768bc15fc" providerId="LiveId" clId="{F4238A5F-677D-43C0-B2D3-BFD989BC97CF}" dt="2020-09-02T18:43:28.866" v="2088" actId="20577"/>
          <ac:spMkLst>
            <pc:docMk/>
            <pc:sldMk cId="4145914251" sldId="396"/>
            <ac:spMk id="2" creationId="{897856AD-9995-4A2C-83BB-7CDC555080CE}"/>
          </ac:spMkLst>
        </pc:spChg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0" sldId="407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0" sldId="408"/>
        </pc:sldMkLst>
      </pc:sldChg>
      <pc:sldChg chg="addSp delSp modSp del">
        <pc:chgData name="Marco Sanches" userId="301bf0f768bc15fc" providerId="LiveId" clId="{F4238A5F-677D-43C0-B2D3-BFD989BC97CF}" dt="2020-09-02T18:37:23.254" v="1972" actId="47"/>
        <pc:sldMkLst>
          <pc:docMk/>
          <pc:sldMk cId="0" sldId="414"/>
        </pc:sldMkLst>
        <pc:spChg chg="add del mod">
          <ac:chgData name="Marco Sanches" userId="301bf0f768bc15fc" providerId="LiveId" clId="{F4238A5F-677D-43C0-B2D3-BFD989BC97CF}" dt="2020-09-02T17:23:06.099" v="929"/>
          <ac:spMkLst>
            <pc:docMk/>
            <pc:sldMk cId="0" sldId="414"/>
            <ac:spMk id="2" creationId="{356CE921-C0FE-4968-8CC7-0DA738EE642F}"/>
          </ac:spMkLst>
        </pc:spChg>
        <pc:spChg chg="add del mod">
          <ac:chgData name="Marco Sanches" userId="301bf0f768bc15fc" providerId="LiveId" clId="{F4238A5F-677D-43C0-B2D3-BFD989BC97CF}" dt="2020-09-02T17:23:06.099" v="929"/>
          <ac:spMkLst>
            <pc:docMk/>
            <pc:sldMk cId="0" sldId="414"/>
            <ac:spMk id="3" creationId="{825D4FB0-7BD6-411B-896C-ADEB6837EA86}"/>
          </ac:spMkLst>
        </pc:spChg>
        <pc:spChg chg="add del mod">
          <ac:chgData name="Marco Sanches" userId="301bf0f768bc15fc" providerId="LiveId" clId="{F4238A5F-677D-43C0-B2D3-BFD989BC97CF}" dt="2020-09-02T17:23:06.099" v="929"/>
          <ac:spMkLst>
            <pc:docMk/>
            <pc:sldMk cId="0" sldId="414"/>
            <ac:spMk id="4" creationId="{1D7488F1-0182-413F-8D02-B7EE9411D51A}"/>
          </ac:spMkLst>
        </pc:spChg>
        <pc:spChg chg="mod">
          <ac:chgData name="Marco Sanches" userId="301bf0f768bc15fc" providerId="LiveId" clId="{F4238A5F-677D-43C0-B2D3-BFD989BC97CF}" dt="2020-09-02T17:23:06.099" v="929"/>
          <ac:spMkLst>
            <pc:docMk/>
            <pc:sldMk cId="0" sldId="414"/>
            <ac:spMk id="26626" creationId="{DDA24158-2B7C-4555-8F6C-41DA895C4258}"/>
          </ac:spMkLst>
        </pc:spChg>
        <pc:spChg chg="mod">
          <ac:chgData name="Marco Sanches" userId="301bf0f768bc15fc" providerId="LiveId" clId="{F4238A5F-677D-43C0-B2D3-BFD989BC97CF}" dt="2020-09-02T17:23:06.099" v="929"/>
          <ac:spMkLst>
            <pc:docMk/>
            <pc:sldMk cId="0" sldId="414"/>
            <ac:spMk id="26627" creationId="{2E70FF80-4A5B-4E31-BB47-302394F21E7C}"/>
          </ac:spMkLst>
        </pc:spChg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0" sldId="420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0" sldId="460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2460081098" sldId="463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4234405321" sldId="464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0" sldId="470"/>
        </pc:sldMkLst>
      </pc:sldChg>
      <pc:sldChg chg="modSp mod">
        <pc:chgData name="Marco Sanches" userId="301bf0f768bc15fc" providerId="LiveId" clId="{F4238A5F-677D-43C0-B2D3-BFD989BC97CF}" dt="2020-09-03T18:12:29.786" v="2458" actId="1035"/>
        <pc:sldMkLst>
          <pc:docMk/>
          <pc:sldMk cId="2312632231" sldId="474"/>
        </pc:sldMkLst>
        <pc:spChg chg="mod">
          <ac:chgData name="Marco Sanches" userId="301bf0f768bc15fc" providerId="LiveId" clId="{F4238A5F-677D-43C0-B2D3-BFD989BC97CF}" dt="2020-09-03T18:12:29.786" v="2458" actId="1035"/>
          <ac:spMkLst>
            <pc:docMk/>
            <pc:sldMk cId="2312632231" sldId="474"/>
            <ac:spMk id="3" creationId="{B0C175D6-D093-4F54-A8E5-EFE871D99F55}"/>
          </ac:spMkLst>
        </pc:spChg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812971124" sldId="476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621818439" sldId="477"/>
        </pc:sldMkLst>
      </pc:sldChg>
      <pc:sldChg chg="del ord">
        <pc:chgData name="Marco Sanches" userId="301bf0f768bc15fc" providerId="LiveId" clId="{F4238A5F-677D-43C0-B2D3-BFD989BC97CF}" dt="2020-09-02T18:43:44.981" v="2089" actId="47"/>
        <pc:sldMkLst>
          <pc:docMk/>
          <pc:sldMk cId="267769264" sldId="484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3829952741" sldId="487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1694727724" sldId="488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3901120466" sldId="490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731697863" sldId="491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2770824147" sldId="492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3713417785" sldId="493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3857596868" sldId="494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2168780699" sldId="495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1430489921" sldId="496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3875695046" sldId="498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2229768152" sldId="499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4220691041" sldId="500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3548832579" sldId="501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930638519" sldId="502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1486634388" sldId="503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3248021488" sldId="504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2473734918" sldId="505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1819510631" sldId="506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188138168" sldId="507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1636159245" sldId="508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2351096738" sldId="509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2578693443" sldId="510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908497756" sldId="511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1605140506" sldId="512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162608603" sldId="513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3326674414" sldId="514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1748941604" sldId="515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1582409518" sldId="516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4090651205" sldId="517"/>
        </pc:sldMkLst>
      </pc:sldChg>
      <pc:sldChg chg="del">
        <pc:chgData name="Marco Sanches" userId="301bf0f768bc15fc" providerId="LiveId" clId="{F4238A5F-677D-43C0-B2D3-BFD989BC97CF}" dt="2020-09-02T18:43:44.981" v="2089" actId="47"/>
        <pc:sldMkLst>
          <pc:docMk/>
          <pc:sldMk cId="0" sldId="518"/>
        </pc:sldMkLst>
      </pc:sldChg>
      <pc:sldChg chg="modSp mod">
        <pc:chgData name="Marco Sanches" userId="301bf0f768bc15fc" providerId="LiveId" clId="{F4238A5F-677D-43C0-B2D3-BFD989BC97CF}" dt="2020-09-04T11:11:29.516" v="2963" actId="20577"/>
        <pc:sldMkLst>
          <pc:docMk/>
          <pc:sldMk cId="2703010452" sldId="519"/>
        </pc:sldMkLst>
        <pc:spChg chg="mod">
          <ac:chgData name="Marco Sanches" userId="301bf0f768bc15fc" providerId="LiveId" clId="{F4238A5F-677D-43C0-B2D3-BFD989BC97CF}" dt="2020-09-04T11:11:29.516" v="2963" actId="20577"/>
          <ac:spMkLst>
            <pc:docMk/>
            <pc:sldMk cId="2703010452" sldId="519"/>
            <ac:spMk id="2" creationId="{318926D8-DB94-4663-9BA9-4DB85CFEB7CF}"/>
          </ac:spMkLst>
        </pc:spChg>
        <pc:spChg chg="mod">
          <ac:chgData name="Marco Sanches" userId="301bf0f768bc15fc" providerId="LiveId" clId="{F4238A5F-677D-43C0-B2D3-BFD989BC97CF}" dt="2020-09-04T10:45:44.596" v="2828" actId="6549"/>
          <ac:spMkLst>
            <pc:docMk/>
            <pc:sldMk cId="2703010452" sldId="519"/>
            <ac:spMk id="47106" creationId="{03C37F57-4B06-4D88-AF17-85D16875EA60}"/>
          </ac:spMkLst>
        </pc:spChg>
        <pc:graphicFrameChg chg="mod modGraphic">
          <ac:chgData name="Marco Sanches" userId="301bf0f768bc15fc" providerId="LiveId" clId="{F4238A5F-677D-43C0-B2D3-BFD989BC97CF}" dt="2020-09-04T10:45:58.022" v="2832" actId="14100"/>
          <ac:graphicFrameMkLst>
            <pc:docMk/>
            <pc:sldMk cId="2703010452" sldId="519"/>
            <ac:graphicFrameMk id="3" creationId="{AA63C45B-B495-4B42-9187-F8EB7A5F4AB1}"/>
          </ac:graphicFrameMkLst>
        </pc:graphicFrameChg>
      </pc:sldChg>
      <pc:sldChg chg="addSp delSp modSp add mod">
        <pc:chgData name="Marco Sanches" userId="301bf0f768bc15fc" providerId="LiveId" clId="{F4238A5F-677D-43C0-B2D3-BFD989BC97CF}" dt="2020-09-04T10:59:03.600" v="2911" actId="14100"/>
        <pc:sldMkLst>
          <pc:docMk/>
          <pc:sldMk cId="3336953691" sldId="520"/>
        </pc:sldMkLst>
        <pc:spChg chg="del">
          <ac:chgData name="Marco Sanches" userId="301bf0f768bc15fc" providerId="LiveId" clId="{F4238A5F-677D-43C0-B2D3-BFD989BC97CF}" dt="2020-09-02T17:33:45.068" v="1095" actId="478"/>
          <ac:spMkLst>
            <pc:docMk/>
            <pc:sldMk cId="3336953691" sldId="520"/>
            <ac:spMk id="2" creationId="{24B3301E-6AF9-4640-9050-1250257ED6DF}"/>
          </ac:spMkLst>
        </pc:spChg>
        <pc:spChg chg="add mod">
          <ac:chgData name="Marco Sanches" userId="301bf0f768bc15fc" providerId="LiveId" clId="{F4238A5F-677D-43C0-B2D3-BFD989BC97CF}" dt="2020-09-03T18:06:41.479" v="2421" actId="1035"/>
          <ac:spMkLst>
            <pc:docMk/>
            <pc:sldMk cId="3336953691" sldId="520"/>
            <ac:spMk id="3" creationId="{91A237DC-E331-48BB-9AD4-609E26E78FA6}"/>
          </ac:spMkLst>
        </pc:spChg>
        <pc:spChg chg="del">
          <ac:chgData name="Marco Sanches" userId="301bf0f768bc15fc" providerId="LiveId" clId="{F4238A5F-677D-43C0-B2D3-BFD989BC97CF}" dt="2020-09-02T17:33:43.996" v="1094" actId="478"/>
          <ac:spMkLst>
            <pc:docMk/>
            <pc:sldMk cId="3336953691" sldId="520"/>
            <ac:spMk id="4" creationId="{89CD9027-7F2E-41C5-B014-9876820A9A43}"/>
          </ac:spMkLst>
        </pc:spChg>
        <pc:spChg chg="add del mod">
          <ac:chgData name="Marco Sanches" userId="301bf0f768bc15fc" providerId="LiveId" clId="{F4238A5F-677D-43C0-B2D3-BFD989BC97CF}" dt="2020-09-02T17:40:51.999" v="1202" actId="478"/>
          <ac:spMkLst>
            <pc:docMk/>
            <pc:sldMk cId="3336953691" sldId="520"/>
            <ac:spMk id="6" creationId="{41EF23F3-D8CF-4BE2-9BE9-6782B86086EB}"/>
          </ac:spMkLst>
        </pc:spChg>
        <pc:spChg chg="del">
          <ac:chgData name="Marco Sanches" userId="301bf0f768bc15fc" providerId="LiveId" clId="{F4238A5F-677D-43C0-B2D3-BFD989BC97CF}" dt="2020-09-02T17:33:43.453" v="1093" actId="478"/>
          <ac:spMkLst>
            <pc:docMk/>
            <pc:sldMk cId="3336953691" sldId="520"/>
            <ac:spMk id="8" creationId="{886DD65B-0252-4562-8FFB-E74C48DD6F3C}"/>
          </ac:spMkLst>
        </pc:spChg>
        <pc:spChg chg="mod">
          <ac:chgData name="Marco Sanches" userId="301bf0f768bc15fc" providerId="LiveId" clId="{F4238A5F-677D-43C0-B2D3-BFD989BC97CF}" dt="2020-09-02T17:46:59.063" v="1285" actId="255"/>
          <ac:spMkLst>
            <pc:docMk/>
            <pc:sldMk cId="3336953691" sldId="520"/>
            <ac:spMk id="10" creationId="{0C7FC05C-6504-4444-B186-9704CD2A593A}"/>
          </ac:spMkLst>
        </pc:spChg>
        <pc:spChg chg="mod">
          <ac:chgData name="Marco Sanches" userId="301bf0f768bc15fc" providerId="LiveId" clId="{F4238A5F-677D-43C0-B2D3-BFD989BC97CF}" dt="2020-09-02T17:46:59.063" v="1285" actId="255"/>
          <ac:spMkLst>
            <pc:docMk/>
            <pc:sldMk cId="3336953691" sldId="520"/>
            <ac:spMk id="11" creationId="{98F5A7C8-0E21-471E-AC99-60A0D84722F2}"/>
          </ac:spMkLst>
        </pc:spChg>
        <pc:spChg chg="mod">
          <ac:chgData name="Marco Sanches" userId="301bf0f768bc15fc" providerId="LiveId" clId="{F4238A5F-677D-43C0-B2D3-BFD989BC97CF}" dt="2020-09-02T17:46:59.063" v="1285" actId="255"/>
          <ac:spMkLst>
            <pc:docMk/>
            <pc:sldMk cId="3336953691" sldId="520"/>
            <ac:spMk id="12" creationId="{E67E54BC-E720-455A-8AFE-B7FFA64184CF}"/>
          </ac:spMkLst>
        </pc:spChg>
        <pc:spChg chg="del mod">
          <ac:chgData name="Marco Sanches" userId="301bf0f768bc15fc" providerId="LiveId" clId="{F4238A5F-677D-43C0-B2D3-BFD989BC97CF}" dt="2020-09-02T17:33:46.351" v="1097" actId="478"/>
          <ac:spMkLst>
            <pc:docMk/>
            <pc:sldMk cId="3336953691" sldId="520"/>
            <ac:spMk id="17411" creationId="{9380A522-CF9B-4AD3-A4CE-087ECEA988C3}"/>
          </ac:spMkLst>
        </pc:spChg>
        <pc:spChg chg="del">
          <ac:chgData name="Marco Sanches" userId="301bf0f768bc15fc" providerId="LiveId" clId="{F4238A5F-677D-43C0-B2D3-BFD989BC97CF}" dt="2020-09-02T17:33:42.419" v="1092" actId="478"/>
          <ac:spMkLst>
            <pc:docMk/>
            <pc:sldMk cId="3336953691" sldId="520"/>
            <ac:spMk id="17413" creationId="{EB166FE0-5C0A-4EF3-9436-82A628E89858}"/>
          </ac:spMkLst>
        </pc:spChg>
        <pc:spChg chg="del">
          <ac:chgData name="Marco Sanches" userId="301bf0f768bc15fc" providerId="LiveId" clId="{F4238A5F-677D-43C0-B2D3-BFD989BC97CF}" dt="2020-09-02T17:33:38.325" v="1089" actId="478"/>
          <ac:spMkLst>
            <pc:docMk/>
            <pc:sldMk cId="3336953691" sldId="520"/>
            <ac:spMk id="17417" creationId="{932B9420-F19A-4F66-BAF0-C30B17515251}"/>
          </ac:spMkLst>
        </pc:spChg>
        <pc:grpChg chg="add mod">
          <ac:chgData name="Marco Sanches" userId="301bf0f768bc15fc" providerId="LiveId" clId="{F4238A5F-677D-43C0-B2D3-BFD989BC97CF}" dt="2020-09-04T10:59:03.600" v="2911" actId="14100"/>
          <ac:grpSpMkLst>
            <pc:docMk/>
            <pc:sldMk cId="3336953691" sldId="520"/>
            <ac:grpSpMk id="8" creationId="{0CEDBED9-3ADD-4200-A025-6712A2D99DAF}"/>
          </ac:grpSpMkLst>
        </pc:grpChg>
        <pc:grpChg chg="mod">
          <ac:chgData name="Marco Sanches" userId="301bf0f768bc15fc" providerId="LiveId" clId="{F4238A5F-677D-43C0-B2D3-BFD989BC97CF}" dt="2020-09-02T17:40:41.756" v="1200"/>
          <ac:grpSpMkLst>
            <pc:docMk/>
            <pc:sldMk cId="3336953691" sldId="520"/>
            <ac:grpSpMk id="9" creationId="{F3C0700D-2F32-4D13-95AB-97332023A486}"/>
          </ac:grpSpMkLst>
        </pc:grpChg>
        <pc:graphicFrameChg chg="del">
          <ac:chgData name="Marco Sanches" userId="301bf0f768bc15fc" providerId="LiveId" clId="{F4238A5F-677D-43C0-B2D3-BFD989BC97CF}" dt="2020-09-02T17:33:41.349" v="1091" actId="478"/>
          <ac:graphicFrameMkLst>
            <pc:docMk/>
            <pc:sldMk cId="3336953691" sldId="520"/>
            <ac:graphicFrameMk id="11" creationId="{07D17E10-9D40-4504-B307-48F7C6997E05}"/>
          </ac:graphicFrameMkLst>
        </pc:graphicFrameChg>
        <pc:picChg chg="add">
          <ac:chgData name="Marco Sanches" userId="301bf0f768bc15fc" providerId="LiveId" clId="{F4238A5F-677D-43C0-B2D3-BFD989BC97CF}" dt="2020-09-02T17:34:33.545" v="1112" actId="22"/>
          <ac:picMkLst>
            <pc:docMk/>
            <pc:sldMk cId="3336953691" sldId="520"/>
            <ac:picMk id="7" creationId="{8C6CC328-4BD7-4E82-9FE7-E4797F34559F}"/>
          </ac:picMkLst>
        </pc:picChg>
        <pc:picChg chg="del">
          <ac:chgData name="Marco Sanches" userId="301bf0f768bc15fc" providerId="LiveId" clId="{F4238A5F-677D-43C0-B2D3-BFD989BC97CF}" dt="2020-09-02T17:33:48.101" v="1100" actId="478"/>
          <ac:picMkLst>
            <pc:docMk/>
            <pc:sldMk cId="3336953691" sldId="520"/>
            <ac:picMk id="9" creationId="{A626AEBD-954F-45A1-A63D-18B8DA9A86A9}"/>
          </ac:picMkLst>
        </pc:picChg>
        <pc:picChg chg="del">
          <ac:chgData name="Marco Sanches" userId="301bf0f768bc15fc" providerId="LiveId" clId="{F4238A5F-677D-43C0-B2D3-BFD989BC97CF}" dt="2020-09-02T17:33:47.179" v="1098" actId="478"/>
          <ac:picMkLst>
            <pc:docMk/>
            <pc:sldMk cId="3336953691" sldId="520"/>
            <ac:picMk id="26" creationId="{6F1C0C3D-D952-46AA-9577-5E413269AA34}"/>
          </ac:picMkLst>
        </pc:picChg>
        <pc:picChg chg="del">
          <ac:chgData name="Marco Sanches" userId="301bf0f768bc15fc" providerId="LiveId" clId="{F4238A5F-677D-43C0-B2D3-BFD989BC97CF}" dt="2020-09-02T17:33:39.729" v="1090" actId="478"/>
          <ac:picMkLst>
            <pc:docMk/>
            <pc:sldMk cId="3336953691" sldId="520"/>
            <ac:picMk id="32" creationId="{5D5D376F-77F5-406D-87EC-AB5BE36920BE}"/>
          </ac:picMkLst>
        </pc:picChg>
        <pc:picChg chg="del">
          <ac:chgData name="Marco Sanches" userId="301bf0f768bc15fc" providerId="LiveId" clId="{F4238A5F-677D-43C0-B2D3-BFD989BC97CF}" dt="2020-09-02T17:33:47.679" v="1099" actId="478"/>
          <ac:picMkLst>
            <pc:docMk/>
            <pc:sldMk cId="3336953691" sldId="520"/>
            <ac:picMk id="35" creationId="{19F78A8D-BBFB-42C7-BD6E-ED5406CC24D5}"/>
          </ac:picMkLst>
        </pc:picChg>
        <pc:picChg chg="del">
          <ac:chgData name="Marco Sanches" userId="301bf0f768bc15fc" providerId="LiveId" clId="{F4238A5F-677D-43C0-B2D3-BFD989BC97CF}" dt="2020-09-02T17:33:37.380" v="1088" actId="478"/>
          <ac:picMkLst>
            <pc:docMk/>
            <pc:sldMk cId="3336953691" sldId="520"/>
            <ac:picMk id="36" creationId="{20937B43-ABF4-42F5-86B1-50B553C0829D}"/>
          </ac:picMkLst>
        </pc:picChg>
      </pc:sldChg>
      <pc:sldChg chg="addSp delSp modSp add mod">
        <pc:chgData name="Marco Sanches" userId="301bf0f768bc15fc" providerId="LiveId" clId="{F4238A5F-677D-43C0-B2D3-BFD989BC97CF}" dt="2020-09-03T18:06:47.020" v="2442" actId="1035"/>
        <pc:sldMkLst>
          <pc:docMk/>
          <pc:sldMk cId="2531252765" sldId="521"/>
        </pc:sldMkLst>
        <pc:spChg chg="add mod">
          <ac:chgData name="Marco Sanches" userId="301bf0f768bc15fc" providerId="LiveId" clId="{F4238A5F-677D-43C0-B2D3-BFD989BC97CF}" dt="2020-09-03T18:06:47.020" v="2442" actId="1035"/>
          <ac:spMkLst>
            <pc:docMk/>
            <pc:sldMk cId="2531252765" sldId="521"/>
            <ac:spMk id="2" creationId="{7826F4CA-9FB0-4CFF-B29E-01492502771E}"/>
          </ac:spMkLst>
        </pc:spChg>
        <pc:spChg chg="del">
          <ac:chgData name="Marco Sanches" userId="301bf0f768bc15fc" providerId="LiveId" clId="{F4238A5F-677D-43C0-B2D3-BFD989BC97CF}" dt="2020-09-02T17:34:56.252" v="1116" actId="478"/>
          <ac:spMkLst>
            <pc:docMk/>
            <pc:sldMk cId="2531252765" sldId="521"/>
            <ac:spMk id="3" creationId="{91A237DC-E331-48BB-9AD4-609E26E78FA6}"/>
          </ac:spMkLst>
        </pc:spChg>
        <pc:spChg chg="del">
          <ac:chgData name="Marco Sanches" userId="301bf0f768bc15fc" providerId="LiveId" clId="{F4238A5F-677D-43C0-B2D3-BFD989BC97CF}" dt="2020-09-02T17:34:52.984" v="1115" actId="478"/>
          <ac:spMkLst>
            <pc:docMk/>
            <pc:sldMk cId="2531252765" sldId="521"/>
            <ac:spMk id="6" creationId="{41EF23F3-D8CF-4BE2-9BE9-6782B86086EB}"/>
          </ac:spMkLst>
        </pc:spChg>
      </pc:sldChg>
      <pc:sldChg chg="addSp modSp add mod">
        <pc:chgData name="Marco Sanches" userId="301bf0f768bc15fc" providerId="LiveId" clId="{F4238A5F-677D-43C0-B2D3-BFD989BC97CF}" dt="2020-09-03T18:06:53.632" v="2449" actId="1035"/>
        <pc:sldMkLst>
          <pc:docMk/>
          <pc:sldMk cId="3857802836" sldId="522"/>
        </pc:sldMkLst>
        <pc:spChg chg="mod">
          <ac:chgData name="Marco Sanches" userId="301bf0f768bc15fc" providerId="LiveId" clId="{F4238A5F-677D-43C0-B2D3-BFD989BC97CF}" dt="2020-09-03T18:06:53.632" v="2449" actId="1035"/>
          <ac:spMkLst>
            <pc:docMk/>
            <pc:sldMk cId="3857802836" sldId="522"/>
            <ac:spMk id="2" creationId="{7826F4CA-9FB0-4CFF-B29E-01492502771E}"/>
          </ac:spMkLst>
        </pc:spChg>
        <pc:spChg chg="mod">
          <ac:chgData name="Marco Sanches" userId="301bf0f768bc15fc" providerId="LiveId" clId="{F4238A5F-677D-43C0-B2D3-BFD989BC97CF}" dt="2020-09-02T17:47:17.591" v="1290" actId="255"/>
          <ac:spMkLst>
            <pc:docMk/>
            <pc:sldMk cId="3857802836" sldId="522"/>
            <ac:spMk id="9" creationId="{9A3141E9-9CFA-49A9-B6A8-270A6B8F4EF1}"/>
          </ac:spMkLst>
        </pc:spChg>
        <pc:spChg chg="mod">
          <ac:chgData name="Marco Sanches" userId="301bf0f768bc15fc" providerId="LiveId" clId="{F4238A5F-677D-43C0-B2D3-BFD989BC97CF}" dt="2020-09-02T17:47:17.591" v="1290" actId="255"/>
          <ac:spMkLst>
            <pc:docMk/>
            <pc:sldMk cId="3857802836" sldId="522"/>
            <ac:spMk id="10" creationId="{9B7CE72C-47C2-4D0A-BA9B-A9544A88C01C}"/>
          </ac:spMkLst>
        </pc:spChg>
        <pc:spChg chg="mod">
          <ac:chgData name="Marco Sanches" userId="301bf0f768bc15fc" providerId="LiveId" clId="{F4238A5F-677D-43C0-B2D3-BFD989BC97CF}" dt="2020-09-02T17:47:17.591" v="1290" actId="255"/>
          <ac:spMkLst>
            <pc:docMk/>
            <pc:sldMk cId="3857802836" sldId="522"/>
            <ac:spMk id="11" creationId="{D54E2FB6-E997-4043-84C8-8CD5CF0F53AC}"/>
          </ac:spMkLst>
        </pc:spChg>
        <pc:grpChg chg="add mod">
          <ac:chgData name="Marco Sanches" userId="301bf0f768bc15fc" providerId="LiveId" clId="{F4238A5F-677D-43C0-B2D3-BFD989BC97CF}" dt="2020-09-02T17:47:21.952" v="1291" actId="14100"/>
          <ac:grpSpMkLst>
            <pc:docMk/>
            <pc:sldMk cId="3857802836" sldId="522"/>
            <ac:grpSpMk id="6" creationId="{107405F0-A38E-44EA-9CC1-3E7F79B40000}"/>
          </ac:grpSpMkLst>
        </pc:grpChg>
        <pc:grpChg chg="mod">
          <ac:chgData name="Marco Sanches" userId="301bf0f768bc15fc" providerId="LiveId" clId="{F4238A5F-677D-43C0-B2D3-BFD989BC97CF}" dt="2020-09-02T17:39:26.141" v="1163"/>
          <ac:grpSpMkLst>
            <pc:docMk/>
            <pc:sldMk cId="3857802836" sldId="522"/>
            <ac:grpSpMk id="8" creationId="{59EF22DC-3BDE-4AFD-9350-DD920C4BFF2F}"/>
          </ac:grpSpMkLst>
        </pc:grpChg>
      </pc:sldChg>
      <pc:sldChg chg="addSp delSp modSp add mod">
        <pc:chgData name="Marco Sanches" userId="301bf0f768bc15fc" providerId="LiveId" clId="{F4238A5F-677D-43C0-B2D3-BFD989BC97CF}" dt="2020-09-03T18:06:58.531" v="2451" actId="1036"/>
        <pc:sldMkLst>
          <pc:docMk/>
          <pc:sldMk cId="2950461907" sldId="523"/>
        </pc:sldMkLst>
        <pc:spChg chg="mod">
          <ac:chgData name="Marco Sanches" userId="301bf0f768bc15fc" providerId="LiveId" clId="{F4238A5F-677D-43C0-B2D3-BFD989BC97CF}" dt="2020-09-03T18:06:58.531" v="2451" actId="1036"/>
          <ac:spMkLst>
            <pc:docMk/>
            <pc:sldMk cId="2950461907" sldId="523"/>
            <ac:spMk id="2" creationId="{7826F4CA-9FB0-4CFF-B29E-01492502771E}"/>
          </ac:spMkLst>
        </pc:spChg>
        <pc:spChg chg="mod topLvl">
          <ac:chgData name="Marco Sanches" userId="301bf0f768bc15fc" providerId="LiveId" clId="{F4238A5F-677D-43C0-B2D3-BFD989BC97CF}" dt="2020-09-02T17:47:32.085" v="1293" actId="255"/>
          <ac:spMkLst>
            <pc:docMk/>
            <pc:sldMk cId="2950461907" sldId="523"/>
            <ac:spMk id="9" creationId="{9A3141E9-9CFA-49A9-B6A8-270A6B8F4EF1}"/>
          </ac:spMkLst>
        </pc:spChg>
        <pc:spChg chg="mod">
          <ac:chgData name="Marco Sanches" userId="301bf0f768bc15fc" providerId="LiveId" clId="{F4238A5F-677D-43C0-B2D3-BFD989BC97CF}" dt="2020-09-02T17:47:32.085" v="1293" actId="255"/>
          <ac:spMkLst>
            <pc:docMk/>
            <pc:sldMk cId="2950461907" sldId="523"/>
            <ac:spMk id="10" creationId="{9B7CE72C-47C2-4D0A-BA9B-A9544A88C01C}"/>
          </ac:spMkLst>
        </pc:spChg>
        <pc:spChg chg="mod">
          <ac:chgData name="Marco Sanches" userId="301bf0f768bc15fc" providerId="LiveId" clId="{F4238A5F-677D-43C0-B2D3-BFD989BC97CF}" dt="2020-09-02T17:47:32.085" v="1293" actId="255"/>
          <ac:spMkLst>
            <pc:docMk/>
            <pc:sldMk cId="2950461907" sldId="523"/>
            <ac:spMk id="11" creationId="{D54E2FB6-E997-4043-84C8-8CD5CF0F53AC}"/>
          </ac:spMkLst>
        </pc:spChg>
        <pc:grpChg chg="add mod">
          <ac:chgData name="Marco Sanches" userId="301bf0f768bc15fc" providerId="LiveId" clId="{F4238A5F-677D-43C0-B2D3-BFD989BC97CF}" dt="2020-09-02T17:47:38.024" v="1295" actId="14100"/>
          <ac:grpSpMkLst>
            <pc:docMk/>
            <pc:sldMk cId="2950461907" sldId="523"/>
            <ac:grpSpMk id="3" creationId="{647A9B7B-EEA9-4E53-AC03-AE5C59680179}"/>
          </ac:grpSpMkLst>
        </pc:grpChg>
        <pc:grpChg chg="del mod">
          <ac:chgData name="Marco Sanches" userId="301bf0f768bc15fc" providerId="LiveId" clId="{F4238A5F-677D-43C0-B2D3-BFD989BC97CF}" dt="2020-09-02T17:42:41.362" v="1222" actId="165"/>
          <ac:grpSpMkLst>
            <pc:docMk/>
            <pc:sldMk cId="2950461907" sldId="523"/>
            <ac:grpSpMk id="6" creationId="{107405F0-A38E-44EA-9CC1-3E7F79B40000}"/>
          </ac:grpSpMkLst>
        </pc:grpChg>
        <pc:grpChg chg="mod topLvl">
          <ac:chgData name="Marco Sanches" userId="301bf0f768bc15fc" providerId="LiveId" clId="{F4238A5F-677D-43C0-B2D3-BFD989BC97CF}" dt="2020-09-02T17:43:12.626" v="1229" actId="164"/>
          <ac:grpSpMkLst>
            <pc:docMk/>
            <pc:sldMk cId="2950461907" sldId="523"/>
            <ac:grpSpMk id="8" creationId="{59EF22DC-3BDE-4AFD-9350-DD920C4BFF2F}"/>
          </ac:grpSpMkLst>
        </pc:grpChg>
      </pc:sldChg>
      <pc:sldChg chg="addSp delSp modSp add mod">
        <pc:chgData name="Marco Sanches" userId="301bf0f768bc15fc" providerId="LiveId" clId="{F4238A5F-677D-43C0-B2D3-BFD989BC97CF}" dt="2020-09-02T17:46:46.736" v="1284" actId="1076"/>
        <pc:sldMkLst>
          <pc:docMk/>
          <pc:sldMk cId="3487380883" sldId="524"/>
        </pc:sldMkLst>
        <pc:spChg chg="mod">
          <ac:chgData name="Marco Sanches" userId="301bf0f768bc15fc" providerId="LiveId" clId="{F4238A5F-677D-43C0-B2D3-BFD989BC97CF}" dt="2020-09-02T17:44:35.255" v="1253"/>
          <ac:spMkLst>
            <pc:docMk/>
            <pc:sldMk cId="3487380883" sldId="524"/>
            <ac:spMk id="2" creationId="{7826F4CA-9FB0-4CFF-B29E-01492502771E}"/>
          </ac:spMkLst>
        </pc:spChg>
        <pc:spChg chg="mod">
          <ac:chgData name="Marco Sanches" userId="301bf0f768bc15fc" providerId="LiveId" clId="{F4238A5F-677D-43C0-B2D3-BFD989BC97CF}" dt="2020-09-02T17:45:50.854" v="1270" actId="255"/>
          <ac:spMkLst>
            <pc:docMk/>
            <pc:sldMk cId="3487380883" sldId="524"/>
            <ac:spMk id="9" creationId="{9A3141E9-9CFA-49A9-B6A8-270A6B8F4EF1}"/>
          </ac:spMkLst>
        </pc:spChg>
        <pc:spChg chg="mod">
          <ac:chgData name="Marco Sanches" userId="301bf0f768bc15fc" providerId="LiveId" clId="{F4238A5F-677D-43C0-B2D3-BFD989BC97CF}" dt="2020-09-02T17:44:58.810" v="1258" actId="2711"/>
          <ac:spMkLst>
            <pc:docMk/>
            <pc:sldMk cId="3487380883" sldId="524"/>
            <ac:spMk id="10" creationId="{9B7CE72C-47C2-4D0A-BA9B-A9544A88C01C}"/>
          </ac:spMkLst>
        </pc:spChg>
        <pc:spChg chg="mod">
          <ac:chgData name="Marco Sanches" userId="301bf0f768bc15fc" providerId="LiveId" clId="{F4238A5F-677D-43C0-B2D3-BFD989BC97CF}" dt="2020-09-02T17:45:30.634" v="1264" actId="14100"/>
          <ac:spMkLst>
            <pc:docMk/>
            <pc:sldMk cId="3487380883" sldId="524"/>
            <ac:spMk id="11" creationId="{D54E2FB6-E997-4043-84C8-8CD5CF0F53AC}"/>
          </ac:spMkLst>
        </pc:spChg>
        <pc:spChg chg="mod">
          <ac:chgData name="Marco Sanches" userId="301bf0f768bc15fc" providerId="LiveId" clId="{F4238A5F-677D-43C0-B2D3-BFD989BC97CF}" dt="2020-09-02T17:44:43.088" v="1256" actId="571"/>
          <ac:spMkLst>
            <pc:docMk/>
            <pc:sldMk cId="3487380883" sldId="524"/>
            <ac:spMk id="14" creationId="{544C4D61-28CC-458D-8E3F-30337B8E9B47}"/>
          </ac:spMkLst>
        </pc:spChg>
        <pc:spChg chg="mod">
          <ac:chgData name="Marco Sanches" userId="301bf0f768bc15fc" providerId="LiveId" clId="{F4238A5F-677D-43C0-B2D3-BFD989BC97CF}" dt="2020-09-02T17:44:43.088" v="1256" actId="571"/>
          <ac:spMkLst>
            <pc:docMk/>
            <pc:sldMk cId="3487380883" sldId="524"/>
            <ac:spMk id="15" creationId="{DD5A954D-FE64-4E11-9682-2B8C5D3B0EE5}"/>
          </ac:spMkLst>
        </pc:spChg>
        <pc:spChg chg="mod">
          <ac:chgData name="Marco Sanches" userId="301bf0f768bc15fc" providerId="LiveId" clId="{F4238A5F-677D-43C0-B2D3-BFD989BC97CF}" dt="2020-09-02T17:44:43.088" v="1256" actId="571"/>
          <ac:spMkLst>
            <pc:docMk/>
            <pc:sldMk cId="3487380883" sldId="524"/>
            <ac:spMk id="16" creationId="{495B5AE4-F4EB-4D20-8780-C4410A50228C}"/>
          </ac:spMkLst>
        </pc:spChg>
        <pc:spChg chg="mod">
          <ac:chgData name="Marco Sanches" userId="301bf0f768bc15fc" providerId="LiveId" clId="{F4238A5F-677D-43C0-B2D3-BFD989BC97CF}" dt="2020-09-02T17:46:30.843" v="1280" actId="255"/>
          <ac:spMkLst>
            <pc:docMk/>
            <pc:sldMk cId="3487380883" sldId="524"/>
            <ac:spMk id="19" creationId="{A302B371-3F30-4C1D-9D65-3BB9E9C851F4}"/>
          </ac:spMkLst>
        </pc:spChg>
        <pc:spChg chg="mod">
          <ac:chgData name="Marco Sanches" userId="301bf0f768bc15fc" providerId="LiveId" clId="{F4238A5F-677D-43C0-B2D3-BFD989BC97CF}" dt="2020-09-02T17:46:09.806" v="1276" actId="571"/>
          <ac:spMkLst>
            <pc:docMk/>
            <pc:sldMk cId="3487380883" sldId="524"/>
            <ac:spMk id="20" creationId="{14E42BAB-6B15-4ED1-A6E0-0D56A63A4AD6}"/>
          </ac:spMkLst>
        </pc:spChg>
        <pc:spChg chg="mod">
          <ac:chgData name="Marco Sanches" userId="301bf0f768bc15fc" providerId="LiveId" clId="{F4238A5F-677D-43C0-B2D3-BFD989BC97CF}" dt="2020-09-02T17:46:09.806" v="1276" actId="571"/>
          <ac:spMkLst>
            <pc:docMk/>
            <pc:sldMk cId="3487380883" sldId="524"/>
            <ac:spMk id="21" creationId="{0C93B449-4302-4B8C-832E-A9D5EBBB6623}"/>
          </ac:spMkLst>
        </pc:spChg>
        <pc:grpChg chg="mod">
          <ac:chgData name="Marco Sanches" userId="301bf0f768bc15fc" providerId="LiveId" clId="{F4238A5F-677D-43C0-B2D3-BFD989BC97CF}" dt="2020-09-02T17:46:46.736" v="1284" actId="1076"/>
          <ac:grpSpMkLst>
            <pc:docMk/>
            <pc:sldMk cId="3487380883" sldId="524"/>
            <ac:grpSpMk id="3" creationId="{647A9B7B-EEA9-4E53-AC03-AE5C59680179}"/>
          </ac:grpSpMkLst>
        </pc:grpChg>
        <pc:grpChg chg="add del mod">
          <ac:chgData name="Marco Sanches" userId="301bf0f768bc15fc" providerId="LiveId" clId="{F4238A5F-677D-43C0-B2D3-BFD989BC97CF}" dt="2020-09-02T17:46:05.522" v="1275" actId="478"/>
          <ac:grpSpMkLst>
            <pc:docMk/>
            <pc:sldMk cId="3487380883" sldId="524"/>
            <ac:grpSpMk id="12" creationId="{13846193-088F-44B6-A430-4C39C84E9D4B}"/>
          </ac:grpSpMkLst>
        </pc:grpChg>
        <pc:grpChg chg="mod">
          <ac:chgData name="Marco Sanches" userId="301bf0f768bc15fc" providerId="LiveId" clId="{F4238A5F-677D-43C0-B2D3-BFD989BC97CF}" dt="2020-09-02T17:44:43.088" v="1256" actId="571"/>
          <ac:grpSpMkLst>
            <pc:docMk/>
            <pc:sldMk cId="3487380883" sldId="524"/>
            <ac:grpSpMk id="13" creationId="{1FAD9D11-2A00-4160-9099-7B41C034D35C}"/>
          </ac:grpSpMkLst>
        </pc:grpChg>
        <pc:grpChg chg="add mod">
          <ac:chgData name="Marco Sanches" userId="301bf0f768bc15fc" providerId="LiveId" clId="{F4238A5F-677D-43C0-B2D3-BFD989BC97CF}" dt="2020-09-02T17:46:45.212" v="1283" actId="1076"/>
          <ac:grpSpMkLst>
            <pc:docMk/>
            <pc:sldMk cId="3487380883" sldId="524"/>
            <ac:grpSpMk id="17" creationId="{551AC406-CA7A-4EC2-BBCD-52695486F322}"/>
          </ac:grpSpMkLst>
        </pc:grpChg>
        <pc:grpChg chg="mod">
          <ac:chgData name="Marco Sanches" userId="301bf0f768bc15fc" providerId="LiveId" clId="{F4238A5F-677D-43C0-B2D3-BFD989BC97CF}" dt="2020-09-02T17:46:09.806" v="1276" actId="571"/>
          <ac:grpSpMkLst>
            <pc:docMk/>
            <pc:sldMk cId="3487380883" sldId="524"/>
            <ac:grpSpMk id="18" creationId="{368C7D62-EF34-4F4F-BB71-4991C17D82C1}"/>
          </ac:grpSpMkLst>
        </pc:grpChg>
        <pc:picChg chg="del">
          <ac:chgData name="Marco Sanches" userId="301bf0f768bc15fc" providerId="LiveId" clId="{F4238A5F-677D-43C0-B2D3-BFD989BC97CF}" dt="2020-09-02T17:46:42.025" v="1282" actId="478"/>
          <ac:picMkLst>
            <pc:docMk/>
            <pc:sldMk cId="3487380883" sldId="524"/>
            <ac:picMk id="7" creationId="{8C6CC328-4BD7-4E82-9FE7-E4797F34559F}"/>
          </ac:picMkLst>
        </pc:picChg>
      </pc:sldChg>
      <pc:sldChg chg="modSp add mod ord">
        <pc:chgData name="Marco Sanches" userId="301bf0f768bc15fc" providerId="LiveId" clId="{F4238A5F-677D-43C0-B2D3-BFD989BC97CF}" dt="2020-09-02T17:48:27.903" v="1305" actId="1076"/>
        <pc:sldMkLst>
          <pc:docMk/>
          <pc:sldMk cId="1090889153" sldId="525"/>
        </pc:sldMkLst>
        <pc:spChg chg="mod">
          <ac:chgData name="Marco Sanches" userId="301bf0f768bc15fc" providerId="LiveId" clId="{F4238A5F-677D-43C0-B2D3-BFD989BC97CF}" dt="2020-09-02T17:48:06.048" v="1301" actId="1076"/>
          <ac:spMkLst>
            <pc:docMk/>
            <pc:sldMk cId="1090889153" sldId="525"/>
            <ac:spMk id="2" creationId="{7826F4CA-9FB0-4CFF-B29E-01492502771E}"/>
          </ac:spMkLst>
        </pc:spChg>
        <pc:spChg chg="mod">
          <ac:chgData name="Marco Sanches" userId="301bf0f768bc15fc" providerId="LiveId" clId="{F4238A5F-677D-43C0-B2D3-BFD989BC97CF}" dt="2020-09-02T17:48:23.702" v="1304" actId="255"/>
          <ac:spMkLst>
            <pc:docMk/>
            <pc:sldMk cId="1090889153" sldId="525"/>
            <ac:spMk id="9" creationId="{9A3141E9-9CFA-49A9-B6A8-270A6B8F4EF1}"/>
          </ac:spMkLst>
        </pc:spChg>
        <pc:grpChg chg="mod">
          <ac:chgData name="Marco Sanches" userId="301bf0f768bc15fc" providerId="LiveId" clId="{F4238A5F-677D-43C0-B2D3-BFD989BC97CF}" dt="2020-09-02T17:48:27.903" v="1305" actId="1076"/>
          <ac:grpSpMkLst>
            <pc:docMk/>
            <pc:sldMk cId="1090889153" sldId="525"/>
            <ac:grpSpMk id="3" creationId="{647A9B7B-EEA9-4E53-AC03-AE5C59680179}"/>
          </ac:grpSpMkLst>
        </pc:grpChg>
      </pc:sldChg>
      <pc:sldChg chg="addSp delSp modSp add mod">
        <pc:chgData name="Marco Sanches" userId="301bf0f768bc15fc" providerId="LiveId" clId="{F4238A5F-677D-43C0-B2D3-BFD989BC97CF}" dt="2020-09-02T17:51:39.203" v="1336" actId="478"/>
        <pc:sldMkLst>
          <pc:docMk/>
          <pc:sldMk cId="2431903536" sldId="526"/>
        </pc:sldMkLst>
        <pc:spChg chg="del">
          <ac:chgData name="Marco Sanches" userId="301bf0f768bc15fc" providerId="LiveId" clId="{F4238A5F-677D-43C0-B2D3-BFD989BC97CF}" dt="2020-09-02T17:48:57.230" v="1308" actId="478"/>
          <ac:spMkLst>
            <pc:docMk/>
            <pc:sldMk cId="2431903536" sldId="526"/>
            <ac:spMk id="2" creationId="{7826F4CA-9FB0-4CFF-B29E-01492502771E}"/>
          </ac:spMkLst>
        </pc:spChg>
        <pc:spChg chg="add del mod">
          <ac:chgData name="Marco Sanches" userId="301bf0f768bc15fc" providerId="LiveId" clId="{F4238A5F-677D-43C0-B2D3-BFD989BC97CF}" dt="2020-09-02T17:51:39.203" v="1336" actId="478"/>
          <ac:spMkLst>
            <pc:docMk/>
            <pc:sldMk cId="2431903536" sldId="526"/>
            <ac:spMk id="4" creationId="{87518C3C-8AFA-40C4-AA5C-AF2CCF15FEE0}"/>
          </ac:spMkLst>
        </pc:spChg>
        <pc:spChg chg="mod">
          <ac:chgData name="Marco Sanches" userId="301bf0f768bc15fc" providerId="LiveId" clId="{F4238A5F-677D-43C0-B2D3-BFD989BC97CF}" dt="2020-09-02T17:49:08.155" v="1311" actId="255"/>
          <ac:spMkLst>
            <pc:docMk/>
            <pc:sldMk cId="2431903536" sldId="526"/>
            <ac:spMk id="9" creationId="{9A3141E9-9CFA-49A9-B6A8-270A6B8F4EF1}"/>
          </ac:spMkLst>
        </pc:spChg>
        <pc:spChg chg="mod">
          <ac:chgData name="Marco Sanches" userId="301bf0f768bc15fc" providerId="LiveId" clId="{F4238A5F-677D-43C0-B2D3-BFD989BC97CF}" dt="2020-09-02T17:49:25.228" v="1314" actId="14100"/>
          <ac:spMkLst>
            <pc:docMk/>
            <pc:sldMk cId="2431903536" sldId="526"/>
            <ac:spMk id="10" creationId="{9B7CE72C-47C2-4D0A-BA9B-A9544A88C01C}"/>
          </ac:spMkLst>
        </pc:spChg>
        <pc:spChg chg="mod">
          <ac:chgData name="Marco Sanches" userId="301bf0f768bc15fc" providerId="LiveId" clId="{F4238A5F-677D-43C0-B2D3-BFD989BC97CF}" dt="2020-09-02T17:49:19.560" v="1313" actId="14100"/>
          <ac:spMkLst>
            <pc:docMk/>
            <pc:sldMk cId="2431903536" sldId="526"/>
            <ac:spMk id="11" creationId="{D54E2FB6-E997-4043-84C8-8CD5CF0F53AC}"/>
          </ac:spMkLst>
        </pc:spChg>
        <pc:grpChg chg="mod">
          <ac:chgData name="Marco Sanches" userId="301bf0f768bc15fc" providerId="LiveId" clId="{F4238A5F-677D-43C0-B2D3-BFD989BC97CF}" dt="2020-09-02T17:51:03.698" v="1329" actId="14100"/>
          <ac:grpSpMkLst>
            <pc:docMk/>
            <pc:sldMk cId="2431903536" sldId="526"/>
            <ac:grpSpMk id="3" creationId="{647A9B7B-EEA9-4E53-AC03-AE5C59680179}"/>
          </ac:grpSpMkLst>
        </pc:grpChg>
      </pc:sldChg>
      <pc:sldChg chg="addSp delSp modSp add mod">
        <pc:chgData name="Marco Sanches" userId="301bf0f768bc15fc" providerId="LiveId" clId="{F4238A5F-677D-43C0-B2D3-BFD989BC97CF}" dt="2020-09-04T11:00:46.286" v="2912" actId="14100"/>
        <pc:sldMkLst>
          <pc:docMk/>
          <pc:sldMk cId="835318721" sldId="527"/>
        </pc:sldMkLst>
        <pc:spChg chg="del">
          <ac:chgData name="Marco Sanches" userId="301bf0f768bc15fc" providerId="LiveId" clId="{F4238A5F-677D-43C0-B2D3-BFD989BC97CF}" dt="2020-09-02T17:51:56.972" v="1350" actId="478"/>
          <ac:spMkLst>
            <pc:docMk/>
            <pc:sldMk cId="835318721" sldId="527"/>
            <ac:spMk id="4" creationId="{87518C3C-8AFA-40C4-AA5C-AF2CCF15FEE0}"/>
          </ac:spMkLst>
        </pc:spChg>
        <pc:spChg chg="mod">
          <ac:chgData name="Marco Sanches" userId="301bf0f768bc15fc" providerId="LiveId" clId="{F4238A5F-677D-43C0-B2D3-BFD989BC97CF}" dt="2020-09-02T18:41:41.784" v="2014" actId="20577"/>
          <ac:spMkLst>
            <pc:docMk/>
            <pc:sldMk cId="835318721" sldId="527"/>
            <ac:spMk id="5" creationId="{B4658E21-3D00-48CD-A16B-1487800E3A10}"/>
          </ac:spMkLst>
        </pc:spChg>
        <pc:grpChg chg="del">
          <ac:chgData name="Marco Sanches" userId="301bf0f768bc15fc" providerId="LiveId" clId="{F4238A5F-677D-43C0-B2D3-BFD989BC97CF}" dt="2020-09-02T17:51:55.736" v="1349" actId="478"/>
          <ac:grpSpMkLst>
            <pc:docMk/>
            <pc:sldMk cId="835318721" sldId="527"/>
            <ac:grpSpMk id="3" creationId="{647A9B7B-EEA9-4E53-AC03-AE5C59680179}"/>
          </ac:grpSpMkLst>
        </pc:grpChg>
        <pc:graphicFrameChg chg="add del mod modGraphic">
          <ac:chgData name="Marco Sanches" userId="301bf0f768bc15fc" providerId="LiveId" clId="{F4238A5F-677D-43C0-B2D3-BFD989BC97CF}" dt="2020-09-02T18:38:33.651" v="1975" actId="478"/>
          <ac:graphicFrameMkLst>
            <pc:docMk/>
            <pc:sldMk cId="835318721" sldId="527"/>
            <ac:graphicFrameMk id="2" creationId="{5B7BA0DE-0B47-4E89-959F-029434785E33}"/>
          </ac:graphicFrameMkLst>
        </pc:graphicFrameChg>
        <pc:graphicFrameChg chg="add mod modGraphic">
          <ac:chgData name="Marco Sanches" userId="301bf0f768bc15fc" providerId="LiveId" clId="{F4238A5F-677D-43C0-B2D3-BFD989BC97CF}" dt="2020-09-04T11:00:46.286" v="2912" actId="14100"/>
          <ac:graphicFrameMkLst>
            <pc:docMk/>
            <pc:sldMk cId="835318721" sldId="527"/>
            <ac:graphicFrameMk id="6" creationId="{DE10F732-4215-4D23-827D-F23D8F40E975}"/>
          </ac:graphicFrameMkLst>
        </pc:graphicFrameChg>
      </pc:sldChg>
      <pc:sldChg chg="addSp delSp modSp add mod ord">
        <pc:chgData name="Marco Sanches" userId="301bf0f768bc15fc" providerId="LiveId" clId="{F4238A5F-677D-43C0-B2D3-BFD989BC97CF}" dt="2020-09-04T14:28:43.506" v="2973" actId="1076"/>
        <pc:sldMkLst>
          <pc:docMk/>
          <pc:sldMk cId="694713730" sldId="528"/>
        </pc:sldMkLst>
        <pc:spChg chg="mod">
          <ac:chgData name="Marco Sanches" userId="301bf0f768bc15fc" providerId="LiveId" clId="{F4238A5F-677D-43C0-B2D3-BFD989BC97CF}" dt="2020-09-02T17:52:59.539" v="1388" actId="20577"/>
          <ac:spMkLst>
            <pc:docMk/>
            <pc:sldMk cId="694713730" sldId="528"/>
            <ac:spMk id="5" creationId="{B4658E21-3D00-48CD-A16B-1487800E3A10}"/>
          </ac:spMkLst>
        </pc:spChg>
        <pc:spChg chg="add mod">
          <ac:chgData name="Marco Sanches" userId="301bf0f768bc15fc" providerId="LiveId" clId="{F4238A5F-677D-43C0-B2D3-BFD989BC97CF}" dt="2020-09-02T18:48:17.167" v="2127" actId="123"/>
          <ac:spMkLst>
            <pc:docMk/>
            <pc:sldMk cId="694713730" sldId="528"/>
            <ac:spMk id="10" creationId="{47E2CA4A-EA87-4A44-B501-3DE27CE1C296}"/>
          </ac:spMkLst>
        </pc:spChg>
        <pc:graphicFrameChg chg="del">
          <ac:chgData name="Marco Sanches" userId="301bf0f768bc15fc" providerId="LiveId" clId="{F4238A5F-677D-43C0-B2D3-BFD989BC97CF}" dt="2020-09-02T17:53:01.843" v="1389" actId="478"/>
          <ac:graphicFrameMkLst>
            <pc:docMk/>
            <pc:sldMk cId="694713730" sldId="528"/>
            <ac:graphicFrameMk id="2" creationId="{5B7BA0DE-0B47-4E89-959F-029434785E33}"/>
          </ac:graphicFrameMkLst>
        </pc:graphicFrameChg>
        <pc:graphicFrameChg chg="add mod modGraphic">
          <ac:chgData name="Marco Sanches" userId="301bf0f768bc15fc" providerId="LiveId" clId="{F4238A5F-677D-43C0-B2D3-BFD989BC97CF}" dt="2020-09-02T17:55:09.677" v="1417" actId="14100"/>
          <ac:graphicFrameMkLst>
            <pc:docMk/>
            <pc:sldMk cId="694713730" sldId="528"/>
            <ac:graphicFrameMk id="3" creationId="{2DE6D3B9-8F87-4885-8DFC-DA3E35B97406}"/>
          </ac:graphicFrameMkLst>
        </pc:graphicFrameChg>
        <pc:graphicFrameChg chg="add mod modGraphic">
          <ac:chgData name="Marco Sanches" userId="301bf0f768bc15fc" providerId="LiveId" clId="{F4238A5F-677D-43C0-B2D3-BFD989BC97CF}" dt="2020-09-04T14:28:43.506" v="2973" actId="1076"/>
          <ac:graphicFrameMkLst>
            <pc:docMk/>
            <pc:sldMk cId="694713730" sldId="528"/>
            <ac:graphicFrameMk id="4" creationId="{CFDD7F7A-5240-4CAC-A40E-DADFB7093977}"/>
          </ac:graphicFrameMkLst>
        </pc:graphicFrameChg>
      </pc:sldChg>
      <pc:sldChg chg="addSp delSp modSp new mod modClrScheme chgLayout">
        <pc:chgData name="Marco Sanches" userId="301bf0f768bc15fc" providerId="LiveId" clId="{F4238A5F-677D-43C0-B2D3-BFD989BC97CF}" dt="2020-09-02T18:45:57.676" v="2105" actId="14100"/>
        <pc:sldMkLst>
          <pc:docMk/>
          <pc:sldMk cId="3486595751" sldId="529"/>
        </pc:sldMkLst>
        <pc:spChg chg="del">
          <ac:chgData name="Marco Sanches" userId="301bf0f768bc15fc" providerId="LiveId" clId="{F4238A5F-677D-43C0-B2D3-BFD989BC97CF}" dt="2020-09-02T17:58:22.234" v="1419" actId="478"/>
          <ac:spMkLst>
            <pc:docMk/>
            <pc:sldMk cId="3486595751" sldId="529"/>
            <ac:spMk id="2" creationId="{703F64F1-DE67-403E-9C8F-6241B8391AE8}"/>
          </ac:spMkLst>
        </pc:spChg>
        <pc:spChg chg="del">
          <ac:chgData name="Marco Sanches" userId="301bf0f768bc15fc" providerId="LiveId" clId="{F4238A5F-677D-43C0-B2D3-BFD989BC97CF}" dt="2020-09-02T17:58:25.651" v="1421" actId="478"/>
          <ac:spMkLst>
            <pc:docMk/>
            <pc:sldMk cId="3486595751" sldId="529"/>
            <ac:spMk id="3" creationId="{5B5522BF-4A88-400B-BE57-79C5FC04C1FB}"/>
          </ac:spMkLst>
        </pc:spChg>
        <pc:spChg chg="add mod ord">
          <ac:chgData name="Marco Sanches" userId="301bf0f768bc15fc" providerId="LiveId" clId="{F4238A5F-677D-43C0-B2D3-BFD989BC97CF}" dt="2020-09-02T17:58:36.143" v="1423" actId="26606"/>
          <ac:spMkLst>
            <pc:docMk/>
            <pc:sldMk cId="3486595751" sldId="529"/>
            <ac:spMk id="4" creationId="{9795DD19-0BC1-49A0-BF10-5FBA84C27CFC}"/>
          </ac:spMkLst>
        </pc:spChg>
        <pc:spChg chg="add del mod">
          <ac:chgData name="Marco Sanches" userId="301bf0f768bc15fc" providerId="LiveId" clId="{F4238A5F-677D-43C0-B2D3-BFD989BC97CF}" dt="2020-09-02T18:45:51.927" v="2103" actId="478"/>
          <ac:spMkLst>
            <pc:docMk/>
            <pc:sldMk cId="3486595751" sldId="529"/>
            <ac:spMk id="8" creationId="{7F4E7C83-7D19-491F-8D69-501DAB1EF981}"/>
          </ac:spMkLst>
        </pc:spChg>
        <pc:spChg chg="add del mod">
          <ac:chgData name="Marco Sanches" userId="301bf0f768bc15fc" providerId="LiveId" clId="{F4238A5F-677D-43C0-B2D3-BFD989BC97CF}" dt="2020-09-02T18:45:48.093" v="2102" actId="478"/>
          <ac:spMkLst>
            <pc:docMk/>
            <pc:sldMk cId="3486595751" sldId="529"/>
            <ac:spMk id="11" creationId="{E2470FC8-3663-49AB-961A-2B1CDA23EAFE}"/>
          </ac:spMkLst>
        </pc:spChg>
        <pc:spChg chg="add del mod">
          <ac:chgData name="Marco Sanches" userId="301bf0f768bc15fc" providerId="LiveId" clId="{F4238A5F-677D-43C0-B2D3-BFD989BC97CF}" dt="2020-09-02T17:58:44.176" v="1432" actId="478"/>
          <ac:spMkLst>
            <pc:docMk/>
            <pc:sldMk cId="3486595751" sldId="529"/>
            <ac:spMk id="13" creationId="{93B25983-CC98-47F3-9BBA-0A00D6271ADA}"/>
          </ac:spMkLst>
        </pc:spChg>
        <pc:spChg chg="add del mod">
          <ac:chgData name="Marco Sanches" userId="301bf0f768bc15fc" providerId="LiveId" clId="{F4238A5F-677D-43C0-B2D3-BFD989BC97CF}" dt="2020-09-02T17:58:45.868" v="1433" actId="478"/>
          <ac:spMkLst>
            <pc:docMk/>
            <pc:sldMk cId="3486595751" sldId="529"/>
            <ac:spMk id="15" creationId="{C9F98121-DF0D-45F6-8A97-2ADA6A54EF75}"/>
          </ac:spMkLst>
        </pc:spChg>
        <pc:picChg chg="add mod">
          <ac:chgData name="Marco Sanches" userId="301bf0f768bc15fc" providerId="LiveId" clId="{F4238A5F-677D-43C0-B2D3-BFD989BC97CF}" dt="2020-09-02T17:58:36.143" v="1423" actId="26606"/>
          <ac:picMkLst>
            <pc:docMk/>
            <pc:sldMk cId="3486595751" sldId="529"/>
            <ac:picMk id="6" creationId="{57DC6148-A16E-4242-AFD4-3DA4C0A95E0B}"/>
          </ac:picMkLst>
        </pc:picChg>
        <pc:picChg chg="add mod">
          <ac:chgData name="Marco Sanches" userId="301bf0f768bc15fc" providerId="LiveId" clId="{F4238A5F-677D-43C0-B2D3-BFD989BC97CF}" dt="2020-09-02T18:45:57.676" v="2105" actId="14100"/>
          <ac:picMkLst>
            <pc:docMk/>
            <pc:sldMk cId="3486595751" sldId="529"/>
            <ac:picMk id="7170" creationId="{F6E5D5F2-2070-4351-8CB8-DADB45FF95E5}"/>
          </ac:picMkLst>
        </pc:picChg>
      </pc:sldChg>
      <pc:sldChg chg="add del">
        <pc:chgData name="Marco Sanches" userId="301bf0f768bc15fc" providerId="LiveId" clId="{F4238A5F-677D-43C0-B2D3-BFD989BC97CF}" dt="2020-09-02T18:16:50.629" v="1698" actId="2890"/>
        <pc:sldMkLst>
          <pc:docMk/>
          <pc:sldMk cId="2311655647" sldId="530"/>
        </pc:sldMkLst>
      </pc:sldChg>
      <pc:sldChg chg="addSp delSp modSp add mod ord">
        <pc:chgData name="Marco Sanches" userId="301bf0f768bc15fc" providerId="LiveId" clId="{F4238A5F-677D-43C0-B2D3-BFD989BC97CF}" dt="2020-09-02T18:45:18.462" v="2099" actId="1076"/>
        <pc:sldMkLst>
          <pc:docMk/>
          <pc:sldMk cId="3604966207" sldId="530"/>
        </pc:sldMkLst>
        <pc:spChg chg="add del mod">
          <ac:chgData name="Marco Sanches" userId="301bf0f768bc15fc" providerId="LiveId" clId="{F4238A5F-677D-43C0-B2D3-BFD989BC97CF}" dt="2020-09-02T18:34:29.686" v="1968" actId="478"/>
          <ac:spMkLst>
            <pc:docMk/>
            <pc:sldMk cId="3604966207" sldId="530"/>
            <ac:spMk id="3" creationId="{A9577EF5-BDA6-48A8-A5F7-C0ABB5A49830}"/>
          </ac:spMkLst>
        </pc:spChg>
        <pc:spChg chg="del">
          <ac:chgData name="Marco Sanches" userId="301bf0f768bc15fc" providerId="LiveId" clId="{F4238A5F-677D-43C0-B2D3-BFD989BC97CF}" dt="2020-09-02T18:34:14.148" v="1965" actId="478"/>
          <ac:spMkLst>
            <pc:docMk/>
            <pc:sldMk cId="3604966207" sldId="530"/>
            <ac:spMk id="4" creationId="{9795DD19-0BC1-49A0-BF10-5FBA84C27CFC}"/>
          </ac:spMkLst>
        </pc:spChg>
        <pc:spChg chg="add del mod">
          <ac:chgData name="Marco Sanches" userId="301bf0f768bc15fc" providerId="LiveId" clId="{F4238A5F-677D-43C0-B2D3-BFD989BC97CF}" dt="2020-09-02T18:34:22.517" v="1967" actId="478"/>
          <ac:spMkLst>
            <pc:docMk/>
            <pc:sldMk cId="3604966207" sldId="530"/>
            <ac:spMk id="7" creationId="{860BF54D-998F-474B-A274-10BAB591B126}"/>
          </ac:spMkLst>
        </pc:spChg>
        <pc:spChg chg="add mod">
          <ac:chgData name="Marco Sanches" userId="301bf0f768bc15fc" providerId="LiveId" clId="{F4238A5F-677D-43C0-B2D3-BFD989BC97CF}" dt="2020-09-02T18:34:30.022" v="1969"/>
          <ac:spMkLst>
            <pc:docMk/>
            <pc:sldMk cId="3604966207" sldId="530"/>
            <ac:spMk id="9" creationId="{A453F6B8-B3AB-42E3-82EC-26F05CC4C531}"/>
          </ac:spMkLst>
        </pc:spChg>
        <pc:spChg chg="del mod">
          <ac:chgData name="Marco Sanches" userId="301bf0f768bc15fc" providerId="LiveId" clId="{F4238A5F-677D-43C0-B2D3-BFD989BC97CF}" dt="2020-09-02T18:34:20.405" v="1966" actId="478"/>
          <ac:spMkLst>
            <pc:docMk/>
            <pc:sldMk cId="3604966207" sldId="530"/>
            <ac:spMk id="11" creationId="{E2470FC8-3663-49AB-961A-2B1CDA23EAFE}"/>
          </ac:spMkLst>
        </pc:spChg>
        <pc:picChg chg="add del">
          <ac:chgData name="Marco Sanches" userId="301bf0f768bc15fc" providerId="LiveId" clId="{F4238A5F-677D-43C0-B2D3-BFD989BC97CF}" dt="2020-09-02T18:34:42.717" v="1971" actId="478"/>
          <ac:picMkLst>
            <pc:docMk/>
            <pc:sldMk cId="3604966207" sldId="530"/>
            <ac:picMk id="8" creationId="{3D4B553E-76D6-4094-B569-ADBD3D3193F4}"/>
          </ac:picMkLst>
        </pc:picChg>
        <pc:picChg chg="add mod">
          <ac:chgData name="Marco Sanches" userId="301bf0f768bc15fc" providerId="LiveId" clId="{F4238A5F-677D-43C0-B2D3-BFD989BC97CF}" dt="2020-09-02T18:45:18.462" v="2099" actId="1076"/>
          <ac:picMkLst>
            <pc:docMk/>
            <pc:sldMk cId="3604966207" sldId="530"/>
            <ac:picMk id="1026" creationId="{6BEB5B6C-99BA-405C-A4D6-6C3F3160B2C2}"/>
          </ac:picMkLst>
        </pc:picChg>
      </pc:sldChg>
      <pc:sldChg chg="addSp delSp modSp add mod ord">
        <pc:chgData name="Marco Sanches" userId="301bf0f768bc15fc" providerId="LiveId" clId="{F4238A5F-677D-43C0-B2D3-BFD989BC97CF}" dt="2020-09-04T11:02:53.500" v="2917"/>
        <pc:sldMkLst>
          <pc:docMk/>
          <pc:sldMk cId="2130317562" sldId="531"/>
        </pc:sldMkLst>
        <pc:spChg chg="add mod">
          <ac:chgData name="Marco Sanches" userId="301bf0f768bc15fc" providerId="LiveId" clId="{F4238A5F-677D-43C0-B2D3-BFD989BC97CF}" dt="2020-09-02T18:48:12.981" v="2126" actId="14100"/>
          <ac:spMkLst>
            <pc:docMk/>
            <pc:sldMk cId="2130317562" sldId="531"/>
            <ac:spMk id="3" creationId="{E3BF84F4-B44C-46B6-8834-7B0EFB062254}"/>
          </ac:spMkLst>
        </pc:spChg>
        <pc:spChg chg="del">
          <ac:chgData name="Marco Sanches" userId="301bf0f768bc15fc" providerId="LiveId" clId="{F4238A5F-677D-43C0-B2D3-BFD989BC97CF}" dt="2020-09-04T11:02:45.712" v="2913" actId="478"/>
          <ac:spMkLst>
            <pc:docMk/>
            <pc:sldMk cId="2130317562" sldId="531"/>
            <ac:spMk id="5" creationId="{B4658E21-3D00-48CD-A16B-1487800E3A10}"/>
          </ac:spMkLst>
        </pc:spChg>
        <pc:spChg chg="add del mod">
          <ac:chgData name="Marco Sanches" userId="301bf0f768bc15fc" providerId="LiveId" clId="{F4238A5F-677D-43C0-B2D3-BFD989BC97CF}" dt="2020-09-04T11:02:49.618" v="2915" actId="478"/>
          <ac:spMkLst>
            <pc:docMk/>
            <pc:sldMk cId="2130317562" sldId="531"/>
            <ac:spMk id="6" creationId="{F50779E0-76DA-43D6-8344-B40E52E99671}"/>
          </ac:spMkLst>
        </pc:spChg>
        <pc:spChg chg="add del mod">
          <ac:chgData name="Marco Sanches" userId="301bf0f768bc15fc" providerId="LiveId" clId="{F4238A5F-677D-43C0-B2D3-BFD989BC97CF}" dt="2020-09-04T11:02:52.766" v="2916" actId="478"/>
          <ac:spMkLst>
            <pc:docMk/>
            <pc:sldMk cId="2130317562" sldId="531"/>
            <ac:spMk id="8" creationId="{6351C1BB-03C5-4765-AA0D-D86535EEE551}"/>
          </ac:spMkLst>
        </pc:spChg>
        <pc:spChg chg="add mod">
          <ac:chgData name="Marco Sanches" userId="301bf0f768bc15fc" providerId="LiveId" clId="{F4238A5F-677D-43C0-B2D3-BFD989BC97CF}" dt="2020-09-04T11:02:53.500" v="2917"/>
          <ac:spMkLst>
            <pc:docMk/>
            <pc:sldMk cId="2130317562" sldId="531"/>
            <ac:spMk id="9" creationId="{6108DC07-6FEA-439F-AB19-64A42B5C396B}"/>
          </ac:spMkLst>
        </pc:spChg>
      </pc:sldChg>
      <pc:sldChg chg="addSp delSp modSp add mod">
        <pc:chgData name="Marco Sanches" userId="301bf0f768bc15fc" providerId="LiveId" clId="{F4238A5F-677D-43C0-B2D3-BFD989BC97CF}" dt="2020-09-02T18:55:20.361" v="2164" actId="14100"/>
        <pc:sldMkLst>
          <pc:docMk/>
          <pc:sldMk cId="2366753901" sldId="532"/>
        </pc:sldMkLst>
        <pc:spChg chg="mod">
          <ac:chgData name="Marco Sanches" userId="301bf0f768bc15fc" providerId="LiveId" clId="{F4238A5F-677D-43C0-B2D3-BFD989BC97CF}" dt="2020-09-02T18:41:46.329" v="2017" actId="20577"/>
          <ac:spMkLst>
            <pc:docMk/>
            <pc:sldMk cId="2366753901" sldId="532"/>
            <ac:spMk id="5" creationId="{B4658E21-3D00-48CD-A16B-1487800E3A10}"/>
          </ac:spMkLst>
        </pc:spChg>
        <pc:graphicFrameChg chg="del">
          <ac:chgData name="Marco Sanches" userId="301bf0f768bc15fc" providerId="LiveId" clId="{F4238A5F-677D-43C0-B2D3-BFD989BC97CF}" dt="2020-09-02T18:39:03.343" v="1980" actId="478"/>
          <ac:graphicFrameMkLst>
            <pc:docMk/>
            <pc:sldMk cId="2366753901" sldId="532"/>
            <ac:graphicFrameMk id="6" creationId="{DE10F732-4215-4D23-827D-F23D8F40E975}"/>
          </ac:graphicFrameMkLst>
        </pc:graphicFrameChg>
        <pc:picChg chg="add del">
          <ac:chgData name="Marco Sanches" userId="301bf0f768bc15fc" providerId="LiveId" clId="{F4238A5F-677D-43C0-B2D3-BFD989BC97CF}" dt="2020-09-02T18:39:34.759" v="1982" actId="478"/>
          <ac:picMkLst>
            <pc:docMk/>
            <pc:sldMk cId="2366753901" sldId="532"/>
            <ac:picMk id="2" creationId="{269A79C5-C594-4240-B038-2A017C899A4A}"/>
          </ac:picMkLst>
        </pc:picChg>
        <pc:picChg chg="add del mod">
          <ac:chgData name="Marco Sanches" userId="301bf0f768bc15fc" providerId="LiveId" clId="{F4238A5F-677D-43C0-B2D3-BFD989BC97CF}" dt="2020-09-02T18:55:20.361" v="2164" actId="14100"/>
          <ac:picMkLst>
            <pc:docMk/>
            <pc:sldMk cId="2366753901" sldId="532"/>
            <ac:picMk id="3" creationId="{4411F7FA-E1FE-4C2A-9C9E-3956BE6C63FD}"/>
          </ac:picMkLst>
        </pc:picChg>
        <pc:picChg chg="add del mod">
          <ac:chgData name="Marco Sanches" userId="301bf0f768bc15fc" providerId="LiveId" clId="{F4238A5F-677D-43C0-B2D3-BFD989BC97CF}" dt="2020-09-02T18:55:12.784" v="2162"/>
          <ac:picMkLst>
            <pc:docMk/>
            <pc:sldMk cId="2366753901" sldId="532"/>
            <ac:picMk id="4" creationId="{327308A1-CC1C-4B3C-981F-101502C1297F}"/>
          </ac:picMkLst>
        </pc:picChg>
        <pc:picChg chg="add del ord">
          <ac:chgData name="Marco Sanches" userId="301bf0f768bc15fc" providerId="LiveId" clId="{F4238A5F-677D-43C0-B2D3-BFD989BC97CF}" dt="2020-09-02T18:55:12.374" v="2161" actId="166"/>
          <ac:picMkLst>
            <pc:docMk/>
            <pc:sldMk cId="2366753901" sldId="532"/>
            <ac:picMk id="7" creationId="{8C6CC328-4BD7-4E82-9FE7-E4797F34559F}"/>
          </ac:picMkLst>
        </pc:picChg>
      </pc:sldChg>
      <pc:sldChg chg="addSp delSp modSp add mod">
        <pc:chgData name="Marco Sanches" userId="301bf0f768bc15fc" providerId="LiveId" clId="{F4238A5F-677D-43C0-B2D3-BFD989BC97CF}" dt="2020-09-02T18:55:10.603" v="2157" actId="478"/>
        <pc:sldMkLst>
          <pc:docMk/>
          <pc:sldMk cId="1534702618" sldId="533"/>
        </pc:sldMkLst>
        <pc:spChg chg="mod">
          <ac:chgData name="Marco Sanches" userId="301bf0f768bc15fc" providerId="LiveId" clId="{F4238A5F-677D-43C0-B2D3-BFD989BC97CF}" dt="2020-09-02T18:41:52.684" v="2021" actId="20577"/>
          <ac:spMkLst>
            <pc:docMk/>
            <pc:sldMk cId="1534702618" sldId="533"/>
            <ac:spMk id="5" creationId="{B4658E21-3D00-48CD-A16B-1487800E3A10}"/>
          </ac:spMkLst>
        </pc:spChg>
        <pc:picChg chg="add del mod">
          <ac:chgData name="Marco Sanches" userId="301bf0f768bc15fc" providerId="LiveId" clId="{F4238A5F-677D-43C0-B2D3-BFD989BC97CF}" dt="2020-09-02T18:55:10.603" v="2157" actId="478"/>
          <ac:picMkLst>
            <pc:docMk/>
            <pc:sldMk cId="1534702618" sldId="533"/>
            <ac:picMk id="2" creationId="{509EE16A-6519-494C-9399-319E97BCFF65}"/>
          </ac:picMkLst>
        </pc:picChg>
        <pc:picChg chg="del">
          <ac:chgData name="Marco Sanches" userId="301bf0f768bc15fc" providerId="LiveId" clId="{F4238A5F-677D-43C0-B2D3-BFD989BC97CF}" dt="2020-09-02T18:39:50.572" v="1988" actId="478"/>
          <ac:picMkLst>
            <pc:docMk/>
            <pc:sldMk cId="1534702618" sldId="533"/>
            <ac:picMk id="3" creationId="{4411F7FA-E1FE-4C2A-9C9E-3956BE6C63FD}"/>
          </ac:picMkLst>
        </pc:picChg>
        <pc:picChg chg="add del mod">
          <ac:chgData name="Marco Sanches" userId="301bf0f768bc15fc" providerId="LiveId" clId="{F4238A5F-677D-43C0-B2D3-BFD989BC97CF}" dt="2020-09-02T18:55:10.131" v="2156"/>
          <ac:picMkLst>
            <pc:docMk/>
            <pc:sldMk cId="1534702618" sldId="533"/>
            <ac:picMk id="4" creationId="{6E2BD4C7-3875-4E1E-8A24-9C0C13C58E78}"/>
          </ac:picMkLst>
        </pc:picChg>
        <pc:picChg chg="add del">
          <ac:chgData name="Marco Sanches" userId="301bf0f768bc15fc" providerId="LiveId" clId="{F4238A5F-677D-43C0-B2D3-BFD989BC97CF}" dt="2020-09-02T18:55:08.113" v="2152" actId="478"/>
          <ac:picMkLst>
            <pc:docMk/>
            <pc:sldMk cId="1534702618" sldId="533"/>
            <ac:picMk id="7" creationId="{8C6CC328-4BD7-4E82-9FE7-E4797F34559F}"/>
          </ac:picMkLst>
        </pc:picChg>
      </pc:sldChg>
      <pc:sldChg chg="addSp delSp modSp add mod">
        <pc:chgData name="Marco Sanches" userId="301bf0f768bc15fc" providerId="LiveId" clId="{F4238A5F-677D-43C0-B2D3-BFD989BC97CF}" dt="2020-09-02T18:54:02.102" v="2151" actId="478"/>
        <pc:sldMkLst>
          <pc:docMk/>
          <pc:sldMk cId="2272900617" sldId="534"/>
        </pc:sldMkLst>
        <pc:spChg chg="mod">
          <ac:chgData name="Marco Sanches" userId="301bf0f768bc15fc" providerId="LiveId" clId="{F4238A5F-677D-43C0-B2D3-BFD989BC97CF}" dt="2020-09-02T18:41:56.414" v="2024" actId="20577"/>
          <ac:spMkLst>
            <pc:docMk/>
            <pc:sldMk cId="2272900617" sldId="534"/>
            <ac:spMk id="5" creationId="{B4658E21-3D00-48CD-A16B-1487800E3A10}"/>
          </ac:spMkLst>
        </pc:spChg>
        <pc:picChg chg="del">
          <ac:chgData name="Marco Sanches" userId="301bf0f768bc15fc" providerId="LiveId" clId="{F4238A5F-677D-43C0-B2D3-BFD989BC97CF}" dt="2020-09-02T18:40:23.451" v="1993" actId="478"/>
          <ac:picMkLst>
            <pc:docMk/>
            <pc:sldMk cId="2272900617" sldId="534"/>
            <ac:picMk id="2" creationId="{509EE16A-6519-494C-9399-319E97BCFF65}"/>
          </ac:picMkLst>
        </pc:picChg>
        <pc:picChg chg="add del mod">
          <ac:chgData name="Marco Sanches" userId="301bf0f768bc15fc" providerId="LiveId" clId="{F4238A5F-677D-43C0-B2D3-BFD989BC97CF}" dt="2020-09-02T18:54:02.102" v="2151" actId="478"/>
          <ac:picMkLst>
            <pc:docMk/>
            <pc:sldMk cId="2272900617" sldId="534"/>
            <ac:picMk id="3" creationId="{5585707B-6428-4D28-A91A-ED41500C93D2}"/>
          </ac:picMkLst>
        </pc:picChg>
        <pc:picChg chg="add del mod">
          <ac:chgData name="Marco Sanches" userId="301bf0f768bc15fc" providerId="LiveId" clId="{F4238A5F-677D-43C0-B2D3-BFD989BC97CF}" dt="2020-09-02T18:54:01.652" v="2150"/>
          <ac:picMkLst>
            <pc:docMk/>
            <pc:sldMk cId="2272900617" sldId="534"/>
            <ac:picMk id="4" creationId="{2F3475B5-5136-450A-A8B6-BA411DC0EC45}"/>
          </ac:picMkLst>
        </pc:picChg>
      </pc:sldChg>
      <pc:sldChg chg="addSp delSp modSp add mod">
        <pc:chgData name="Marco Sanches" userId="301bf0f768bc15fc" providerId="LiveId" clId="{F4238A5F-677D-43C0-B2D3-BFD989BC97CF}" dt="2020-09-02T18:41:59.537" v="2027" actId="20577"/>
        <pc:sldMkLst>
          <pc:docMk/>
          <pc:sldMk cId="3754628494" sldId="535"/>
        </pc:sldMkLst>
        <pc:spChg chg="mod">
          <ac:chgData name="Marco Sanches" userId="301bf0f768bc15fc" providerId="LiveId" clId="{F4238A5F-677D-43C0-B2D3-BFD989BC97CF}" dt="2020-09-02T18:41:59.537" v="2027" actId="20577"/>
          <ac:spMkLst>
            <pc:docMk/>
            <pc:sldMk cId="3754628494" sldId="535"/>
            <ac:spMk id="5" creationId="{B4658E21-3D00-48CD-A16B-1487800E3A10}"/>
          </ac:spMkLst>
        </pc:spChg>
        <pc:graphicFrameChg chg="add mod modGraphic">
          <ac:chgData name="Marco Sanches" userId="301bf0f768bc15fc" providerId="LiveId" clId="{F4238A5F-677D-43C0-B2D3-BFD989BC97CF}" dt="2020-09-02T18:41:34.434" v="2011" actId="255"/>
          <ac:graphicFrameMkLst>
            <pc:docMk/>
            <pc:sldMk cId="3754628494" sldId="535"/>
            <ac:graphicFrameMk id="2" creationId="{E1730022-542B-4494-9EB3-AAFC92440059}"/>
          </ac:graphicFrameMkLst>
        </pc:graphicFrameChg>
        <pc:picChg chg="del">
          <ac:chgData name="Marco Sanches" userId="301bf0f768bc15fc" providerId="LiveId" clId="{F4238A5F-677D-43C0-B2D3-BFD989BC97CF}" dt="2020-09-02T18:41:18.931" v="2006" actId="478"/>
          <ac:picMkLst>
            <pc:docMk/>
            <pc:sldMk cId="3754628494" sldId="535"/>
            <ac:picMk id="3" creationId="{5585707B-6428-4D28-A91A-ED41500C93D2}"/>
          </ac:picMkLst>
        </pc:picChg>
      </pc:sldChg>
      <pc:sldChg chg="addSp delSp modSp add mod">
        <pc:chgData name="Marco Sanches" userId="301bf0f768bc15fc" providerId="LiveId" clId="{F4238A5F-677D-43C0-B2D3-BFD989BC97CF}" dt="2020-09-02T18:42:47.242" v="2045" actId="166"/>
        <pc:sldMkLst>
          <pc:docMk/>
          <pc:sldMk cId="827860845" sldId="536"/>
        </pc:sldMkLst>
        <pc:graphicFrameChg chg="del">
          <ac:chgData name="Marco Sanches" userId="301bf0f768bc15fc" providerId="LiveId" clId="{F4238A5F-677D-43C0-B2D3-BFD989BC97CF}" dt="2020-09-02T18:42:05.420" v="2029" actId="478"/>
          <ac:graphicFrameMkLst>
            <pc:docMk/>
            <pc:sldMk cId="827860845" sldId="536"/>
            <ac:graphicFrameMk id="2" creationId="{E1730022-542B-4494-9EB3-AAFC92440059}"/>
          </ac:graphicFrameMkLst>
        </pc:graphicFrameChg>
        <pc:picChg chg="add mod">
          <ac:chgData name="Marco Sanches" userId="301bf0f768bc15fc" providerId="LiveId" clId="{F4238A5F-677D-43C0-B2D3-BFD989BC97CF}" dt="2020-09-02T18:42:43.107" v="2044" actId="14100"/>
          <ac:picMkLst>
            <pc:docMk/>
            <pc:sldMk cId="827860845" sldId="536"/>
            <ac:picMk id="3" creationId="{079F0E76-ADB2-48A4-8641-9F8D7E6FB186}"/>
          </ac:picMkLst>
        </pc:picChg>
        <pc:picChg chg="ord">
          <ac:chgData name="Marco Sanches" userId="301bf0f768bc15fc" providerId="LiveId" clId="{F4238A5F-677D-43C0-B2D3-BFD989BC97CF}" dt="2020-09-02T18:42:47.242" v="2045" actId="166"/>
          <ac:picMkLst>
            <pc:docMk/>
            <pc:sldMk cId="827860845" sldId="536"/>
            <ac:picMk id="7" creationId="{8C6CC328-4BD7-4E82-9FE7-E4797F34559F}"/>
          </ac:picMkLst>
        </pc:picChg>
      </pc:sldChg>
      <pc:sldChg chg="addSp modSp add mod ord">
        <pc:chgData name="Marco Sanches" userId="301bf0f768bc15fc" providerId="LiveId" clId="{F4238A5F-677D-43C0-B2D3-BFD989BC97CF}" dt="2020-09-02T18:42:35.338" v="2041"/>
        <pc:sldMkLst>
          <pc:docMk/>
          <pc:sldMk cId="2739382443" sldId="537"/>
        </pc:sldMkLst>
        <pc:picChg chg="add mod">
          <ac:chgData name="Marco Sanches" userId="301bf0f768bc15fc" providerId="LiveId" clId="{F4238A5F-677D-43C0-B2D3-BFD989BC97CF}" dt="2020-09-02T18:42:26.904" v="2039" actId="1035"/>
          <ac:picMkLst>
            <pc:docMk/>
            <pc:sldMk cId="2739382443" sldId="537"/>
            <ac:picMk id="2" creationId="{2655E54B-AFE4-4ADC-8E18-AC5D77B24EBD}"/>
          </ac:picMkLst>
        </pc:picChg>
      </pc:sldChg>
      <pc:sldMasterChg chg="delSldLayout modSldLayout">
        <pc:chgData name="Marco Sanches" userId="301bf0f768bc15fc" providerId="LiveId" clId="{F4238A5F-677D-43C0-B2D3-BFD989BC97CF}" dt="2020-09-02T18:43:44.981" v="2089" actId="47"/>
        <pc:sldMasterMkLst>
          <pc:docMk/>
          <pc:sldMasterMk cId="3043948688" sldId="2147483661"/>
        </pc:sldMasterMkLst>
        <pc:sldLayoutChg chg="modSp">
          <pc:chgData name="Marco Sanches" userId="301bf0f768bc15fc" providerId="LiveId" clId="{F4238A5F-677D-43C0-B2D3-BFD989BC97CF}" dt="2020-09-02T15:29:18.721" v="42" actId="255"/>
          <pc:sldLayoutMkLst>
            <pc:docMk/>
            <pc:sldMasterMk cId="3043948688" sldId="2147483661"/>
            <pc:sldLayoutMk cId="3721206044" sldId="2147483663"/>
          </pc:sldLayoutMkLst>
          <pc:spChg chg="mod">
            <ac:chgData name="Marco Sanches" userId="301bf0f768bc15fc" providerId="LiveId" clId="{F4238A5F-677D-43C0-B2D3-BFD989BC97CF}" dt="2020-09-02T15:29:18.721" v="42" actId="255"/>
            <ac:spMkLst>
              <pc:docMk/>
              <pc:sldMasterMk cId="3043948688" sldId="2147483661"/>
              <pc:sldLayoutMk cId="3721206044" sldId="2147483663"/>
              <ac:spMk id="8" creationId="{FA774A46-BCEF-436C-ABF5-F1313994465F}"/>
            </ac:spMkLst>
          </pc:spChg>
        </pc:sldLayoutChg>
        <pc:sldLayoutChg chg="del">
          <pc:chgData name="Marco Sanches" userId="301bf0f768bc15fc" providerId="LiveId" clId="{F4238A5F-677D-43C0-B2D3-BFD989BC97CF}" dt="2020-09-02T18:43:44.981" v="2089" actId="47"/>
          <pc:sldLayoutMkLst>
            <pc:docMk/>
            <pc:sldMasterMk cId="3043948688" sldId="2147483661"/>
            <pc:sldLayoutMk cId="3555237153" sldId="2147483669"/>
          </pc:sldLayoutMkLst>
        </pc:sldLayoutChg>
      </pc:sldMasterChg>
      <pc:sldMasterChg chg="del delSldLayout">
        <pc:chgData name="Marco Sanches" userId="301bf0f768bc15fc" providerId="LiveId" clId="{F4238A5F-677D-43C0-B2D3-BFD989BC97CF}" dt="2020-09-02T18:43:44.981" v="2089" actId="47"/>
        <pc:sldMasterMkLst>
          <pc:docMk/>
          <pc:sldMasterMk cId="3705327624" sldId="2147483670"/>
        </pc:sldMasterMkLst>
        <pc:sldLayoutChg chg="del">
          <pc:chgData name="Marco Sanches" userId="301bf0f768bc15fc" providerId="LiveId" clId="{F4238A5F-677D-43C0-B2D3-BFD989BC97CF}" dt="2020-09-02T18:43:44.981" v="2089" actId="47"/>
          <pc:sldLayoutMkLst>
            <pc:docMk/>
            <pc:sldMasterMk cId="3705327624" sldId="2147483670"/>
            <pc:sldLayoutMk cId="2253924912" sldId="2147483671"/>
          </pc:sldLayoutMkLst>
        </pc:sldLayoutChg>
        <pc:sldLayoutChg chg="del">
          <pc:chgData name="Marco Sanches" userId="301bf0f768bc15fc" providerId="LiveId" clId="{F4238A5F-677D-43C0-B2D3-BFD989BC97CF}" dt="2020-09-02T18:43:44.981" v="2089" actId="47"/>
          <pc:sldLayoutMkLst>
            <pc:docMk/>
            <pc:sldMasterMk cId="3705327624" sldId="2147483670"/>
            <pc:sldLayoutMk cId="1309145640" sldId="2147483672"/>
          </pc:sldLayoutMkLst>
        </pc:sldLayoutChg>
        <pc:sldLayoutChg chg="del">
          <pc:chgData name="Marco Sanches" userId="301bf0f768bc15fc" providerId="LiveId" clId="{F4238A5F-677D-43C0-B2D3-BFD989BC97CF}" dt="2020-09-02T18:43:44.981" v="2089" actId="47"/>
          <pc:sldLayoutMkLst>
            <pc:docMk/>
            <pc:sldMasterMk cId="3705327624" sldId="2147483670"/>
            <pc:sldLayoutMk cId="1614739271" sldId="2147483673"/>
          </pc:sldLayoutMkLst>
        </pc:sldLayoutChg>
        <pc:sldLayoutChg chg="del">
          <pc:chgData name="Marco Sanches" userId="301bf0f768bc15fc" providerId="LiveId" clId="{F4238A5F-677D-43C0-B2D3-BFD989BC97CF}" dt="2020-09-02T18:43:44.981" v="2089" actId="47"/>
          <pc:sldLayoutMkLst>
            <pc:docMk/>
            <pc:sldMasterMk cId="3705327624" sldId="2147483670"/>
            <pc:sldLayoutMk cId="240698267" sldId="2147483674"/>
          </pc:sldLayoutMkLst>
        </pc:sldLayoutChg>
        <pc:sldLayoutChg chg="del">
          <pc:chgData name="Marco Sanches" userId="301bf0f768bc15fc" providerId="LiveId" clId="{F4238A5F-677D-43C0-B2D3-BFD989BC97CF}" dt="2020-09-02T18:43:44.981" v="2089" actId="47"/>
          <pc:sldLayoutMkLst>
            <pc:docMk/>
            <pc:sldMasterMk cId="3705327624" sldId="2147483670"/>
            <pc:sldLayoutMk cId="41375844" sldId="2147483675"/>
          </pc:sldLayoutMkLst>
        </pc:sldLayoutChg>
        <pc:sldLayoutChg chg="del">
          <pc:chgData name="Marco Sanches" userId="301bf0f768bc15fc" providerId="LiveId" clId="{F4238A5F-677D-43C0-B2D3-BFD989BC97CF}" dt="2020-09-02T18:43:44.981" v="2089" actId="47"/>
          <pc:sldLayoutMkLst>
            <pc:docMk/>
            <pc:sldMasterMk cId="3705327624" sldId="2147483670"/>
            <pc:sldLayoutMk cId="1968144999" sldId="2147483676"/>
          </pc:sldLayoutMkLst>
        </pc:sldLayoutChg>
        <pc:sldLayoutChg chg="del">
          <pc:chgData name="Marco Sanches" userId="301bf0f768bc15fc" providerId="LiveId" clId="{F4238A5F-677D-43C0-B2D3-BFD989BC97CF}" dt="2020-09-02T18:43:44.981" v="2089" actId="47"/>
          <pc:sldLayoutMkLst>
            <pc:docMk/>
            <pc:sldMasterMk cId="3705327624" sldId="2147483670"/>
            <pc:sldLayoutMk cId="4115826249" sldId="2147483677"/>
          </pc:sldLayoutMkLst>
        </pc:sldLayoutChg>
        <pc:sldLayoutChg chg="del">
          <pc:chgData name="Marco Sanches" userId="301bf0f768bc15fc" providerId="LiveId" clId="{F4238A5F-677D-43C0-B2D3-BFD989BC97CF}" dt="2020-09-02T18:43:44.981" v="2089" actId="47"/>
          <pc:sldLayoutMkLst>
            <pc:docMk/>
            <pc:sldMasterMk cId="3705327624" sldId="2147483670"/>
            <pc:sldLayoutMk cId="783487876" sldId="2147483678"/>
          </pc:sldLayoutMkLst>
        </pc:sldLayoutChg>
        <pc:sldLayoutChg chg="del">
          <pc:chgData name="Marco Sanches" userId="301bf0f768bc15fc" providerId="LiveId" clId="{F4238A5F-677D-43C0-B2D3-BFD989BC97CF}" dt="2020-09-02T18:43:44.981" v="2089" actId="47"/>
          <pc:sldLayoutMkLst>
            <pc:docMk/>
            <pc:sldMasterMk cId="3705327624" sldId="2147483670"/>
            <pc:sldLayoutMk cId="2867584604" sldId="2147483679"/>
          </pc:sldLayoutMkLst>
        </pc:sldLayoutChg>
        <pc:sldLayoutChg chg="del">
          <pc:chgData name="Marco Sanches" userId="301bf0f768bc15fc" providerId="LiveId" clId="{F4238A5F-677D-43C0-B2D3-BFD989BC97CF}" dt="2020-09-02T18:43:44.981" v="2089" actId="47"/>
          <pc:sldLayoutMkLst>
            <pc:docMk/>
            <pc:sldMasterMk cId="3705327624" sldId="2147483670"/>
            <pc:sldLayoutMk cId="2598973949" sldId="2147483680"/>
          </pc:sldLayoutMkLst>
        </pc:sldLayoutChg>
        <pc:sldLayoutChg chg="del">
          <pc:chgData name="Marco Sanches" userId="301bf0f768bc15fc" providerId="LiveId" clId="{F4238A5F-677D-43C0-B2D3-BFD989BC97CF}" dt="2020-09-02T18:43:44.981" v="2089" actId="47"/>
          <pc:sldLayoutMkLst>
            <pc:docMk/>
            <pc:sldMasterMk cId="3705327624" sldId="2147483670"/>
            <pc:sldLayoutMk cId="3721281435" sldId="2147483681"/>
          </pc:sldLayoutMkLst>
        </pc:sldLayoutChg>
        <pc:sldLayoutChg chg="del">
          <pc:chgData name="Marco Sanches" userId="301bf0f768bc15fc" providerId="LiveId" clId="{F4238A5F-677D-43C0-B2D3-BFD989BC97CF}" dt="2020-09-02T18:43:44.981" v="2089" actId="47"/>
          <pc:sldLayoutMkLst>
            <pc:docMk/>
            <pc:sldMasterMk cId="3705327624" sldId="2147483670"/>
            <pc:sldLayoutMk cId="2848884153" sldId="2147483682"/>
          </pc:sldLayoutMkLst>
        </pc:sldLayoutChg>
        <pc:sldLayoutChg chg="del">
          <pc:chgData name="Marco Sanches" userId="301bf0f768bc15fc" providerId="LiveId" clId="{F4238A5F-677D-43C0-B2D3-BFD989BC97CF}" dt="2020-09-02T18:43:44.981" v="2089" actId="47"/>
          <pc:sldLayoutMkLst>
            <pc:docMk/>
            <pc:sldMasterMk cId="3705327624" sldId="2147483670"/>
            <pc:sldLayoutMk cId="3382331284" sldId="214748368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9934C-8B28-4738-ABCB-1C35530A65B6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D81DA-EB0F-4E80-BCE3-2C6310F726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4406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E373A-2E63-4395-B184-C36702C204F7}" type="datetimeFigureOut">
              <a:rPr lang="pt-BR" smtClean="0"/>
              <a:pPr/>
              <a:t>01/02/2021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4710-BE2E-4860-96CE-ACA30612ADA5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169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E373A-2E63-4395-B184-C36702C204F7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4710-BE2E-4860-96CE-ACA30612ADA5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505DA42-7E5E-482C-8AB1-35EFB1493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A774A46-BCEF-436C-ABF5-F13139944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883" y="1047891"/>
            <a:ext cx="11390051" cy="518932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206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E373A-2E63-4395-B184-C36702C204F7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4710-BE2E-4860-96CE-ACA30612ADA5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086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3883" y="1109709"/>
            <a:ext cx="5591157" cy="514017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109709"/>
            <a:ext cx="5616014" cy="514017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E373A-2E63-4395-B184-C36702C204F7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4710-BE2E-4860-96CE-ACA30612ADA5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849B61B0-22A2-4DCC-9671-3DDA6D3C0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267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3882" y="1118083"/>
            <a:ext cx="5591158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3883" y="1983542"/>
            <a:ext cx="5591157" cy="425745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19" y="1118083"/>
            <a:ext cx="5591157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19" y="1983542"/>
            <a:ext cx="5530197" cy="42574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E373A-2E63-4395-B184-C36702C204F7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4710-BE2E-4860-96CE-ACA30612ADA5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D51EC910-E637-43D9-9391-2E03EF961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514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E373A-2E63-4395-B184-C36702C204F7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4710-BE2E-4860-96CE-ACA30612ADA5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3E76B0-CA98-4CC0-8C5D-7DA24DB2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207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CE373A-2E63-4395-B184-C36702C204F7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C44710-BE2E-4860-96CE-ACA30612AD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698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3883" y="1047891"/>
            <a:ext cx="11390051" cy="518932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8CE373A-2E63-4395-B184-C36702C204F7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0C44710-BE2E-4860-96CE-ACA30612ADA5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443883" y="988906"/>
            <a:ext cx="11390051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948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15.sv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E8859CA-F089-4F96-98B3-FD93A011C7EF}"/>
              </a:ext>
            </a:extLst>
          </p:cNvPr>
          <p:cNvSpPr/>
          <p:nvPr/>
        </p:nvSpPr>
        <p:spPr>
          <a:xfrm>
            <a:off x="1" y="0"/>
            <a:ext cx="12192000" cy="8365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0496D3-A7F6-4191-A544-6F3A9F4F7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2291" y="1914834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7200" dirty="0">
                <a:latin typeface="Tw Cen MT Condensed Extra Bold" panose="020B0604020202020204" pitchFamily="34" charset="0"/>
              </a:rPr>
              <a:t>Programação Orientada a Objetos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C89EAFD-0EE9-46F0-A68A-44FA35B4F6FE}"/>
              </a:ext>
            </a:extLst>
          </p:cNvPr>
          <p:cNvSpPr/>
          <p:nvPr/>
        </p:nvSpPr>
        <p:spPr>
          <a:xfrm>
            <a:off x="1145309" y="4562818"/>
            <a:ext cx="4659746" cy="1544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42913" indent="-442913" defTabSz="914400">
              <a:spcBef>
                <a:spcPts val="600"/>
              </a:spcBef>
              <a:spcAft>
                <a:spcPts val="200"/>
              </a:spcAft>
              <a:buClr>
                <a:schemeClr val="accent1"/>
              </a:buClr>
              <a:buSzPct val="100000"/>
              <a:buBlip>
                <a:blip r:embed="rId2"/>
              </a:buBlip>
            </a:pPr>
            <a:r>
              <a:rPr lang="pt-BR" sz="2400" cap="all" spc="200" dirty="0">
                <a:solidFill>
                  <a:schemeClr val="tx2"/>
                </a:solidFill>
                <a:latin typeface="Arial Nova Cond Light" panose="020B0306020202020204" pitchFamily="34" charset="0"/>
              </a:rPr>
              <a:t>Modelo de Memória</a:t>
            </a:r>
          </a:p>
          <a:p>
            <a:pPr marL="442913" indent="-442913" defTabSz="914400">
              <a:spcBef>
                <a:spcPts val="600"/>
              </a:spcBef>
              <a:spcAft>
                <a:spcPts val="200"/>
              </a:spcAft>
              <a:buClr>
                <a:schemeClr val="accent1"/>
              </a:buClr>
              <a:buSzPct val="100000"/>
              <a:buBlip>
                <a:blip r:embed="rId2"/>
              </a:buBlip>
            </a:pPr>
            <a:r>
              <a:rPr lang="pt-BR" sz="2400" cap="all" spc="200" dirty="0">
                <a:solidFill>
                  <a:schemeClr val="tx2"/>
                </a:solidFill>
                <a:latin typeface="Arial Nova Cond Light" panose="020B0306020202020204" pitchFamily="34" charset="0"/>
              </a:rPr>
              <a:t>Métodos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63E39B05-ABEA-4D33-8316-D09939E43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160" y="6396352"/>
            <a:ext cx="60447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pt-BR" alt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Cond Light" panose="020B0306020202020204" pitchFamily="34" charset="0"/>
              </a:rPr>
              <a:t>Professores: Alcides / Ana / Cristiane / </a:t>
            </a:r>
            <a:r>
              <a:rPr lang="pt-BR" alt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Cond Light" panose="020B0306020202020204" pitchFamily="34" charset="0"/>
              </a:rPr>
              <a:t>Ledón</a:t>
            </a:r>
            <a:r>
              <a:rPr lang="pt-BR" alt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Cond Light" panose="020B0306020202020204" pitchFamily="34" charset="0"/>
              </a:rPr>
              <a:t> / Marco</a:t>
            </a: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DEE4E3C-7147-47CC-BF2C-2D3EB96C9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0785" y="6427113"/>
            <a:ext cx="69121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pt-BR" altLang="pt-BR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Cond Light" panose="020B0306020202020204" pitchFamily="34" charset="0"/>
              </a:rPr>
              <a:t>2020</a:t>
            </a:r>
          </a:p>
        </p:txBody>
      </p:sp>
      <p:pic>
        <p:nvPicPr>
          <p:cNvPr id="7" name="Imagem 6" descr="Uma imagem contendo desenho&#10;&#10;Descrição gerada automaticamente">
            <a:extLst>
              <a:ext uri="{FF2B5EF4-FFF2-40B4-BE49-F238E27FC236}">
                <a16:creationId xmlns:a16="http://schemas.microsoft.com/office/drawing/2014/main" id="{F6B5505E-8F1E-40C3-8A49-09382B2BE0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000" y="154105"/>
            <a:ext cx="3276000" cy="772931"/>
          </a:xfrm>
          <a:prstGeom prst="rect">
            <a:avLst/>
          </a:prstGeom>
        </p:spPr>
      </p:pic>
      <p:pic>
        <p:nvPicPr>
          <p:cNvPr id="11" name="Imagem 10" descr="Desenho de um animal&#10;&#10;Descrição gerada automaticamente">
            <a:extLst>
              <a:ext uri="{FF2B5EF4-FFF2-40B4-BE49-F238E27FC236}">
                <a16:creationId xmlns:a16="http://schemas.microsoft.com/office/drawing/2014/main" id="{9A85F14C-10BA-4148-ABD0-42A83B407E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956" y="273308"/>
            <a:ext cx="910670" cy="1641526"/>
          </a:xfrm>
          <a:prstGeom prst="rect">
            <a:avLst/>
          </a:prstGeom>
        </p:spPr>
      </p:pic>
      <p:pic>
        <p:nvPicPr>
          <p:cNvPr id="15" name="Imagem 14" descr="Uma imagem contendo mesa, desenho, comida&#10;&#10;Descrição gerada automaticamente">
            <a:extLst>
              <a:ext uri="{FF2B5EF4-FFF2-40B4-BE49-F238E27FC236}">
                <a16:creationId xmlns:a16="http://schemas.microsoft.com/office/drawing/2014/main" id="{F6DF1E88-0D51-4B80-BBE4-EEFD87C0C5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072" y="345798"/>
            <a:ext cx="1507713" cy="1496545"/>
          </a:xfrm>
          <a:prstGeom prst="rect">
            <a:avLst/>
          </a:prstGeom>
        </p:spPr>
      </p:pic>
      <p:pic>
        <p:nvPicPr>
          <p:cNvPr id="4" name="Imagem 3" descr="Uma imagem contendo mesa, bolo, pequeno, remoto&#10;&#10;Descrição gerada automaticamente">
            <a:extLst>
              <a:ext uri="{FF2B5EF4-FFF2-40B4-BE49-F238E27FC236}">
                <a16:creationId xmlns:a16="http://schemas.microsoft.com/office/drawing/2014/main" id="{28F2C237-7CEA-4B78-8550-BF17E170FB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0217" y="4750532"/>
            <a:ext cx="1986175" cy="134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106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áfico 20" descr="Seta de linha: curva no sentido anti-horário">
            <a:extLst>
              <a:ext uri="{FF2B5EF4-FFF2-40B4-BE49-F238E27FC236}">
                <a16:creationId xmlns:a16="http://schemas.microsoft.com/office/drawing/2014/main" id="{045D1F31-7BCC-46A6-AE87-7BE8E15E7C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592161" flipV="1">
            <a:off x="3842597" y="4806924"/>
            <a:ext cx="914400" cy="99946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Aula anterior: Classes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EB5284D-EE1B-47EA-8020-DEA3CBB2370F}"/>
              </a:ext>
            </a:extLst>
          </p:cNvPr>
          <p:cNvSpPr txBox="1"/>
          <p:nvPr/>
        </p:nvSpPr>
        <p:spPr>
          <a:xfrm>
            <a:off x="7488250" y="3392117"/>
            <a:ext cx="4345684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2800" dirty="0">
                <a:latin typeface="Arial Nova Cond Light" panose="020B0306020202020204" pitchFamily="34" charset="0"/>
              </a:rPr>
              <a:t>Representação em Diagrama de Classe UML (</a:t>
            </a:r>
            <a:r>
              <a:rPr lang="pt-BR" sz="2800" i="1" dirty="0" err="1">
                <a:latin typeface="Arial Nova Cond Light" panose="020B0306020202020204" pitchFamily="34" charset="0"/>
              </a:rPr>
              <a:t>Unified</a:t>
            </a:r>
            <a:r>
              <a:rPr lang="pt-BR" sz="2800" i="1" dirty="0">
                <a:latin typeface="Arial Nova Cond Light" panose="020B0306020202020204" pitchFamily="34" charset="0"/>
              </a:rPr>
              <a:t> </a:t>
            </a:r>
            <a:r>
              <a:rPr lang="pt-BR" sz="2800" i="1" dirty="0" err="1">
                <a:latin typeface="Arial Nova Cond Light" panose="020B0306020202020204" pitchFamily="34" charset="0"/>
              </a:rPr>
              <a:t>Modelling</a:t>
            </a:r>
            <a:r>
              <a:rPr lang="pt-BR" sz="2800" i="1" dirty="0">
                <a:latin typeface="Arial Nova Cond Light" panose="020B0306020202020204" pitchFamily="34" charset="0"/>
              </a:rPr>
              <a:t> </a:t>
            </a:r>
            <a:r>
              <a:rPr lang="pt-BR" sz="2800" i="1" dirty="0" err="1">
                <a:latin typeface="Arial Nova Cond Light" panose="020B0306020202020204" pitchFamily="34" charset="0"/>
              </a:rPr>
              <a:t>Language</a:t>
            </a:r>
            <a:r>
              <a:rPr lang="pt-BR" sz="2800" dirty="0">
                <a:latin typeface="Arial Nova Cond Light" panose="020B0306020202020204" pitchFamily="34" charset="0"/>
              </a:rPr>
              <a:t>)</a:t>
            </a:r>
          </a:p>
        </p:txBody>
      </p:sp>
      <p:sp>
        <p:nvSpPr>
          <p:cNvPr id="14" name="Seta para a direita listrada 20">
            <a:extLst>
              <a:ext uri="{FF2B5EF4-FFF2-40B4-BE49-F238E27FC236}">
                <a16:creationId xmlns:a16="http://schemas.microsoft.com/office/drawing/2014/main" id="{CCA2F204-F4C2-4BD3-AAE5-E9854ABC63CB}"/>
              </a:ext>
            </a:extLst>
          </p:cNvPr>
          <p:cNvSpPr/>
          <p:nvPr/>
        </p:nvSpPr>
        <p:spPr bwMode="auto">
          <a:xfrm>
            <a:off x="5648396" y="3785400"/>
            <a:ext cx="912845" cy="654618"/>
          </a:xfrm>
          <a:prstGeom prst="striped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endParaRPr lang="pt-BR" sz="2800" dirty="0">
              <a:solidFill>
                <a:schemeClr val="tx1"/>
              </a:solidFill>
              <a:latin typeface="Arial Nova Cond Light" panose="020B0306020202020204" pitchFamily="34" charset="0"/>
            </a:endParaRPr>
          </a:p>
        </p:txBody>
      </p:sp>
      <p:sp>
        <p:nvSpPr>
          <p:cNvPr id="3" name="Text Box 1029">
            <a:extLst>
              <a:ext uri="{FF2B5EF4-FFF2-40B4-BE49-F238E27FC236}">
                <a16:creationId xmlns:a16="http://schemas.microsoft.com/office/drawing/2014/main" id="{B0C175D6-D093-4F54-A8E5-EFE871D99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83" y="1130750"/>
            <a:ext cx="11390051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800" b="1" dirty="0">
                <a:latin typeface="Arial Nova Cond Light" panose="020B0306020202020204" pitchFamily="34" charset="0"/>
              </a:rPr>
              <a:t>Exemplo: </a:t>
            </a:r>
            <a:r>
              <a:rPr lang="pt-BR" altLang="pt-BR" sz="2800" dirty="0">
                <a:latin typeface="Arial Nova Cond Light" panose="020B0306020202020204" pitchFamily="34" charset="0"/>
              </a:rPr>
              <a:t>A classe Pessoa deverá ter atributos e métodos comuns</a:t>
            </a:r>
          </a:p>
        </p:txBody>
      </p:sp>
      <p:pic>
        <p:nvPicPr>
          <p:cNvPr id="15" name="Gráfico 14" descr="Seta de linha: curva no sentido anti-horário">
            <a:extLst>
              <a:ext uri="{FF2B5EF4-FFF2-40B4-BE49-F238E27FC236}">
                <a16:creationId xmlns:a16="http://schemas.microsoft.com/office/drawing/2014/main" id="{E26BC0EF-3877-4D46-A8CF-9AE7A8E1C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709026">
            <a:off x="3827513" y="2338199"/>
            <a:ext cx="914400" cy="969310"/>
          </a:xfrm>
          <a:prstGeom prst="rect">
            <a:avLst/>
          </a:prstGeom>
        </p:spPr>
      </p:pic>
      <p:pic>
        <p:nvPicPr>
          <p:cNvPr id="18" name="Gráfico 17" descr="Seta para Cima">
            <a:extLst>
              <a:ext uri="{FF2B5EF4-FFF2-40B4-BE49-F238E27FC236}">
                <a16:creationId xmlns:a16="http://schemas.microsoft.com/office/drawing/2014/main" id="{3C57F058-922B-4EDE-9C52-552B8839BD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3806987" y="3079085"/>
            <a:ext cx="914400" cy="914400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55E8464C-E0F7-4B04-81F1-BCF1FE454302}"/>
              </a:ext>
            </a:extLst>
          </p:cNvPr>
          <p:cNvSpPr txBox="1"/>
          <p:nvPr/>
        </p:nvSpPr>
        <p:spPr>
          <a:xfrm>
            <a:off x="4559713" y="2202114"/>
            <a:ext cx="2623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Arial Nova Cond Light" panose="020B0306020202020204" pitchFamily="34" charset="0"/>
              </a:rPr>
              <a:t>Nome da Classe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64F86918-CB1A-41ED-8755-85E51CD44122}"/>
              </a:ext>
            </a:extLst>
          </p:cNvPr>
          <p:cNvSpPr txBox="1"/>
          <p:nvPr/>
        </p:nvSpPr>
        <p:spPr>
          <a:xfrm>
            <a:off x="4698259" y="3295641"/>
            <a:ext cx="2623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Arial Nova Cond Light" panose="020B0306020202020204" pitchFamily="34" charset="0"/>
              </a:rPr>
              <a:t>Atributos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7A635D59-489D-40F0-B8ED-F6EA160F0996}"/>
              </a:ext>
            </a:extLst>
          </p:cNvPr>
          <p:cNvSpPr txBox="1"/>
          <p:nvPr/>
        </p:nvSpPr>
        <p:spPr>
          <a:xfrm>
            <a:off x="4698259" y="5478256"/>
            <a:ext cx="2623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Arial Nova Cond Light" panose="020B0306020202020204" pitchFamily="34" charset="0"/>
              </a:rPr>
              <a:t>Métodos</a:t>
            </a:r>
          </a:p>
        </p:txBody>
      </p: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D4CBF19F-8AAB-4510-A978-23EBB1DB8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857963"/>
              </p:ext>
            </p:extLst>
          </p:nvPr>
        </p:nvGraphicFramePr>
        <p:xfrm>
          <a:off x="1196136" y="2667295"/>
          <a:ext cx="2703158" cy="283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3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Pessoa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nome: </a:t>
                      </a: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string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idade: </a:t>
                      </a: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int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3386">
                <a:tc>
                  <a:txBody>
                    <a:bodyPr/>
                    <a:lstStyle/>
                    <a:p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getNome</a:t>
                      </a:r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(): </a:t>
                      </a: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string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  <a:p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getIdade</a:t>
                      </a:r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(): </a:t>
                      </a: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int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  <a:p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setNome</a:t>
                      </a:r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(): </a:t>
                      </a: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string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setIdade</a:t>
                      </a:r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(): </a:t>
                      </a: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int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2632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Agrupar 24">
            <a:extLst>
              <a:ext uri="{FF2B5EF4-FFF2-40B4-BE49-F238E27FC236}">
                <a16:creationId xmlns:a16="http://schemas.microsoft.com/office/drawing/2014/main" id="{1873ED65-6D8C-4740-B680-20BF245C86E9}"/>
              </a:ext>
            </a:extLst>
          </p:cNvPr>
          <p:cNvGrpSpPr/>
          <p:nvPr/>
        </p:nvGrpSpPr>
        <p:grpSpPr>
          <a:xfrm>
            <a:off x="5643415" y="1856509"/>
            <a:ext cx="5148000" cy="2160000"/>
            <a:chOff x="5643415" y="1856509"/>
            <a:chExt cx="5148000" cy="2160000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74144492-AE74-45C6-807B-176342249782}"/>
                </a:ext>
              </a:extLst>
            </p:cNvPr>
            <p:cNvSpPr/>
            <p:nvPr/>
          </p:nvSpPr>
          <p:spPr>
            <a:xfrm>
              <a:off x="5735782" y="1958109"/>
              <a:ext cx="4959927" cy="19765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58F82F81-DBAD-4D3E-9ECE-8D6E357BC4E3}"/>
                </a:ext>
              </a:extLst>
            </p:cNvPr>
            <p:cNvSpPr/>
            <p:nvPr/>
          </p:nvSpPr>
          <p:spPr>
            <a:xfrm>
              <a:off x="5643415" y="1856509"/>
              <a:ext cx="5148000" cy="2160000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Aula anterior: Construindo classes em Java</a:t>
            </a:r>
          </a:p>
        </p:txBody>
      </p:sp>
      <p:sp>
        <p:nvSpPr>
          <p:cNvPr id="14" name="Seta para a direita listrada 20">
            <a:extLst>
              <a:ext uri="{FF2B5EF4-FFF2-40B4-BE49-F238E27FC236}">
                <a16:creationId xmlns:a16="http://schemas.microsoft.com/office/drawing/2014/main" id="{CCA2F204-F4C2-4BD3-AAE5-E9854ABC63CB}"/>
              </a:ext>
            </a:extLst>
          </p:cNvPr>
          <p:cNvSpPr/>
          <p:nvPr/>
        </p:nvSpPr>
        <p:spPr bwMode="auto">
          <a:xfrm>
            <a:off x="4333409" y="2713538"/>
            <a:ext cx="912845" cy="654618"/>
          </a:xfrm>
          <a:prstGeom prst="striped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endParaRPr lang="pt-BR" sz="2800">
              <a:solidFill>
                <a:schemeClr val="tx1"/>
              </a:solidFill>
              <a:latin typeface="Arial Nova Cond Light" panose="020B0306020202020204" pitchFamily="34" charset="0"/>
            </a:endParaRPr>
          </a:p>
        </p:txBody>
      </p: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D4CBF19F-8AAB-4510-A978-23EBB1DB8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055466"/>
              </p:ext>
            </p:extLst>
          </p:nvPr>
        </p:nvGraphicFramePr>
        <p:xfrm>
          <a:off x="974462" y="1453000"/>
          <a:ext cx="2703158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3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Nome_da_classe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atributo1</a:t>
                      </a: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atributo2</a:t>
                      </a: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....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3386"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método1</a:t>
                      </a: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método2</a:t>
                      </a: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método3</a:t>
                      </a: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CaixaDeTexto 11">
            <a:extLst>
              <a:ext uri="{FF2B5EF4-FFF2-40B4-BE49-F238E27FC236}">
                <a16:creationId xmlns:a16="http://schemas.microsoft.com/office/drawing/2014/main" id="{338C36C4-8587-41E7-83A2-115599AA6388}"/>
              </a:ext>
            </a:extLst>
          </p:cNvPr>
          <p:cNvSpPr txBox="1"/>
          <p:nvPr/>
        </p:nvSpPr>
        <p:spPr>
          <a:xfrm>
            <a:off x="5902043" y="2113373"/>
            <a:ext cx="458123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2000" dirty="0" err="1">
                <a:solidFill>
                  <a:srgbClr val="7030A0"/>
                </a:solidFill>
                <a:latin typeface="Consolas" panose="020B0609020204030204" pitchFamily="49" charset="0"/>
              </a:rPr>
              <a:t>public</a:t>
            </a:r>
            <a:r>
              <a:rPr lang="pt-BR" sz="20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7030A0"/>
                </a:solidFill>
                <a:latin typeface="Consolas" panose="020B0609020204030204" pitchFamily="49" charset="0"/>
              </a:rPr>
              <a:t>class</a:t>
            </a:r>
            <a:r>
              <a:rPr lang="pt-BR" sz="20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latin typeface="Consolas" panose="020B0609020204030204" pitchFamily="49" charset="0"/>
              </a:rPr>
              <a:t>&lt;</a:t>
            </a:r>
            <a:r>
              <a:rPr lang="pt-BR" sz="2000" dirty="0" err="1">
                <a:latin typeface="Consolas" panose="020B0609020204030204" pitchFamily="49" charset="0"/>
              </a:rPr>
              <a:t>Nome_da_classe</a:t>
            </a:r>
            <a:r>
              <a:rPr lang="pt-BR" sz="2000" dirty="0">
                <a:latin typeface="Consolas" panose="020B0609020204030204" pitchFamily="49" charset="0"/>
              </a:rPr>
              <a:t>&gt;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2000" dirty="0">
                <a:latin typeface="Consolas" panose="020B0609020204030204" pitchFamily="49" charset="0"/>
              </a:rPr>
              <a:t>	&lt;lista de atributos&gt;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2000" dirty="0">
                <a:latin typeface="Consolas" panose="020B0609020204030204" pitchFamily="49" charset="0"/>
              </a:rPr>
              <a:t>	&lt;lista de métodos&gt;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747E0923-2807-4F61-96D5-D80F94476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5530" y="5302636"/>
            <a:ext cx="577734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Arial Nova Cond Light" panose="020B0306020202020204" pitchFamily="34" charset="0"/>
              </a:rPr>
              <a:t>Um arquivo em Java precisa ser uma classe pública com o </a:t>
            </a:r>
            <a:r>
              <a:rPr lang="pt-BR" altLang="pt-BR" sz="2800" b="1" dirty="0">
                <a:latin typeface="Arial Nova Cond Light" panose="020B0306020202020204" pitchFamily="34" charset="0"/>
              </a:rPr>
              <a:t>mesmo nome do arquivo</a:t>
            </a:r>
          </a:p>
        </p:txBody>
      </p:sp>
      <p:sp>
        <p:nvSpPr>
          <p:cNvPr id="17" name="Seta para a direita listrada 20">
            <a:extLst>
              <a:ext uri="{FF2B5EF4-FFF2-40B4-BE49-F238E27FC236}">
                <a16:creationId xmlns:a16="http://schemas.microsoft.com/office/drawing/2014/main" id="{1971C053-507C-4072-959C-7DF05D5EE9CF}"/>
              </a:ext>
            </a:extLst>
          </p:cNvPr>
          <p:cNvSpPr/>
          <p:nvPr/>
        </p:nvSpPr>
        <p:spPr bwMode="auto">
          <a:xfrm rot="16200000">
            <a:off x="7759322" y="4204867"/>
            <a:ext cx="912845" cy="654618"/>
          </a:xfrm>
          <a:prstGeom prst="striped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endParaRPr lang="pt-BR" sz="2800">
              <a:solidFill>
                <a:schemeClr val="tx1"/>
              </a:solidFill>
              <a:latin typeface="Arial Nova Cond Light" panose="020B03060202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6D641AF-EC6F-45AA-9803-1B4F82566532}"/>
              </a:ext>
            </a:extLst>
          </p:cNvPr>
          <p:cNvSpPr txBox="1"/>
          <p:nvPr/>
        </p:nvSpPr>
        <p:spPr>
          <a:xfrm>
            <a:off x="778950" y="5555809"/>
            <a:ext cx="30941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pt-BR" sz="2800" dirty="0">
                <a:latin typeface="Arial Nova Cond Light" panose="020B0306020202020204" pitchFamily="34" charset="0"/>
              </a:rPr>
              <a:t>Modelo UML de classe</a:t>
            </a:r>
          </a:p>
        </p:txBody>
      </p:sp>
      <p:pic>
        <p:nvPicPr>
          <p:cNvPr id="22" name="Gráfico 21" descr="Seta para Baixo">
            <a:extLst>
              <a:ext uri="{FF2B5EF4-FFF2-40B4-BE49-F238E27FC236}">
                <a16:creationId xmlns:a16="http://schemas.microsoft.com/office/drawing/2014/main" id="{61A2399E-B574-4970-A563-3F0E915FA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8523" y="464140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9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Resumindo a aula anterior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4E88C16-F582-4327-AFF2-1AA6EB5CA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498" y="1077191"/>
            <a:ext cx="5040819" cy="516297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A0CE0CF-EBD9-46CE-8F7A-79377D849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366" y="3658676"/>
            <a:ext cx="2309716" cy="1419720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E9BC2EB9-CB9D-4EC5-AD40-A8B0C9194066}"/>
              </a:ext>
            </a:extLst>
          </p:cNvPr>
          <p:cNvCxnSpPr/>
          <p:nvPr/>
        </p:nvCxnSpPr>
        <p:spPr>
          <a:xfrm flipH="1">
            <a:off x="7453745" y="4636655"/>
            <a:ext cx="1393621" cy="56341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12">
            <a:extLst>
              <a:ext uri="{FF2B5EF4-FFF2-40B4-BE49-F238E27FC236}">
                <a16:creationId xmlns:a16="http://schemas.microsoft.com/office/drawing/2014/main" id="{A8A82FD8-B950-4D27-910B-A7426436A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6860" y="4137703"/>
            <a:ext cx="2170727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Cond Light" panose="020B0306020202020204" pitchFamily="34" charset="0"/>
              </a:rPr>
              <a:t>Instância</a:t>
            </a:r>
            <a:endParaRPr lang="pt-BR" sz="2400" b="1" dirty="0"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809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dirty="0"/>
              <a:t>Estrutura de uma classe Java executável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2997B1-DEB8-49DC-B4EB-C436D96A5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054" y="2754541"/>
            <a:ext cx="8144163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altLang="pt-BR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altLang="pt-BR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pt-BR" altLang="pt-BR" sz="2400" b="1" dirty="0">
                <a:latin typeface="Consolas" panose="020B0609020204030204" pitchFamily="49" charset="0"/>
              </a:rPr>
              <a:t> [nome]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2400" b="1" dirty="0">
                <a:latin typeface="Consolas" panose="020B06090202040302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2400" b="1" dirty="0">
                <a:latin typeface="Consolas" panose="020B0609020204030204" pitchFamily="49" charset="0"/>
              </a:rPr>
              <a:t>	</a:t>
            </a:r>
            <a:r>
              <a:rPr lang="pt-BR" altLang="pt-BR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altLang="pt-BR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altLang="pt-BR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pt-BR" altLang="pt-BR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altLang="pt-BR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altLang="pt-BR" sz="2400" b="1" dirty="0">
                <a:solidFill>
                  <a:srgbClr val="0066FF"/>
                </a:solidFill>
                <a:latin typeface="Consolas" panose="020B0609020204030204" pitchFamily="49" charset="0"/>
              </a:rPr>
              <a:t> </a:t>
            </a:r>
            <a:r>
              <a:rPr lang="pt-BR" altLang="pt-BR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main</a:t>
            </a:r>
            <a:r>
              <a:rPr lang="pt-BR" altLang="pt-BR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altLang="pt-BR" sz="2400" b="1" dirty="0">
                <a:latin typeface="Consolas" panose="020B0609020204030204" pitchFamily="49" charset="0"/>
              </a:rPr>
              <a:t>(</a:t>
            </a:r>
            <a:r>
              <a:rPr lang="pt-BR" altLang="pt-BR" sz="2400" b="1" dirty="0" err="1">
                <a:solidFill>
                  <a:srgbClr val="990099"/>
                </a:solidFill>
                <a:latin typeface="Consolas" panose="020B0609020204030204" pitchFamily="49" charset="0"/>
              </a:rPr>
              <a:t>String</a:t>
            </a:r>
            <a:r>
              <a:rPr lang="pt-BR" altLang="pt-BR" sz="2400" b="1" dirty="0">
                <a:latin typeface="Consolas" panose="020B0609020204030204" pitchFamily="49" charset="0"/>
              </a:rPr>
              <a:t> </a:t>
            </a:r>
            <a:r>
              <a:rPr lang="pt-BR" altLang="pt-BR" sz="2400" b="1" dirty="0" err="1">
                <a:latin typeface="Consolas" panose="020B0609020204030204" pitchFamily="49" charset="0"/>
              </a:rPr>
              <a:t>args</a:t>
            </a:r>
            <a:r>
              <a:rPr lang="pt-BR" altLang="pt-BR" sz="2400" b="1" dirty="0">
                <a:latin typeface="Consolas" panose="020B0609020204030204" pitchFamily="49" charset="0"/>
              </a:rPr>
              <a:t>[ ])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2400" b="1" dirty="0">
                <a:latin typeface="Consolas" panose="020B0609020204030204" pitchFamily="49" charset="0"/>
              </a:rPr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2400" b="1" dirty="0">
                <a:latin typeface="Consolas" panose="020B0609020204030204" pitchFamily="49" charset="0"/>
              </a:rPr>
              <a:t>		...</a:t>
            </a:r>
          </a:p>
          <a:p>
            <a:pPr>
              <a:spcBef>
                <a:spcPct val="0"/>
              </a:spcBef>
              <a:buNone/>
            </a:pPr>
            <a:r>
              <a:rPr lang="pt-BR" altLang="pt-BR" sz="2400" b="1" dirty="0">
                <a:latin typeface="Consolas" panose="020B0609020204030204" pitchFamily="49" charset="0"/>
              </a:rPr>
              <a:t>	}</a:t>
            </a:r>
            <a:r>
              <a:rPr lang="pt-BR" altLang="pt-BR" sz="2400" dirty="0">
                <a:latin typeface="Arial Nova Cond Light" panose="020B0306020202020204" pitchFamily="34" charset="0"/>
              </a:rPr>
              <a:t> </a:t>
            </a:r>
            <a:endParaRPr lang="pt-BR" altLang="pt-BR" sz="2400" b="1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24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D441CC35-F79F-4E8D-8DE9-27D6B36D5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771" y="5734420"/>
            <a:ext cx="8820727" cy="523220"/>
          </a:xfrm>
          <a:prstGeom prst="rect">
            <a:avLst/>
          </a:prstGeom>
          <a:solidFill>
            <a:srgbClr val="FFFCF3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pt-BR" altLang="pt-BR" sz="2800" b="1" dirty="0">
                <a:solidFill>
                  <a:srgbClr val="FF3300"/>
                </a:solidFill>
                <a:latin typeface="Arial Nova Cond Light" panose="020B0306020202020204" pitchFamily="34" charset="0"/>
              </a:rPr>
              <a:t>Essa estrutura estará em todos os programa desenvolvidos em </a:t>
            </a:r>
            <a:r>
              <a:rPr lang="pt-BR" altLang="pt-BR" sz="2800" b="1" dirty="0" err="1">
                <a:solidFill>
                  <a:srgbClr val="FF3300"/>
                </a:solidFill>
                <a:latin typeface="Arial Nova Cond Light" panose="020B0306020202020204" pitchFamily="34" charset="0"/>
              </a:rPr>
              <a:t>java</a:t>
            </a:r>
            <a:endParaRPr lang="pt-BR" altLang="pt-BR" sz="2800" b="1" dirty="0">
              <a:solidFill>
                <a:srgbClr val="FF3300"/>
              </a:solidFill>
              <a:latin typeface="Arial Nova Cond Light" panose="020B0306020202020204" pitchFamily="34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885B8AA-488E-462A-9A81-77ADEA204964}"/>
              </a:ext>
            </a:extLst>
          </p:cNvPr>
          <p:cNvSpPr txBox="1"/>
          <p:nvPr/>
        </p:nvSpPr>
        <p:spPr>
          <a:xfrm>
            <a:off x="984756" y="1152525"/>
            <a:ext cx="373856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400" dirty="0" err="1">
                <a:latin typeface="Arial Nova Cond Light" panose="020B0306020202020204" pitchFamily="34" charset="0"/>
              </a:rPr>
              <a:t>class</a:t>
            </a:r>
            <a:r>
              <a:rPr lang="pt-BR" altLang="pt-BR" sz="2400" dirty="0">
                <a:latin typeface="Arial Nova Cond Light" panose="020B0306020202020204" pitchFamily="34" charset="0"/>
              </a:rPr>
              <a:t> é a palavra reservada que marca o início da declaração de uma classe.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0B556D0-9D52-4A71-8CC6-B769D8744FE5}"/>
              </a:ext>
            </a:extLst>
          </p:cNvPr>
          <p:cNvSpPr txBox="1"/>
          <p:nvPr/>
        </p:nvSpPr>
        <p:spPr>
          <a:xfrm>
            <a:off x="5623574" y="1492541"/>
            <a:ext cx="315534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dirty="0">
                <a:latin typeface="Arial Nova Cond Light" panose="020B0306020202020204" pitchFamily="34" charset="0"/>
              </a:rPr>
              <a:t>Nome da Classe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b="1" dirty="0">
                <a:solidFill>
                  <a:srgbClr val="FF3300"/>
                </a:solidFill>
                <a:latin typeface="Arial Nova Cond Light" panose="020B0306020202020204" pitchFamily="34" charset="0"/>
              </a:rPr>
              <a:t>Deve ter o mesmo nome do arquivo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D8371CA-A0C3-4385-9816-44B04CCBFF85}"/>
              </a:ext>
            </a:extLst>
          </p:cNvPr>
          <p:cNvSpPr txBox="1"/>
          <p:nvPr/>
        </p:nvSpPr>
        <p:spPr>
          <a:xfrm>
            <a:off x="4113515" y="4896586"/>
            <a:ext cx="1356307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None/>
            </a:pPr>
            <a:r>
              <a:rPr lang="pt-BR" altLang="pt-BR" sz="2400" dirty="0">
                <a:latin typeface="Arial Nova Cond Light" panose="020B0306020202020204" pitchFamily="34" charset="0"/>
              </a:rPr>
              <a:t>Instruções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08D334F-900F-4144-BACF-ACE2E828AD95}"/>
              </a:ext>
            </a:extLst>
          </p:cNvPr>
          <p:cNvSpPr txBox="1"/>
          <p:nvPr/>
        </p:nvSpPr>
        <p:spPr>
          <a:xfrm>
            <a:off x="6327780" y="4382021"/>
            <a:ext cx="442606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dirty="0">
                <a:latin typeface="Arial Nova Cond Light" panose="020B0306020202020204" pitchFamily="34" charset="0"/>
              </a:rPr>
              <a:t>Método </a:t>
            </a:r>
            <a:r>
              <a:rPr lang="pt-BR" altLang="pt-BR" sz="2400" dirty="0" err="1">
                <a:latin typeface="Arial Nova Cond Light" panose="020B0306020202020204" pitchFamily="34" charset="0"/>
              </a:rPr>
              <a:t>main</a:t>
            </a:r>
            <a:r>
              <a:rPr lang="pt-BR" altLang="pt-BR" sz="2400" dirty="0">
                <a:latin typeface="Arial Nova Cond Light" panose="020B0306020202020204" pitchFamily="34" charset="0"/>
              </a:rPr>
              <a:t>: onde inicia a execução</a:t>
            </a:r>
          </a:p>
        </p:txBody>
      </p:sp>
      <p:pic>
        <p:nvPicPr>
          <p:cNvPr id="26" name="Gráfico 25" descr="Seta de linha: curva ligeira">
            <a:extLst>
              <a:ext uri="{FF2B5EF4-FFF2-40B4-BE49-F238E27FC236}">
                <a16:creationId xmlns:a16="http://schemas.microsoft.com/office/drawing/2014/main" id="{755CA200-DC75-480F-85A1-1EE186F9CA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5148934" flipH="1">
            <a:off x="3047876" y="1863909"/>
            <a:ext cx="914400" cy="914400"/>
          </a:xfrm>
          <a:prstGeom prst="rect">
            <a:avLst/>
          </a:prstGeom>
        </p:spPr>
      </p:pic>
      <p:pic>
        <p:nvPicPr>
          <p:cNvPr id="28" name="Gráfico 27" descr="Seta de linha: curva ligeira">
            <a:extLst>
              <a:ext uri="{FF2B5EF4-FFF2-40B4-BE49-F238E27FC236}">
                <a16:creationId xmlns:a16="http://schemas.microsoft.com/office/drawing/2014/main" id="{915C5870-E51D-4E2F-B932-CB7ABFC46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7619422">
            <a:off x="5012622" y="1983569"/>
            <a:ext cx="914400" cy="914400"/>
          </a:xfrm>
          <a:prstGeom prst="rect">
            <a:avLst/>
          </a:prstGeom>
        </p:spPr>
      </p:pic>
      <p:pic>
        <p:nvPicPr>
          <p:cNvPr id="29" name="Gráfico 28" descr="Seta de linha: curva ligeira">
            <a:extLst>
              <a:ext uri="{FF2B5EF4-FFF2-40B4-BE49-F238E27FC236}">
                <a16:creationId xmlns:a16="http://schemas.microsoft.com/office/drawing/2014/main" id="{B795090B-1DF0-4858-89F9-1024B9BD0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2358905">
            <a:off x="3764654" y="4203158"/>
            <a:ext cx="914400" cy="914400"/>
          </a:xfrm>
          <a:prstGeom prst="rect">
            <a:avLst/>
          </a:prstGeom>
        </p:spPr>
      </p:pic>
      <p:pic>
        <p:nvPicPr>
          <p:cNvPr id="30" name="Gráfico 29" descr="Seta de linha: curva ligeira">
            <a:extLst>
              <a:ext uri="{FF2B5EF4-FFF2-40B4-BE49-F238E27FC236}">
                <a16:creationId xmlns:a16="http://schemas.microsoft.com/office/drawing/2014/main" id="{35E26C20-AA79-4575-A94D-DBC31C8FD9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841095" flipH="1">
            <a:off x="5638799" y="389462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307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5">
            <a:extLst>
              <a:ext uri="{FF2B5EF4-FFF2-40B4-BE49-F238E27FC236}">
                <a16:creationId xmlns:a16="http://schemas.microsoft.com/office/drawing/2014/main" id="{03C37F57-4B06-4D88-AF17-85D16875E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82" y="1018165"/>
            <a:ext cx="11390051" cy="13849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 algn="just" eaLnBrk="1" hangingPunct="1">
              <a:spcBef>
                <a:spcPct val="0"/>
              </a:spcBef>
              <a:buNone/>
            </a:pPr>
            <a:r>
              <a:rPr lang="pt-PT" altLang="pt-BR" sz="2800" dirty="0">
                <a:latin typeface="Arial Nova Cond Light" panose="020B0306020202020204" pitchFamily="34" charset="0"/>
              </a:rPr>
              <a:t>Considere os diagramas UML do seguinte item, observe que ele possui 2 construtores distintos. </a:t>
            </a:r>
            <a:r>
              <a:rPr lang="pt-BR" altLang="pt-BR" sz="2800" dirty="0">
                <a:latin typeface="Arial Nova Cond Light" panose="020B0306020202020204" pitchFamily="34" charset="0"/>
              </a:rPr>
              <a:t>Construa o código da respectiva classe e crie 2 objetos usando os construtores criados e os preencha com dados fornecidos pelo usuário. Exiba os dados dos objetos.</a:t>
            </a:r>
            <a:endParaRPr lang="pt-PT" altLang="pt-BR" sz="2800" dirty="0">
              <a:latin typeface="Arial Nova Cond Light" panose="020B0306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8926D8-DB94-4663-9BA9-4DB85CFEB7CF}"/>
              </a:ext>
            </a:extLst>
          </p:cNvPr>
          <p:cNvSpPr txBox="1">
            <a:spLocks/>
          </p:cNvSpPr>
          <p:nvPr/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Exercício da aula passada...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AA63C45B-B495-4B42-9187-F8EB7A5F4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902184"/>
              </p:ext>
            </p:extLst>
          </p:nvPr>
        </p:nvGraphicFramePr>
        <p:xfrm>
          <a:off x="443881" y="2639453"/>
          <a:ext cx="5059452" cy="28346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59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1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latin typeface="Arial Nova Cond Light" panose="020B0306020202020204" pitchFamily="34" charset="0"/>
                        </a:rPr>
                        <a:t>Produto</a:t>
                      </a:r>
                      <a:endParaRPr lang="pt-BR" sz="2400" b="1" dirty="0">
                        <a:latin typeface="Arial Nova Cond Light" panose="020B0306020202020204" pitchFamily="34" charset="0"/>
                      </a:endParaRPr>
                    </a:p>
                  </a:txBody>
                  <a:tcPr marL="91428" marR="91428" marT="45717" marB="4571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9165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Arial Nova Cond Light" panose="020B0306020202020204" pitchFamily="34" charset="0"/>
                        </a:rPr>
                        <a:t>marca</a:t>
                      </a:r>
                      <a:r>
                        <a:rPr lang="en-US" sz="2400" dirty="0">
                          <a:latin typeface="Arial Nova Cond Light" panose="020B0306020202020204" pitchFamily="34" charset="0"/>
                        </a:rPr>
                        <a:t>: string</a:t>
                      </a:r>
                    </a:p>
                    <a:p>
                      <a:r>
                        <a:rPr lang="en-US" sz="2400" dirty="0" err="1">
                          <a:latin typeface="Arial Nova Cond Light" panose="020B0306020202020204" pitchFamily="34" charset="0"/>
                        </a:rPr>
                        <a:t>fabricante</a:t>
                      </a:r>
                      <a:r>
                        <a:rPr lang="en-US" sz="2400" dirty="0">
                          <a:latin typeface="Arial Nova Cond Light" panose="020B0306020202020204" pitchFamily="34" charset="0"/>
                        </a:rPr>
                        <a:t>: string</a:t>
                      </a:r>
                    </a:p>
                    <a:p>
                      <a:r>
                        <a:rPr lang="en-US" sz="2400" dirty="0" err="1">
                          <a:latin typeface="Arial Nova Cond Light" panose="020B0306020202020204" pitchFamily="34" charset="0"/>
                        </a:rPr>
                        <a:t>cod_barras</a:t>
                      </a:r>
                      <a:r>
                        <a:rPr lang="en-US" sz="2400" dirty="0">
                          <a:latin typeface="Arial Nova Cond Light" panose="020B0306020202020204" pitchFamily="34" charset="0"/>
                        </a:rPr>
                        <a:t>: string</a:t>
                      </a:r>
                    </a:p>
                    <a:p>
                      <a:r>
                        <a:rPr lang="en-US" sz="2400" dirty="0" err="1">
                          <a:latin typeface="Arial Nova Cond Light" panose="020B0306020202020204" pitchFamily="34" charset="0"/>
                        </a:rPr>
                        <a:t>preco</a:t>
                      </a:r>
                      <a:r>
                        <a:rPr lang="en-US" sz="2400" dirty="0">
                          <a:latin typeface="Arial Nova Cond Light" panose="020B0306020202020204" pitchFamily="34" charset="0"/>
                        </a:rPr>
                        <a:t>: float</a:t>
                      </a:r>
                    </a:p>
                  </a:txBody>
                  <a:tcPr marL="91428" marR="91428" marT="45717" marB="4571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300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Arial Nova Cond Light" panose="020B0306020202020204" pitchFamily="34" charset="0"/>
                        </a:rPr>
                        <a:t>Produto</a:t>
                      </a:r>
                      <a:r>
                        <a:rPr lang="en-US" sz="2400" dirty="0">
                          <a:latin typeface="Arial Nova Cond Light" panose="020B0306020202020204" pitchFamily="34" charset="0"/>
                        </a:rPr>
                        <a:t>()</a:t>
                      </a:r>
                    </a:p>
                    <a:p>
                      <a:r>
                        <a:rPr lang="en-US" sz="2400" dirty="0" err="1">
                          <a:latin typeface="Arial Nova Cond Light" panose="020B0306020202020204" pitchFamily="34" charset="0"/>
                        </a:rPr>
                        <a:t>Produto</a:t>
                      </a:r>
                      <a:r>
                        <a:rPr lang="en-US" sz="2400" dirty="0">
                          <a:latin typeface="Arial Nova Cond Light" panose="020B0306020202020204" pitchFamily="34" charset="0"/>
                        </a:rPr>
                        <a:t> (m: string,</a:t>
                      </a:r>
                      <a:r>
                        <a:rPr lang="en-US" sz="2400" baseline="0" dirty="0">
                          <a:latin typeface="Arial Nova Cond Light" panose="020B0306020202020204" pitchFamily="34" charset="0"/>
                        </a:rPr>
                        <a:t> f:string, c:string, p:float</a:t>
                      </a:r>
                      <a:r>
                        <a:rPr lang="en-US" sz="2400" dirty="0">
                          <a:latin typeface="Arial Nova Cond Light" panose="020B0306020202020204" pitchFamily="34" charset="0"/>
                        </a:rPr>
                        <a:t>)</a:t>
                      </a:r>
                    </a:p>
                  </a:txBody>
                  <a:tcPr marL="91428" marR="91428" marT="45717" marB="4571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010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ítulo 1">
            <a:extLst>
              <a:ext uri="{FF2B5EF4-FFF2-40B4-BE49-F238E27FC236}">
                <a16:creationId xmlns:a16="http://schemas.microsoft.com/office/drawing/2014/main" id="{7ACBFE17-6741-4C44-A817-3C98FAE1C3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Modelo de memória</a:t>
            </a:r>
          </a:p>
        </p:txBody>
      </p:sp>
      <p:sp>
        <p:nvSpPr>
          <p:cNvPr id="30723" name="Espaço Reservado para Conteúdo 1">
            <a:extLst>
              <a:ext uri="{FF2B5EF4-FFF2-40B4-BE49-F238E27FC236}">
                <a16:creationId xmlns:a16="http://schemas.microsoft.com/office/drawing/2014/main" id="{C82C4DCF-E24F-4549-8111-A6B2771F7D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3883" y="1047892"/>
            <a:ext cx="11390051" cy="2470372"/>
          </a:xfrm>
        </p:spPr>
        <p:txBody>
          <a:bodyPr/>
          <a:lstStyle/>
          <a:p>
            <a:pPr marL="539750" indent="-444500">
              <a:buBlip>
                <a:blip r:embed="rId2"/>
              </a:buBlip>
            </a:pPr>
            <a:r>
              <a:rPr lang="pt-BR" altLang="pt-BR" dirty="0"/>
              <a:t>O </a:t>
            </a:r>
            <a:r>
              <a:rPr lang="pt-BR" altLang="pt-BR" dirty="0" err="1"/>
              <a:t>runtime</a:t>
            </a:r>
            <a:r>
              <a:rPr lang="pt-BR" altLang="pt-BR" dirty="0"/>
              <a:t> do Java (JRE – ambiente em tempo de execução) separa a memória em dois espaços chamados de </a:t>
            </a:r>
            <a:r>
              <a:rPr lang="pt-BR" altLang="pt-BR" dirty="0" err="1"/>
              <a:t>Stack</a:t>
            </a:r>
            <a:r>
              <a:rPr lang="pt-BR" altLang="pt-BR" dirty="0"/>
              <a:t> e </a:t>
            </a:r>
            <a:r>
              <a:rPr lang="pt-BR" altLang="pt-BR" dirty="0" err="1"/>
              <a:t>Heap</a:t>
            </a:r>
            <a:r>
              <a:rPr lang="pt-BR" altLang="pt-BR" dirty="0"/>
              <a:t>.</a:t>
            </a:r>
          </a:p>
          <a:p>
            <a:pPr marL="539750" indent="-444500">
              <a:buBlip>
                <a:blip r:embed="rId2"/>
              </a:buBlip>
            </a:pPr>
            <a:r>
              <a:rPr lang="pt-BR" altLang="pt-BR" dirty="0"/>
              <a:t>As variáveis de tipos primitivos são armazenadas na </a:t>
            </a:r>
            <a:r>
              <a:rPr lang="pt-BR" altLang="pt-BR" dirty="0" err="1"/>
              <a:t>Stack</a:t>
            </a:r>
            <a:endParaRPr lang="pt-BR" altLang="pt-BR" dirty="0"/>
          </a:p>
          <a:p>
            <a:pPr marL="539750" indent="-444500">
              <a:buBlip>
                <a:blip r:embed="rId2"/>
              </a:buBlip>
            </a:pPr>
            <a:r>
              <a:rPr lang="pt-BR" altLang="pt-BR" dirty="0"/>
              <a:t>Os objetos são armazenados na </a:t>
            </a:r>
            <a:r>
              <a:rPr lang="pt-BR" altLang="pt-BR" dirty="0" err="1"/>
              <a:t>Heap</a:t>
            </a:r>
            <a:r>
              <a:rPr lang="pt-BR" altLang="pt-BR" dirty="0"/>
              <a:t> e suas referências na </a:t>
            </a:r>
            <a:r>
              <a:rPr lang="pt-BR" altLang="pt-BR" dirty="0" err="1"/>
              <a:t>Stack</a:t>
            </a:r>
            <a:endParaRPr lang="pt-BR" altLang="pt-BR" dirty="0"/>
          </a:p>
        </p:txBody>
      </p:sp>
      <p:sp>
        <p:nvSpPr>
          <p:cNvPr id="30724" name="Retângulo 2">
            <a:extLst>
              <a:ext uri="{FF2B5EF4-FFF2-40B4-BE49-F238E27FC236}">
                <a16:creationId xmlns:a16="http://schemas.microsoft.com/office/drawing/2014/main" id="{99264461-C3A4-427D-86F6-A54978065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83" y="5680045"/>
            <a:ext cx="84264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http://www.ibm.com/developerworks/br/library/j-codetoheap/</a:t>
            </a:r>
          </a:p>
        </p:txBody>
      </p:sp>
      <p:pic>
        <p:nvPicPr>
          <p:cNvPr id="2" name="Imagem 1" descr="Uma imagem contendo mesa, bolo, pequeno, remoto&#10;&#10;Descrição gerada automaticamente">
            <a:extLst>
              <a:ext uri="{FF2B5EF4-FFF2-40B4-BE49-F238E27FC236}">
                <a16:creationId xmlns:a16="http://schemas.microsoft.com/office/drawing/2014/main" id="{555C5BA5-1420-42D8-9071-D2A6D8A999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501" y="4131304"/>
            <a:ext cx="2902892" cy="19608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ítulo 1">
            <a:extLst>
              <a:ext uri="{FF2B5EF4-FFF2-40B4-BE49-F238E27FC236}">
                <a16:creationId xmlns:a16="http://schemas.microsoft.com/office/drawing/2014/main" id="{75F1BEB6-A598-46BD-A261-76CAFAAF09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>
                <a:solidFill>
                  <a:schemeClr val="tx1"/>
                </a:solidFill>
              </a:rPr>
              <a:t>Modelo de memória (tipos primitivos)</a:t>
            </a:r>
          </a:p>
        </p:txBody>
      </p:sp>
      <p:sp>
        <p:nvSpPr>
          <p:cNvPr id="31747" name="Espaço Reservado para Conteúdo 2">
            <a:extLst>
              <a:ext uri="{FF2B5EF4-FFF2-40B4-BE49-F238E27FC236}">
                <a16:creationId xmlns:a16="http://schemas.microsoft.com/office/drawing/2014/main" id="{0CD27245-010B-4C7F-B19D-1ACC278936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3883" y="1047892"/>
            <a:ext cx="7147247" cy="319767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pt-BR" altLang="pt-BR" sz="22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pt-BR" altLang="pt-BR" sz="2200" dirty="0">
                <a:solidFill>
                  <a:schemeClr val="tx1"/>
                </a:solidFill>
                <a:latin typeface="Consolas" panose="020B0609020204030204" pitchFamily="49" charset="0"/>
              </a:rPr>
              <a:t> var1;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pt-BR" altLang="pt-BR" sz="2200" dirty="0">
                <a:solidFill>
                  <a:schemeClr val="tx1"/>
                </a:solidFill>
                <a:latin typeface="Consolas" panose="020B0609020204030204" pitchFamily="49" charset="0"/>
              </a:rPr>
              <a:t>var1 = 20;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pt-BR" altLang="pt-BR" sz="22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pt-BR" altLang="pt-BR" sz="2200" dirty="0">
                <a:solidFill>
                  <a:schemeClr val="tx1"/>
                </a:solidFill>
                <a:latin typeface="Consolas" panose="020B0609020204030204" pitchFamily="49" charset="0"/>
              </a:rPr>
              <a:t> var2;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pt-BR" altLang="pt-BR" sz="2200" dirty="0">
                <a:solidFill>
                  <a:schemeClr val="tx1"/>
                </a:solidFill>
                <a:latin typeface="Consolas" panose="020B0609020204030204" pitchFamily="49" charset="0"/>
              </a:rPr>
              <a:t>var2 = var1;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pt-BR" altLang="pt-BR" sz="2200" dirty="0">
                <a:solidFill>
                  <a:schemeClr val="tx1"/>
                </a:solidFill>
                <a:latin typeface="Consolas" panose="020B0609020204030204" pitchFamily="49" charset="0"/>
              </a:rPr>
              <a:t>var1 = 80;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pt-BR" altLang="pt-BR" sz="2200" dirty="0" err="1">
                <a:solidFill>
                  <a:schemeClr val="tx1"/>
                </a:solidFill>
                <a:latin typeface="Consolas" panose="020B0609020204030204" pitchFamily="49" charset="0"/>
              </a:rPr>
              <a:t>System.out.println</a:t>
            </a:r>
            <a:r>
              <a:rPr lang="pt-BR" altLang="pt-BR" sz="2200" dirty="0">
                <a:solidFill>
                  <a:schemeClr val="tx1"/>
                </a:solidFill>
                <a:latin typeface="Consolas" panose="020B0609020204030204" pitchFamily="49" charset="0"/>
              </a:rPr>
              <a:t>(“var1 </a:t>
            </a:r>
            <a:r>
              <a:rPr lang="pt-BR" altLang="pt-BR" sz="2200" dirty="0" err="1">
                <a:solidFill>
                  <a:schemeClr val="tx1"/>
                </a:solidFill>
                <a:latin typeface="Consolas" panose="020B0609020204030204" pitchFamily="49" charset="0"/>
              </a:rPr>
              <a:t>is</a:t>
            </a:r>
            <a:r>
              <a:rPr lang="pt-BR" altLang="pt-BR" sz="2200" dirty="0">
                <a:solidFill>
                  <a:schemeClr val="tx1"/>
                </a:solidFill>
                <a:latin typeface="Consolas" panose="020B0609020204030204" pitchFamily="49" charset="0"/>
              </a:rPr>
              <a:t> ”+ var1+”, var2 			  </a:t>
            </a:r>
            <a:r>
              <a:rPr lang="pt-BR" altLang="pt-BR" sz="2200" dirty="0" err="1">
                <a:solidFill>
                  <a:schemeClr val="tx1"/>
                </a:solidFill>
                <a:latin typeface="Consolas" panose="020B0609020204030204" pitchFamily="49" charset="0"/>
              </a:rPr>
              <a:t>is</a:t>
            </a:r>
            <a:r>
              <a:rPr lang="pt-BR" altLang="pt-BR" sz="2200" dirty="0">
                <a:solidFill>
                  <a:schemeClr val="tx1"/>
                </a:solidFill>
                <a:latin typeface="Consolas" panose="020B0609020204030204" pitchFamily="49" charset="0"/>
              </a:rPr>
              <a:t> ”+var2);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pt-BR" altLang="pt-BR" dirty="0">
                <a:solidFill>
                  <a:schemeClr val="tx1"/>
                </a:solidFill>
                <a:latin typeface="+mj-lt"/>
              </a:rPr>
              <a:t>Pergunta: O que será impresso na tela?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pt-BR" altLang="pt-BR" dirty="0">
                <a:solidFill>
                  <a:schemeClr val="tx1"/>
                </a:solidFill>
                <a:latin typeface="+mj-lt"/>
              </a:rPr>
              <a:t>Opções:</a:t>
            </a:r>
          </a:p>
        </p:txBody>
      </p:sp>
      <p:sp>
        <p:nvSpPr>
          <p:cNvPr id="31748" name="CaixaDeTexto 3">
            <a:extLst>
              <a:ext uri="{FF2B5EF4-FFF2-40B4-BE49-F238E27FC236}">
                <a16:creationId xmlns:a16="http://schemas.microsoft.com/office/drawing/2014/main" id="{9BA86307-4FAF-4C58-AA6E-B43C2BD81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6200" y="1103560"/>
            <a:ext cx="206659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Memoria </a:t>
            </a:r>
            <a:r>
              <a:rPr lang="pt-BR" altLang="pt-BR" sz="2800" dirty="0" err="1">
                <a:latin typeface="+mj-lt"/>
              </a:rPr>
              <a:t>Stack</a:t>
            </a:r>
            <a:endParaRPr lang="pt-BR" altLang="pt-BR" sz="2800" dirty="0">
              <a:latin typeface="+mj-lt"/>
            </a:endParaRPr>
          </a:p>
        </p:txBody>
      </p:sp>
      <p:sp>
        <p:nvSpPr>
          <p:cNvPr id="31749" name="CaixaDeTexto 4">
            <a:extLst>
              <a:ext uri="{FF2B5EF4-FFF2-40B4-BE49-F238E27FC236}">
                <a16:creationId xmlns:a16="http://schemas.microsoft.com/office/drawing/2014/main" id="{53CC08B4-5D3F-4F62-B9CF-ED38058A2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3644" y="1602692"/>
            <a:ext cx="7197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var1</a:t>
            </a:r>
          </a:p>
        </p:txBody>
      </p:sp>
      <p:sp>
        <p:nvSpPr>
          <p:cNvPr id="31750" name="CaixaDeTexto 5">
            <a:extLst>
              <a:ext uri="{FF2B5EF4-FFF2-40B4-BE49-F238E27FC236}">
                <a16:creationId xmlns:a16="http://schemas.microsoft.com/office/drawing/2014/main" id="{021084E6-6238-4056-82C8-A0568D4BC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3640" y="1634130"/>
            <a:ext cx="727075" cy="52322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20</a:t>
            </a:r>
          </a:p>
        </p:txBody>
      </p:sp>
      <p:sp>
        <p:nvSpPr>
          <p:cNvPr id="31753" name="CaixaDeTexto 10">
            <a:extLst>
              <a:ext uri="{FF2B5EF4-FFF2-40B4-BE49-F238E27FC236}">
                <a16:creationId xmlns:a16="http://schemas.microsoft.com/office/drawing/2014/main" id="{18B94041-0009-4FF0-8F50-724E77121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5516" y="2145241"/>
            <a:ext cx="7197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var2</a:t>
            </a:r>
          </a:p>
        </p:txBody>
      </p:sp>
      <p:sp>
        <p:nvSpPr>
          <p:cNvPr id="31754" name="CaixaDeTexto 11">
            <a:extLst>
              <a:ext uri="{FF2B5EF4-FFF2-40B4-BE49-F238E27FC236}">
                <a16:creationId xmlns:a16="http://schemas.microsoft.com/office/drawing/2014/main" id="{FB7701CC-4DE8-4594-8D1A-1D61A0EF1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2981" y="2244973"/>
            <a:ext cx="727075" cy="52322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pt-BR" altLang="pt-BR" sz="2800" dirty="0">
              <a:latin typeface="Verdana" panose="020B0604030504040204" pitchFamily="34" charset="0"/>
            </a:endParaRPr>
          </a:p>
        </p:txBody>
      </p:sp>
      <p:sp>
        <p:nvSpPr>
          <p:cNvPr id="31756" name="CaixaDeTexto 16">
            <a:extLst>
              <a:ext uri="{FF2B5EF4-FFF2-40B4-BE49-F238E27FC236}">
                <a16:creationId xmlns:a16="http://schemas.microsoft.com/office/drawing/2014/main" id="{EC3DE3AB-34D3-44CC-8E54-AE84DF418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9057" y="3005385"/>
            <a:ext cx="7197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>
                <a:latin typeface="+mj-lt"/>
              </a:rPr>
              <a:t>var1</a:t>
            </a:r>
          </a:p>
        </p:txBody>
      </p:sp>
      <p:sp>
        <p:nvSpPr>
          <p:cNvPr id="31757" name="CaixaDeTexto 17">
            <a:extLst>
              <a:ext uri="{FF2B5EF4-FFF2-40B4-BE49-F238E27FC236}">
                <a16:creationId xmlns:a16="http://schemas.microsoft.com/office/drawing/2014/main" id="{C5D14FE6-50FD-4285-ACB1-6120407D0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9619" y="3008560"/>
            <a:ext cx="727075" cy="52322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20</a:t>
            </a:r>
          </a:p>
        </p:txBody>
      </p:sp>
      <p:sp>
        <p:nvSpPr>
          <p:cNvPr id="31758" name="CaixaDeTexto 18">
            <a:extLst>
              <a:ext uri="{FF2B5EF4-FFF2-40B4-BE49-F238E27FC236}">
                <a16:creationId xmlns:a16="http://schemas.microsoft.com/office/drawing/2014/main" id="{6598DFEF-D944-428A-9E4F-06717A391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5745" y="3678394"/>
            <a:ext cx="7197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var2</a:t>
            </a:r>
          </a:p>
        </p:txBody>
      </p:sp>
      <p:sp>
        <p:nvSpPr>
          <p:cNvPr id="31759" name="CaixaDeTexto 19">
            <a:extLst>
              <a:ext uri="{FF2B5EF4-FFF2-40B4-BE49-F238E27FC236}">
                <a16:creationId xmlns:a16="http://schemas.microsoft.com/office/drawing/2014/main" id="{F4B54785-34F4-44A0-BEF0-2087924B1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6717" y="3631347"/>
            <a:ext cx="725488" cy="52322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 dirty="0">
                <a:solidFill>
                  <a:srgbClr val="FF0000"/>
                </a:solidFill>
                <a:latin typeface="+mj-lt"/>
              </a:rPr>
              <a:t>20</a:t>
            </a:r>
          </a:p>
        </p:txBody>
      </p:sp>
      <p:sp>
        <p:nvSpPr>
          <p:cNvPr id="23" name="Seta em curva para cima 22">
            <a:extLst>
              <a:ext uri="{FF2B5EF4-FFF2-40B4-BE49-F238E27FC236}">
                <a16:creationId xmlns:a16="http://schemas.microsoft.com/office/drawing/2014/main" id="{34A1B3DF-0658-4BCF-968D-CD1427522D27}"/>
              </a:ext>
            </a:extLst>
          </p:cNvPr>
          <p:cNvSpPr/>
          <p:nvPr/>
        </p:nvSpPr>
        <p:spPr>
          <a:xfrm rot="5400000" flipV="1">
            <a:off x="9755869" y="3366306"/>
            <a:ext cx="762000" cy="379413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chemeClr val="tx1"/>
              </a:solidFill>
            </a:endParaRPr>
          </a:p>
        </p:txBody>
      </p:sp>
      <p:sp>
        <p:nvSpPr>
          <p:cNvPr id="31761" name="CaixaDeTexto 23">
            <a:extLst>
              <a:ext uri="{FF2B5EF4-FFF2-40B4-BE49-F238E27FC236}">
                <a16:creationId xmlns:a16="http://schemas.microsoft.com/office/drawing/2014/main" id="{01B0922D-5DFB-4912-99AD-1FC045A7E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9532" y="4891335"/>
            <a:ext cx="7197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>
                <a:latin typeface="+mj-lt"/>
              </a:rPr>
              <a:t>var1</a:t>
            </a:r>
          </a:p>
        </p:txBody>
      </p:sp>
      <p:sp>
        <p:nvSpPr>
          <p:cNvPr id="31762" name="CaixaDeTexto 24">
            <a:extLst>
              <a:ext uri="{FF2B5EF4-FFF2-40B4-BE49-F238E27FC236}">
                <a16:creationId xmlns:a16="http://schemas.microsoft.com/office/drawing/2014/main" id="{8C0B88EE-012E-45F9-884D-91E9DA012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9144" y="4859585"/>
            <a:ext cx="727075" cy="52322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>
                <a:latin typeface="+mj-lt"/>
              </a:rPr>
              <a:t>20</a:t>
            </a:r>
          </a:p>
        </p:txBody>
      </p:sp>
      <p:sp>
        <p:nvSpPr>
          <p:cNvPr id="31763" name="CaixaDeTexto 25">
            <a:extLst>
              <a:ext uri="{FF2B5EF4-FFF2-40B4-BE49-F238E27FC236}">
                <a16:creationId xmlns:a16="http://schemas.microsoft.com/office/drawing/2014/main" id="{56214FB6-0913-40CA-BDF6-EEA21C01F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36869" y="4859585"/>
            <a:ext cx="727075" cy="52322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>
                <a:latin typeface="+mj-lt"/>
              </a:rPr>
              <a:t>80</a:t>
            </a:r>
          </a:p>
        </p:txBody>
      </p:sp>
      <p:sp>
        <p:nvSpPr>
          <p:cNvPr id="2" name="Chave direita 1">
            <a:extLst>
              <a:ext uri="{FF2B5EF4-FFF2-40B4-BE49-F238E27FC236}">
                <a16:creationId xmlns:a16="http://schemas.microsoft.com/office/drawing/2014/main" id="{AEA07353-5969-44D4-A75A-513C8A7125A8}"/>
              </a:ext>
            </a:extLst>
          </p:cNvPr>
          <p:cNvSpPr/>
          <p:nvPr/>
        </p:nvSpPr>
        <p:spPr>
          <a:xfrm>
            <a:off x="2185155" y="1154650"/>
            <a:ext cx="215900" cy="56515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BE2C662-4105-46CB-A736-556796003A31}"/>
              </a:ext>
            </a:extLst>
          </p:cNvPr>
          <p:cNvSpPr/>
          <p:nvPr/>
        </p:nvSpPr>
        <p:spPr>
          <a:xfrm>
            <a:off x="2474081" y="1251487"/>
            <a:ext cx="360000" cy="36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2800" dirty="0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9A86B037-39D3-4E87-96CA-588CA63E115C}"/>
              </a:ext>
            </a:extLst>
          </p:cNvPr>
          <p:cNvSpPr/>
          <p:nvPr/>
        </p:nvSpPr>
        <p:spPr>
          <a:xfrm>
            <a:off x="2114081" y="1918534"/>
            <a:ext cx="360000" cy="36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2800" dirty="0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205AB66B-DF89-4852-B5F2-FFE42595F808}"/>
              </a:ext>
            </a:extLst>
          </p:cNvPr>
          <p:cNvSpPr/>
          <p:nvPr/>
        </p:nvSpPr>
        <p:spPr>
          <a:xfrm>
            <a:off x="2536735" y="2332442"/>
            <a:ext cx="360000" cy="36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2800" dirty="0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76D0A33C-DF86-4E19-9B0F-7A1CEF8F3C51}"/>
              </a:ext>
            </a:extLst>
          </p:cNvPr>
          <p:cNvSpPr/>
          <p:nvPr/>
        </p:nvSpPr>
        <p:spPr>
          <a:xfrm>
            <a:off x="2221055" y="2744245"/>
            <a:ext cx="360000" cy="36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2800" dirty="0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63B81E2F-6310-435A-AC2A-B12AC051FFA9}"/>
              </a:ext>
            </a:extLst>
          </p:cNvPr>
          <p:cNvSpPr/>
          <p:nvPr/>
        </p:nvSpPr>
        <p:spPr>
          <a:xfrm>
            <a:off x="7998507" y="1732210"/>
            <a:ext cx="360000" cy="36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2800" dirty="0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B13FE8EF-C431-4F20-9CF4-8083E9A0BB91}"/>
              </a:ext>
            </a:extLst>
          </p:cNvPr>
          <p:cNvSpPr/>
          <p:nvPr/>
        </p:nvSpPr>
        <p:spPr>
          <a:xfrm>
            <a:off x="7998507" y="2289423"/>
            <a:ext cx="360000" cy="36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2800" dirty="0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D936D894-A7AC-4A5E-BCA9-C2FBC5F08E05}"/>
              </a:ext>
            </a:extLst>
          </p:cNvPr>
          <p:cNvSpPr/>
          <p:nvPr/>
        </p:nvSpPr>
        <p:spPr>
          <a:xfrm>
            <a:off x="8048387" y="3423079"/>
            <a:ext cx="360000" cy="36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2800" dirty="0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0B2BA071-B794-44A8-905B-0DDDBBAD4999}"/>
              </a:ext>
            </a:extLst>
          </p:cNvPr>
          <p:cNvSpPr/>
          <p:nvPr/>
        </p:nvSpPr>
        <p:spPr>
          <a:xfrm>
            <a:off x="8212128" y="4941195"/>
            <a:ext cx="360000" cy="36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2800" dirty="0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11" name="Seta para a direita 10">
            <a:extLst>
              <a:ext uri="{FF2B5EF4-FFF2-40B4-BE49-F238E27FC236}">
                <a16:creationId xmlns:a16="http://schemas.microsoft.com/office/drawing/2014/main" id="{F2A3A86C-2424-4CDA-B6BB-90891CD8FDC4}"/>
              </a:ext>
            </a:extLst>
          </p:cNvPr>
          <p:cNvSpPr/>
          <p:nvPr/>
        </p:nvSpPr>
        <p:spPr>
          <a:xfrm rot="10800000">
            <a:off x="5306923" y="5382805"/>
            <a:ext cx="719137" cy="401638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5" name="Multiplicar 14">
            <a:extLst>
              <a:ext uri="{FF2B5EF4-FFF2-40B4-BE49-F238E27FC236}">
                <a16:creationId xmlns:a16="http://schemas.microsoft.com/office/drawing/2014/main" id="{E87F8B2E-C5DC-4DA9-B925-27D6F95C2753}"/>
              </a:ext>
            </a:extLst>
          </p:cNvPr>
          <p:cNvSpPr/>
          <p:nvPr/>
        </p:nvSpPr>
        <p:spPr>
          <a:xfrm>
            <a:off x="9156861" y="4562186"/>
            <a:ext cx="965200" cy="1152525"/>
          </a:xfrm>
          <a:prstGeom prst="mathMultiply">
            <a:avLst>
              <a:gd name="adj1" fmla="val 8184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8B9C08FD-AE0A-41DD-9CC2-85B0A6C89D81}"/>
              </a:ext>
            </a:extLst>
          </p:cNvPr>
          <p:cNvSpPr txBox="1"/>
          <p:nvPr/>
        </p:nvSpPr>
        <p:spPr>
          <a:xfrm>
            <a:off x="1851614" y="4796851"/>
            <a:ext cx="5321369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pt-BR" altLang="pt-BR" sz="2800" dirty="0">
                <a:latin typeface="+mj-lt"/>
              </a:rPr>
              <a:t>1- var1 </a:t>
            </a:r>
            <a:r>
              <a:rPr lang="pt-BR" altLang="pt-BR" sz="2800" dirty="0" err="1">
                <a:latin typeface="+mj-lt"/>
              </a:rPr>
              <a:t>is</a:t>
            </a:r>
            <a:r>
              <a:rPr lang="pt-BR" altLang="pt-BR" sz="2800" dirty="0">
                <a:latin typeface="+mj-lt"/>
              </a:rPr>
              <a:t> 20, var2 </a:t>
            </a:r>
            <a:r>
              <a:rPr lang="pt-BR" altLang="pt-BR" sz="2800" dirty="0" err="1">
                <a:latin typeface="+mj-lt"/>
              </a:rPr>
              <a:t>is</a:t>
            </a:r>
            <a:r>
              <a:rPr lang="pt-BR" altLang="pt-BR" sz="2800" dirty="0">
                <a:latin typeface="+mj-lt"/>
              </a:rPr>
              <a:t> 80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pt-BR" altLang="pt-BR" sz="2800" dirty="0">
                <a:latin typeface="+mj-lt"/>
              </a:rPr>
              <a:t>2- var1 </a:t>
            </a:r>
            <a:r>
              <a:rPr lang="pt-BR" altLang="pt-BR" sz="2800" dirty="0" err="1">
                <a:latin typeface="+mj-lt"/>
              </a:rPr>
              <a:t>is</a:t>
            </a:r>
            <a:r>
              <a:rPr lang="pt-BR" altLang="pt-BR" sz="2800" dirty="0">
                <a:latin typeface="+mj-lt"/>
              </a:rPr>
              <a:t> 80, var2 </a:t>
            </a:r>
            <a:r>
              <a:rPr lang="pt-BR" altLang="pt-BR" sz="2800" dirty="0" err="1">
                <a:latin typeface="+mj-lt"/>
              </a:rPr>
              <a:t>is</a:t>
            </a:r>
            <a:r>
              <a:rPr lang="pt-BR" altLang="pt-BR" sz="2800" dirty="0">
                <a:latin typeface="+mj-lt"/>
              </a:rPr>
              <a:t> 20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pt-BR" altLang="pt-BR" sz="2800" dirty="0">
                <a:latin typeface="+mj-lt"/>
              </a:rPr>
              <a:t>3- var1 </a:t>
            </a:r>
            <a:r>
              <a:rPr lang="pt-BR" altLang="pt-BR" sz="2800" dirty="0" err="1">
                <a:latin typeface="+mj-lt"/>
              </a:rPr>
              <a:t>is</a:t>
            </a:r>
            <a:r>
              <a:rPr lang="pt-BR" altLang="pt-BR" sz="2800" dirty="0">
                <a:latin typeface="+mj-lt"/>
              </a:rPr>
              <a:t> 80, var2 </a:t>
            </a:r>
            <a:r>
              <a:rPr lang="pt-BR" altLang="pt-BR" sz="2800" dirty="0" err="1">
                <a:latin typeface="+mj-lt"/>
              </a:rPr>
              <a:t>is</a:t>
            </a:r>
            <a:r>
              <a:rPr lang="pt-BR" altLang="pt-BR" sz="2800" dirty="0">
                <a:latin typeface="+mj-lt"/>
              </a:rPr>
              <a:t> 80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9" grpId="0"/>
      <p:bldP spid="31750" grpId="0" animBg="1"/>
      <p:bldP spid="31753" grpId="0"/>
      <p:bldP spid="31754" grpId="0" animBg="1"/>
      <p:bldP spid="31756" grpId="0"/>
      <p:bldP spid="31757" grpId="0" animBg="1"/>
      <p:bldP spid="31758" grpId="0"/>
      <p:bldP spid="31759" grpId="0" animBg="1"/>
      <p:bldP spid="23" grpId="0" animBg="1"/>
      <p:bldP spid="31761" grpId="0"/>
      <p:bldP spid="31762" grpId="0" animBg="1"/>
      <p:bldP spid="31763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>
            <a:extLst>
              <a:ext uri="{FF2B5EF4-FFF2-40B4-BE49-F238E27FC236}">
                <a16:creationId xmlns:a16="http://schemas.microsoft.com/office/drawing/2014/main" id="{748EFF34-9300-4E7E-8EDB-134F3FC92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Modelo de memória (tipos primitivos)</a:t>
            </a:r>
          </a:p>
        </p:txBody>
      </p:sp>
      <p:sp>
        <p:nvSpPr>
          <p:cNvPr id="32771" name="Espaço Reservado para Conteúdo 2">
            <a:extLst>
              <a:ext uri="{FF2B5EF4-FFF2-40B4-BE49-F238E27FC236}">
                <a16:creationId xmlns:a16="http://schemas.microsoft.com/office/drawing/2014/main" id="{9F094EE3-3093-4DD5-BC96-5B2FEDD5DC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pt-BR" altLang="pt-BR" sz="23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pt-BR" altLang="pt-BR" sz="2300" dirty="0">
                <a:solidFill>
                  <a:schemeClr val="tx1"/>
                </a:solidFill>
                <a:latin typeface="Consolas" panose="020B0609020204030204" pitchFamily="49" charset="0"/>
              </a:rPr>
              <a:t> var1=150;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pt-BR" altLang="pt-BR" sz="23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pt-BR" altLang="pt-BR" sz="2300" dirty="0">
                <a:solidFill>
                  <a:schemeClr val="tx1"/>
                </a:solidFill>
                <a:latin typeface="Consolas" panose="020B0609020204030204" pitchFamily="49" charset="0"/>
              </a:rPr>
              <a:t> var2 = var1+1;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pt-BR" altLang="pt-BR" sz="2300" dirty="0">
                <a:solidFill>
                  <a:schemeClr val="tx1"/>
                </a:solidFill>
                <a:latin typeface="Consolas" panose="020B0609020204030204" pitchFamily="49" charset="0"/>
              </a:rPr>
              <a:t>var1 = var2+1;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pt-BR" altLang="pt-BR" sz="2300" dirty="0" err="1">
                <a:solidFill>
                  <a:schemeClr val="tx1"/>
                </a:solidFill>
                <a:latin typeface="Consolas" panose="020B0609020204030204" pitchFamily="49" charset="0"/>
              </a:rPr>
              <a:t>System.out.println</a:t>
            </a:r>
            <a:r>
              <a:rPr lang="pt-BR" altLang="pt-BR" sz="2300" dirty="0">
                <a:solidFill>
                  <a:schemeClr val="tx1"/>
                </a:solidFill>
                <a:latin typeface="Consolas" panose="020B0609020204030204" pitchFamily="49" charset="0"/>
              </a:rPr>
              <a:t>(“var1:”+var1+”,var2:”+var2);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pt-BR" altLang="pt-BR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pt-BR" altLang="pt-BR" dirty="0">
                <a:solidFill>
                  <a:schemeClr val="tx1"/>
                </a:solidFill>
              </a:rPr>
              <a:t>O que será impresso?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pt-BR" altLang="pt-BR" dirty="0">
              <a:solidFill>
                <a:schemeClr val="tx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FE37977-AE98-4C3C-89FC-98A87A663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341" y="4454481"/>
            <a:ext cx="29011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var1: 152 , var2 : 151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610D61A1-E17F-4291-AC21-80FD011E4532}"/>
              </a:ext>
            </a:extLst>
          </p:cNvPr>
          <p:cNvGrpSpPr/>
          <p:nvPr/>
        </p:nvGrpSpPr>
        <p:grpSpPr>
          <a:xfrm>
            <a:off x="7743899" y="1254034"/>
            <a:ext cx="4090035" cy="4944143"/>
            <a:chOff x="7743899" y="1254034"/>
            <a:chExt cx="4090035" cy="4944143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A41F0A97-7A9B-44EB-A2E8-071AB81BECB4}"/>
                </a:ext>
              </a:extLst>
            </p:cNvPr>
            <p:cNvGrpSpPr/>
            <p:nvPr/>
          </p:nvGrpSpPr>
          <p:grpSpPr>
            <a:xfrm>
              <a:off x="7743899" y="1254034"/>
              <a:ext cx="2194560" cy="2072640"/>
              <a:chOff x="8421189" y="2107474"/>
              <a:chExt cx="2194560" cy="2072640"/>
            </a:xfrm>
          </p:grpSpPr>
          <p:sp>
            <p:nvSpPr>
              <p:cNvPr id="9" name="Balão de Pensamento: Nuvem 8">
                <a:extLst>
                  <a:ext uri="{FF2B5EF4-FFF2-40B4-BE49-F238E27FC236}">
                    <a16:creationId xmlns:a16="http://schemas.microsoft.com/office/drawing/2014/main" id="{0E83253C-488C-4AD9-A99A-4D28152B6084}"/>
                  </a:ext>
                </a:extLst>
              </p:cNvPr>
              <p:cNvSpPr/>
              <p:nvPr/>
            </p:nvSpPr>
            <p:spPr>
              <a:xfrm>
                <a:off x="8421189" y="2107474"/>
                <a:ext cx="2194560" cy="2072640"/>
              </a:xfrm>
              <a:prstGeom prst="cloudCallout">
                <a:avLst>
                  <a:gd name="adj1" fmla="val 57342"/>
                  <a:gd name="adj2" fmla="val 68802"/>
                </a:avLst>
              </a:prstGeom>
              <a:solidFill>
                <a:srgbClr val="FFFCF3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8" name="Gráfico 7" descr="Ponto de interrogação">
                <a:extLst>
                  <a:ext uri="{FF2B5EF4-FFF2-40B4-BE49-F238E27FC236}">
                    <a16:creationId xmlns:a16="http://schemas.microsoft.com/office/drawing/2014/main" id="{4452E9E0-1621-4F77-8B4A-CD33ADA0B5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944310" y="2580267"/>
                <a:ext cx="1080167" cy="1080167"/>
              </a:xfrm>
              <a:prstGeom prst="rect">
                <a:avLst/>
              </a:prstGeom>
            </p:spPr>
          </p:pic>
        </p:grpSp>
        <p:pic>
          <p:nvPicPr>
            <p:cNvPr id="3" name="Imagem 2" descr="Uma imagem contendo no interior, mesa, computador, mouse&#10;&#10;Descrição gerada automaticamente">
              <a:extLst>
                <a:ext uri="{FF2B5EF4-FFF2-40B4-BE49-F238E27FC236}">
                  <a16:creationId xmlns:a16="http://schemas.microsoft.com/office/drawing/2014/main" id="{2910CAE1-A3A5-4B73-BE98-862B924D2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38459" y="3874077"/>
              <a:ext cx="1895475" cy="23241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ítulo 1">
            <a:extLst>
              <a:ext uri="{FF2B5EF4-FFF2-40B4-BE49-F238E27FC236}">
                <a16:creationId xmlns:a16="http://schemas.microsoft.com/office/drawing/2014/main" id="{000F6E22-3631-43E2-8014-555C8F8FDD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altLang="pt-BR" dirty="0"/>
              <a:t>Tipos primitivos VS Objeto</a:t>
            </a:r>
          </a:p>
        </p:txBody>
      </p:sp>
      <p:sp>
        <p:nvSpPr>
          <p:cNvPr id="33795" name="Espaço Reservado para Conteúdo 2">
            <a:extLst>
              <a:ext uri="{FF2B5EF4-FFF2-40B4-BE49-F238E27FC236}">
                <a16:creationId xmlns:a16="http://schemas.microsoft.com/office/drawing/2014/main" id="{0990203E-159B-4CCD-AE27-36E0A67D5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885" y="1662356"/>
            <a:ext cx="5185170" cy="3874145"/>
          </a:xfrm>
        </p:spPr>
        <p:txBody>
          <a:bodyPr>
            <a:noAutofit/>
          </a:bodyPr>
          <a:lstStyle/>
          <a:p>
            <a:r>
              <a:rPr lang="pt-BR" altLang="pt-BR" dirty="0" err="1">
                <a:solidFill>
                  <a:schemeClr val="tx1"/>
                </a:solidFill>
                <a:latin typeface="+mj-lt"/>
              </a:rPr>
              <a:t>int</a:t>
            </a:r>
            <a:r>
              <a:rPr lang="pt-BR" altLang="pt-BR" dirty="0">
                <a:solidFill>
                  <a:schemeClr val="tx1"/>
                </a:solidFill>
                <a:latin typeface="+mj-lt"/>
              </a:rPr>
              <a:t> var1 = 20;</a:t>
            </a:r>
          </a:p>
          <a:p>
            <a:pPr>
              <a:spcBef>
                <a:spcPts val="1800"/>
              </a:spcBef>
            </a:pPr>
            <a:r>
              <a:rPr lang="pt-BR" altLang="pt-BR" dirty="0">
                <a:solidFill>
                  <a:schemeClr val="tx1"/>
                </a:solidFill>
                <a:latin typeface="+mj-lt"/>
              </a:rPr>
              <a:t>Pessoa p1;</a:t>
            </a:r>
          </a:p>
          <a:p>
            <a:pPr>
              <a:spcBef>
                <a:spcPts val="300"/>
              </a:spcBef>
            </a:pPr>
            <a:r>
              <a:rPr lang="pt-BR" altLang="pt-BR" dirty="0">
                <a:solidFill>
                  <a:schemeClr val="tx1"/>
                </a:solidFill>
                <a:latin typeface="+mj-lt"/>
              </a:rPr>
              <a:t>p1= new Pessoa(“Fulano1”, 33);</a:t>
            </a:r>
          </a:p>
          <a:p>
            <a:r>
              <a:rPr lang="pt-BR" altLang="pt-BR" dirty="0">
                <a:solidFill>
                  <a:schemeClr val="tx1"/>
                </a:solidFill>
                <a:latin typeface="+mj-lt"/>
              </a:rPr>
              <a:t>Pessoa p2 = new Pessoa(“Fulano”,35);</a:t>
            </a:r>
          </a:p>
          <a:p>
            <a:pPr>
              <a:spcBef>
                <a:spcPts val="1800"/>
              </a:spcBef>
            </a:pPr>
            <a:r>
              <a:rPr lang="pt-BR" altLang="pt-BR" dirty="0">
                <a:solidFill>
                  <a:schemeClr val="tx1"/>
                </a:solidFill>
                <a:latin typeface="+mj-lt"/>
              </a:rPr>
              <a:t>p2.nome = “Fulano2”;</a:t>
            </a:r>
          </a:p>
          <a:p>
            <a:pPr>
              <a:spcBef>
                <a:spcPts val="1800"/>
              </a:spcBef>
            </a:pPr>
            <a:r>
              <a:rPr lang="pt-BR" altLang="pt-BR" dirty="0">
                <a:solidFill>
                  <a:schemeClr val="tx1"/>
                </a:solidFill>
                <a:latin typeface="+mj-lt"/>
              </a:rPr>
              <a:t>Pessoa p3;</a:t>
            </a:r>
          </a:p>
          <a:p>
            <a:pPr>
              <a:spcBef>
                <a:spcPts val="300"/>
              </a:spcBef>
            </a:pPr>
            <a:r>
              <a:rPr lang="pt-BR" altLang="pt-BR" dirty="0">
                <a:solidFill>
                  <a:schemeClr val="tx1"/>
                </a:solidFill>
                <a:latin typeface="+mj-lt"/>
              </a:rPr>
              <a:t>p3 = p2; </a:t>
            </a:r>
          </a:p>
        </p:txBody>
      </p:sp>
      <p:sp>
        <p:nvSpPr>
          <p:cNvPr id="33796" name="CaixaDeTexto 3">
            <a:extLst>
              <a:ext uri="{FF2B5EF4-FFF2-40B4-BE49-F238E27FC236}">
                <a16:creationId xmlns:a16="http://schemas.microsoft.com/office/drawing/2014/main" id="{A18F3230-806F-4C06-A4E0-58F1947C7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3774" y="1659321"/>
            <a:ext cx="7197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var1</a:t>
            </a:r>
          </a:p>
        </p:txBody>
      </p:sp>
      <p:sp>
        <p:nvSpPr>
          <p:cNvPr id="33797" name="CaixaDeTexto 4">
            <a:extLst>
              <a:ext uri="{FF2B5EF4-FFF2-40B4-BE49-F238E27FC236}">
                <a16:creationId xmlns:a16="http://schemas.microsoft.com/office/drawing/2014/main" id="{7A38AF80-DA0D-4D42-BC3E-0E423D593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115" y="1647486"/>
            <a:ext cx="725487" cy="52322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20</a:t>
            </a:r>
          </a:p>
        </p:txBody>
      </p:sp>
      <p:sp>
        <p:nvSpPr>
          <p:cNvPr id="33798" name="CaixaDeTexto 5">
            <a:extLst>
              <a:ext uri="{FF2B5EF4-FFF2-40B4-BE49-F238E27FC236}">
                <a16:creationId xmlns:a16="http://schemas.microsoft.com/office/drawing/2014/main" id="{B1635D83-BD08-41A6-816B-20A0DBAA8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6104" y="2591718"/>
            <a:ext cx="54721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p1</a:t>
            </a:r>
          </a:p>
        </p:txBody>
      </p:sp>
      <p:sp>
        <p:nvSpPr>
          <p:cNvPr id="33799" name="CaixaDeTexto 6">
            <a:extLst>
              <a:ext uri="{FF2B5EF4-FFF2-40B4-BE49-F238E27FC236}">
                <a16:creationId xmlns:a16="http://schemas.microsoft.com/office/drawing/2014/main" id="{D7FC1765-4BAD-4B28-98DB-90442480D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0307" y="2591718"/>
            <a:ext cx="793806" cy="52322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@34</a:t>
            </a:r>
          </a:p>
        </p:txBody>
      </p:sp>
      <p:sp>
        <p:nvSpPr>
          <p:cNvPr id="33800" name="CaixaDeTexto 7">
            <a:extLst>
              <a:ext uri="{FF2B5EF4-FFF2-40B4-BE49-F238E27FC236}">
                <a16:creationId xmlns:a16="http://schemas.microsoft.com/office/drawing/2014/main" id="{A530E993-B2C5-42E5-986F-5D908E44B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2279" y="1553786"/>
            <a:ext cx="20393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b="1" dirty="0">
                <a:latin typeface="+mj-lt"/>
              </a:rPr>
              <a:t>Memória </a:t>
            </a:r>
            <a:r>
              <a:rPr lang="pt-BR" altLang="pt-BR" sz="2800" b="1" dirty="0" err="1">
                <a:latin typeface="+mj-lt"/>
              </a:rPr>
              <a:t>Heap</a:t>
            </a:r>
            <a:endParaRPr lang="pt-BR" altLang="pt-BR" sz="2800" b="1" dirty="0">
              <a:latin typeface="+mj-lt"/>
            </a:endParaRPr>
          </a:p>
        </p:txBody>
      </p:sp>
      <p:sp>
        <p:nvSpPr>
          <p:cNvPr id="33802" name="CaixaDeTexto 9">
            <a:extLst>
              <a:ext uri="{FF2B5EF4-FFF2-40B4-BE49-F238E27FC236}">
                <a16:creationId xmlns:a16="http://schemas.microsoft.com/office/drawing/2014/main" id="{27FFE58B-1E2B-4EBD-BB4D-A8D44F81F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8103" y="2559668"/>
            <a:ext cx="79380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@34</a:t>
            </a:r>
          </a:p>
        </p:txBody>
      </p:sp>
      <p:sp>
        <p:nvSpPr>
          <p:cNvPr id="33803" name="CaixaDeTexto 10">
            <a:extLst>
              <a:ext uri="{FF2B5EF4-FFF2-40B4-BE49-F238E27FC236}">
                <a16:creationId xmlns:a16="http://schemas.microsoft.com/office/drawing/2014/main" id="{3F02E578-B2DF-48B3-B25A-AE0C710FD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2242" y="1066995"/>
            <a:ext cx="29502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Endereço de memória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F305638A-6BCB-4EDF-8491-4A00BE02F6D5}"/>
              </a:ext>
            </a:extLst>
          </p:cNvPr>
          <p:cNvCxnSpPr>
            <a:cxnSpLocks/>
            <a:endCxn id="33802" idx="0"/>
          </p:cNvCxnSpPr>
          <p:nvPr/>
        </p:nvCxnSpPr>
        <p:spPr>
          <a:xfrm flipH="1">
            <a:off x="8615007" y="1503083"/>
            <a:ext cx="178980" cy="10565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836" name="Agrupar 33835">
            <a:extLst>
              <a:ext uri="{FF2B5EF4-FFF2-40B4-BE49-F238E27FC236}">
                <a16:creationId xmlns:a16="http://schemas.microsoft.com/office/drawing/2014/main" id="{30A3ED21-3841-403A-B9C4-951F44811DD5}"/>
              </a:ext>
            </a:extLst>
          </p:cNvPr>
          <p:cNvGrpSpPr/>
          <p:nvPr/>
        </p:nvGrpSpPr>
        <p:grpSpPr>
          <a:xfrm>
            <a:off x="9166489" y="2117372"/>
            <a:ext cx="2672096" cy="1276735"/>
            <a:chOff x="9166489" y="2117372"/>
            <a:chExt cx="2672096" cy="1276735"/>
          </a:xfrm>
        </p:grpSpPr>
        <p:grpSp>
          <p:nvGrpSpPr>
            <p:cNvPr id="33830" name="Agrupar 33829">
              <a:extLst>
                <a:ext uri="{FF2B5EF4-FFF2-40B4-BE49-F238E27FC236}">
                  <a16:creationId xmlns:a16="http://schemas.microsoft.com/office/drawing/2014/main" id="{19179228-868E-4326-9F0C-A1A2085F7412}"/>
                </a:ext>
              </a:extLst>
            </p:cNvPr>
            <p:cNvGrpSpPr/>
            <p:nvPr/>
          </p:nvGrpSpPr>
          <p:grpSpPr>
            <a:xfrm>
              <a:off x="9166489" y="2117372"/>
              <a:ext cx="2672096" cy="1276735"/>
              <a:chOff x="9082764" y="2261098"/>
              <a:chExt cx="2672096" cy="1299179"/>
            </a:xfrm>
          </p:grpSpPr>
          <p:sp>
            <p:nvSpPr>
              <p:cNvPr id="9" name="Retângulo de cantos arredondados 8">
                <a:extLst>
                  <a:ext uri="{FF2B5EF4-FFF2-40B4-BE49-F238E27FC236}">
                    <a16:creationId xmlns:a16="http://schemas.microsoft.com/office/drawing/2014/main" id="{6F886B0E-4629-442A-80AE-BF34B6FBE3F8}"/>
                  </a:ext>
                </a:extLst>
              </p:cNvPr>
              <p:cNvSpPr/>
              <p:nvPr/>
            </p:nvSpPr>
            <p:spPr>
              <a:xfrm>
                <a:off x="9082764" y="2261098"/>
                <a:ext cx="2672096" cy="1299179"/>
              </a:xfrm>
              <a:prstGeom prst="roundRect">
                <a:avLst/>
              </a:prstGeom>
              <a:solidFill>
                <a:srgbClr val="FFFCF3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/>
              </a:p>
            </p:txBody>
          </p:sp>
          <p:sp>
            <p:nvSpPr>
              <p:cNvPr id="33805" name="CaixaDeTexto 16">
                <a:extLst>
                  <a:ext uri="{FF2B5EF4-FFF2-40B4-BE49-F238E27FC236}">
                    <a16:creationId xmlns:a16="http://schemas.microsoft.com/office/drawing/2014/main" id="{8042B54D-74EC-4B8C-8AF2-2C2097CB12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44289" y="2261098"/>
                <a:ext cx="89639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800" dirty="0">
                    <a:latin typeface="+mj-lt"/>
                  </a:rPr>
                  <a:t>nome</a:t>
                </a:r>
              </a:p>
            </p:txBody>
          </p:sp>
          <p:sp>
            <p:nvSpPr>
              <p:cNvPr id="33806" name="CaixaDeTexto 17">
                <a:extLst>
                  <a:ext uri="{FF2B5EF4-FFF2-40B4-BE49-F238E27FC236}">
                    <a16:creationId xmlns:a16="http://schemas.microsoft.com/office/drawing/2014/main" id="{AC8B98FA-55CA-4356-AF9C-42555824F5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87724" y="2851146"/>
                <a:ext cx="862737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800" dirty="0">
                    <a:latin typeface="+mj-lt"/>
                  </a:rPr>
                  <a:t>idade</a:t>
                </a:r>
              </a:p>
            </p:txBody>
          </p:sp>
          <p:sp>
            <p:nvSpPr>
              <p:cNvPr id="33807" name="CaixaDeTexto 18">
                <a:extLst>
                  <a:ext uri="{FF2B5EF4-FFF2-40B4-BE49-F238E27FC236}">
                    <a16:creationId xmlns:a16="http://schemas.microsoft.com/office/drawing/2014/main" id="{8D0EA69F-5A01-41BD-9ED2-E592111343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71264" y="2925295"/>
                <a:ext cx="727075" cy="523220"/>
              </a:xfrm>
              <a:prstGeom prst="rect">
                <a:avLst/>
              </a:prstGeom>
              <a:noFill/>
              <a:ln w="9525">
                <a:solidFill>
                  <a:srgbClr val="FFC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800">
                    <a:latin typeface="+mj-lt"/>
                  </a:rPr>
                  <a:t>33</a:t>
                </a:r>
              </a:p>
            </p:txBody>
          </p:sp>
        </p:grpSp>
        <p:sp>
          <p:nvSpPr>
            <p:cNvPr id="33808" name="CaixaDeTexto 19">
              <a:extLst>
                <a:ext uri="{FF2B5EF4-FFF2-40B4-BE49-F238E27FC236}">
                  <a16:creationId xmlns:a16="http://schemas.microsoft.com/office/drawing/2014/main" id="{D1CFF06F-0756-45E7-A616-960C78D1DD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55770" y="2189485"/>
              <a:ext cx="1328236" cy="523220"/>
            </a:xfrm>
            <a:prstGeom prst="rect">
              <a:avLst/>
            </a:prstGeom>
            <a:noFill/>
            <a:ln w="9525">
              <a:solidFill>
                <a:srgbClr val="FFC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Fulano1</a:t>
              </a:r>
            </a:p>
          </p:txBody>
        </p:sp>
      </p:grpSp>
      <p:sp>
        <p:nvSpPr>
          <p:cNvPr id="33809" name="CaixaDeTexto 28">
            <a:extLst>
              <a:ext uri="{FF2B5EF4-FFF2-40B4-BE49-F238E27FC236}">
                <a16:creationId xmlns:a16="http://schemas.microsoft.com/office/drawing/2014/main" id="{EF636B03-8A1B-4CCB-83BA-62BAFBBB5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2270" y="3897584"/>
            <a:ext cx="79380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@38</a:t>
            </a:r>
          </a:p>
        </p:txBody>
      </p:sp>
      <p:sp>
        <p:nvSpPr>
          <p:cNvPr id="33810" name="CaixaDeTexto 30">
            <a:extLst>
              <a:ext uri="{FF2B5EF4-FFF2-40B4-BE49-F238E27FC236}">
                <a16:creationId xmlns:a16="http://schemas.microsoft.com/office/drawing/2014/main" id="{DA7BA16D-67F1-4ECC-A4A8-B958E6D76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665" y="3232932"/>
            <a:ext cx="5052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p2</a:t>
            </a:r>
          </a:p>
        </p:txBody>
      </p:sp>
      <p:sp>
        <p:nvSpPr>
          <p:cNvPr id="33811" name="CaixaDeTexto 31">
            <a:extLst>
              <a:ext uri="{FF2B5EF4-FFF2-40B4-BE49-F238E27FC236}">
                <a16:creationId xmlns:a16="http://schemas.microsoft.com/office/drawing/2014/main" id="{1BF46DFB-52D4-417C-8AC4-FA2BCDB64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5731" y="3246257"/>
            <a:ext cx="813572" cy="52322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@38</a:t>
            </a:r>
          </a:p>
        </p:txBody>
      </p: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0C37AB6F-82FA-41CB-886F-9FA25F6918E4}"/>
              </a:ext>
            </a:extLst>
          </p:cNvPr>
          <p:cNvCxnSpPr>
            <a:cxnSpLocks/>
            <a:stCxn id="33799" idx="3"/>
            <a:endCxn id="33802" idx="1"/>
          </p:cNvCxnSpPr>
          <p:nvPr/>
        </p:nvCxnSpPr>
        <p:spPr>
          <a:xfrm flipV="1">
            <a:off x="7114113" y="2821278"/>
            <a:ext cx="1103990" cy="320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4D692839-CE1F-47D0-A8A8-52DCC871F811}"/>
              </a:ext>
            </a:extLst>
          </p:cNvPr>
          <p:cNvCxnSpPr>
            <a:stCxn id="33811" idx="3"/>
            <a:endCxn id="33809" idx="1"/>
          </p:cNvCxnSpPr>
          <p:nvPr/>
        </p:nvCxnSpPr>
        <p:spPr>
          <a:xfrm>
            <a:off x="7109303" y="3507867"/>
            <a:ext cx="1022967" cy="6513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14" name="CaixaDeTexto 43">
            <a:extLst>
              <a:ext uri="{FF2B5EF4-FFF2-40B4-BE49-F238E27FC236}">
                <a16:creationId xmlns:a16="http://schemas.microsoft.com/office/drawing/2014/main" id="{1E0DAB56-4249-412B-84F6-D0B07659D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882" y="4621264"/>
            <a:ext cx="5052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p3</a:t>
            </a:r>
          </a:p>
        </p:txBody>
      </p:sp>
      <p:sp>
        <p:nvSpPr>
          <p:cNvPr id="33815" name="CaixaDeTexto 44">
            <a:extLst>
              <a:ext uri="{FF2B5EF4-FFF2-40B4-BE49-F238E27FC236}">
                <a16:creationId xmlns:a16="http://schemas.microsoft.com/office/drawing/2014/main" id="{E5529599-ADFB-4739-AC1E-D834D4DED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4369" y="4607078"/>
            <a:ext cx="815167" cy="52322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>
                <a:latin typeface="+mj-lt"/>
              </a:rPr>
              <a:t>@38</a:t>
            </a:r>
          </a:p>
        </p:txBody>
      </p: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5FE79148-AAE5-46E4-8CE7-F89E22246DAB}"/>
              </a:ext>
            </a:extLst>
          </p:cNvPr>
          <p:cNvCxnSpPr>
            <a:stCxn id="33815" idx="3"/>
            <a:endCxn id="33818" idx="1"/>
          </p:cNvCxnSpPr>
          <p:nvPr/>
        </p:nvCxnSpPr>
        <p:spPr>
          <a:xfrm>
            <a:off x="7089536" y="4868688"/>
            <a:ext cx="1128567" cy="6678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18" name="CaixaDeTexto 28">
            <a:extLst>
              <a:ext uri="{FF2B5EF4-FFF2-40B4-BE49-F238E27FC236}">
                <a16:creationId xmlns:a16="http://schemas.microsoft.com/office/drawing/2014/main" id="{2F5B0B8A-89FA-4A32-A6F3-024848D02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8103" y="5274890"/>
            <a:ext cx="79380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@38</a:t>
            </a:r>
          </a:p>
        </p:txBody>
      </p:sp>
      <p:sp>
        <p:nvSpPr>
          <p:cNvPr id="33819" name="CaixaDeTexto 30">
            <a:extLst>
              <a:ext uri="{FF2B5EF4-FFF2-40B4-BE49-F238E27FC236}">
                <a16:creationId xmlns:a16="http://schemas.microsoft.com/office/drawing/2014/main" id="{364B2812-F44D-4B92-BA96-881043DD8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2843" y="3848432"/>
            <a:ext cx="5052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p2</a:t>
            </a:r>
          </a:p>
        </p:txBody>
      </p:sp>
      <p:sp>
        <p:nvSpPr>
          <p:cNvPr id="33820" name="CaixaDeTexto 31">
            <a:extLst>
              <a:ext uri="{FF2B5EF4-FFF2-40B4-BE49-F238E27FC236}">
                <a16:creationId xmlns:a16="http://schemas.microsoft.com/office/drawing/2014/main" id="{5F8844BF-E9E1-4549-B888-628A0DDCD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7994" y="3854879"/>
            <a:ext cx="791542" cy="52322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>
                <a:latin typeface="+mj-lt"/>
              </a:rPr>
              <a:t>@38</a:t>
            </a:r>
          </a:p>
        </p:txBody>
      </p:sp>
      <p:cxnSp>
        <p:nvCxnSpPr>
          <p:cNvPr id="62" name="Conector de seta reta 61">
            <a:extLst>
              <a:ext uri="{FF2B5EF4-FFF2-40B4-BE49-F238E27FC236}">
                <a16:creationId xmlns:a16="http://schemas.microsoft.com/office/drawing/2014/main" id="{2200705D-D882-4ABA-A30F-4FA2B5417B72}"/>
              </a:ext>
            </a:extLst>
          </p:cNvPr>
          <p:cNvCxnSpPr>
            <a:stCxn id="33820" idx="3"/>
            <a:endCxn id="33818" idx="1"/>
          </p:cNvCxnSpPr>
          <p:nvPr/>
        </p:nvCxnSpPr>
        <p:spPr>
          <a:xfrm>
            <a:off x="7089536" y="4116489"/>
            <a:ext cx="1128567" cy="14200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FDF10B03-1827-4A2E-ADF6-E0ADD9AB3223}"/>
              </a:ext>
            </a:extLst>
          </p:cNvPr>
          <p:cNvCxnSpPr/>
          <p:nvPr/>
        </p:nvCxnSpPr>
        <p:spPr>
          <a:xfrm flipV="1">
            <a:off x="545432" y="2234082"/>
            <a:ext cx="658800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EBFCA62C-5FDD-4148-9045-8B476DE150EB}"/>
              </a:ext>
            </a:extLst>
          </p:cNvPr>
          <p:cNvCxnSpPr>
            <a:cxnSpLocks/>
          </p:cNvCxnSpPr>
          <p:nvPr/>
        </p:nvCxnSpPr>
        <p:spPr>
          <a:xfrm flipV="1">
            <a:off x="549248" y="3182138"/>
            <a:ext cx="658800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A3F031C7-8F1B-4EB2-916B-2A2738DDFEFC}"/>
              </a:ext>
            </a:extLst>
          </p:cNvPr>
          <p:cNvCxnSpPr/>
          <p:nvPr/>
        </p:nvCxnSpPr>
        <p:spPr>
          <a:xfrm flipV="1">
            <a:off x="575563" y="3813331"/>
            <a:ext cx="658800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91587612-FE95-43E2-BA8E-EFBFAC340763}"/>
              </a:ext>
            </a:extLst>
          </p:cNvPr>
          <p:cNvCxnSpPr/>
          <p:nvPr/>
        </p:nvCxnSpPr>
        <p:spPr>
          <a:xfrm flipV="1">
            <a:off x="545418" y="4456746"/>
            <a:ext cx="658800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4AFD92AF-5EC1-4066-85CF-54C0D9F3C480}"/>
              </a:ext>
            </a:extLst>
          </p:cNvPr>
          <p:cNvSpPr txBox="1"/>
          <p:nvPr/>
        </p:nvSpPr>
        <p:spPr>
          <a:xfrm>
            <a:off x="426465" y="1012128"/>
            <a:ext cx="6097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dirty="0"/>
              <a:t>(</a:t>
            </a:r>
            <a:r>
              <a:rPr lang="pt-BR" altLang="pt-BR" sz="2800" b="1" dirty="0" err="1"/>
              <a:t>boolean</a:t>
            </a:r>
            <a:r>
              <a:rPr lang="pt-BR" altLang="pt-BR" sz="2800" b="1" dirty="0"/>
              <a:t>, </a:t>
            </a:r>
            <a:r>
              <a:rPr lang="pt-BR" altLang="pt-BR" sz="2800" b="1" dirty="0" err="1"/>
              <a:t>int</a:t>
            </a:r>
            <a:r>
              <a:rPr lang="pt-BR" altLang="pt-BR" sz="2800" b="1" dirty="0"/>
              <a:t>,...) versus </a:t>
            </a:r>
            <a:r>
              <a:rPr lang="pt-BR" altLang="pt-BR" sz="2800" b="1" dirty="0" err="1"/>
              <a:t>Arrays</a:t>
            </a:r>
            <a:r>
              <a:rPr lang="pt-BR" altLang="pt-BR" sz="2800" b="1" dirty="0"/>
              <a:t> e Classes</a:t>
            </a:r>
            <a:endParaRPr lang="pt-BR" sz="2800" b="1" dirty="0"/>
          </a:p>
        </p:txBody>
      </p:sp>
      <p:grpSp>
        <p:nvGrpSpPr>
          <p:cNvPr id="91" name="Agrupar 90">
            <a:extLst>
              <a:ext uri="{FF2B5EF4-FFF2-40B4-BE49-F238E27FC236}">
                <a16:creationId xmlns:a16="http://schemas.microsoft.com/office/drawing/2014/main" id="{F41C2A33-FB0D-45A0-9A38-A7043FAD6F13}"/>
              </a:ext>
            </a:extLst>
          </p:cNvPr>
          <p:cNvGrpSpPr/>
          <p:nvPr/>
        </p:nvGrpSpPr>
        <p:grpSpPr>
          <a:xfrm>
            <a:off x="9168950" y="3494282"/>
            <a:ext cx="2672096" cy="1276735"/>
            <a:chOff x="9166489" y="2117372"/>
            <a:chExt cx="2672096" cy="1276735"/>
          </a:xfrm>
        </p:grpSpPr>
        <p:grpSp>
          <p:nvGrpSpPr>
            <p:cNvPr id="92" name="Agrupar 91">
              <a:extLst>
                <a:ext uri="{FF2B5EF4-FFF2-40B4-BE49-F238E27FC236}">
                  <a16:creationId xmlns:a16="http://schemas.microsoft.com/office/drawing/2014/main" id="{0E8E44C2-93AE-4685-81CE-E181557CCE64}"/>
                </a:ext>
              </a:extLst>
            </p:cNvPr>
            <p:cNvGrpSpPr/>
            <p:nvPr/>
          </p:nvGrpSpPr>
          <p:grpSpPr>
            <a:xfrm>
              <a:off x="9166489" y="2117372"/>
              <a:ext cx="2672096" cy="1276735"/>
              <a:chOff x="9082764" y="2261098"/>
              <a:chExt cx="2672096" cy="1299179"/>
            </a:xfrm>
          </p:grpSpPr>
          <p:sp>
            <p:nvSpPr>
              <p:cNvPr id="94" name="Retângulo de cantos arredondados 8">
                <a:extLst>
                  <a:ext uri="{FF2B5EF4-FFF2-40B4-BE49-F238E27FC236}">
                    <a16:creationId xmlns:a16="http://schemas.microsoft.com/office/drawing/2014/main" id="{9EC0C065-5BFB-4B2C-A429-AA00D08A2492}"/>
                  </a:ext>
                </a:extLst>
              </p:cNvPr>
              <p:cNvSpPr/>
              <p:nvPr/>
            </p:nvSpPr>
            <p:spPr>
              <a:xfrm>
                <a:off x="9082764" y="2261098"/>
                <a:ext cx="2672096" cy="1299179"/>
              </a:xfrm>
              <a:prstGeom prst="roundRect">
                <a:avLst/>
              </a:prstGeom>
              <a:solidFill>
                <a:srgbClr val="FFFCF3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/>
              </a:p>
            </p:txBody>
          </p:sp>
          <p:sp>
            <p:nvSpPr>
              <p:cNvPr id="95" name="CaixaDeTexto 16">
                <a:extLst>
                  <a:ext uri="{FF2B5EF4-FFF2-40B4-BE49-F238E27FC236}">
                    <a16:creationId xmlns:a16="http://schemas.microsoft.com/office/drawing/2014/main" id="{7AAE0275-4419-45F7-A1DA-DDEFA9AEC3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44289" y="2261098"/>
                <a:ext cx="89639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800" dirty="0">
                    <a:latin typeface="+mj-lt"/>
                  </a:rPr>
                  <a:t>nome</a:t>
                </a:r>
              </a:p>
            </p:txBody>
          </p:sp>
          <p:sp>
            <p:nvSpPr>
              <p:cNvPr id="96" name="CaixaDeTexto 17">
                <a:extLst>
                  <a:ext uri="{FF2B5EF4-FFF2-40B4-BE49-F238E27FC236}">
                    <a16:creationId xmlns:a16="http://schemas.microsoft.com/office/drawing/2014/main" id="{E98FFC00-E740-4573-9B41-37BCB3A0B5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87724" y="2851146"/>
                <a:ext cx="862737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800" dirty="0">
                    <a:latin typeface="+mj-lt"/>
                  </a:rPr>
                  <a:t>idade</a:t>
                </a:r>
              </a:p>
            </p:txBody>
          </p:sp>
          <p:sp>
            <p:nvSpPr>
              <p:cNvPr id="97" name="CaixaDeTexto 18">
                <a:extLst>
                  <a:ext uri="{FF2B5EF4-FFF2-40B4-BE49-F238E27FC236}">
                    <a16:creationId xmlns:a16="http://schemas.microsoft.com/office/drawing/2014/main" id="{B97B7C70-5E96-4FC0-89A7-5267596D3A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71264" y="2925295"/>
                <a:ext cx="727075" cy="532418"/>
              </a:xfrm>
              <a:prstGeom prst="rect">
                <a:avLst/>
              </a:prstGeom>
              <a:noFill/>
              <a:ln w="9525">
                <a:solidFill>
                  <a:srgbClr val="FFC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800" dirty="0">
                    <a:latin typeface="+mj-lt"/>
                  </a:rPr>
                  <a:t>35</a:t>
                </a:r>
              </a:p>
            </p:txBody>
          </p:sp>
        </p:grpSp>
        <p:sp>
          <p:nvSpPr>
            <p:cNvPr id="93" name="CaixaDeTexto 19">
              <a:extLst>
                <a:ext uri="{FF2B5EF4-FFF2-40B4-BE49-F238E27FC236}">
                  <a16:creationId xmlns:a16="http://schemas.microsoft.com/office/drawing/2014/main" id="{E4509A6C-549F-4A3E-ACD8-78D55E6BE7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55770" y="2189485"/>
              <a:ext cx="1328236" cy="523220"/>
            </a:xfrm>
            <a:prstGeom prst="rect">
              <a:avLst/>
            </a:prstGeom>
            <a:noFill/>
            <a:ln w="9525">
              <a:solidFill>
                <a:srgbClr val="FFC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Fulano</a:t>
              </a:r>
            </a:p>
          </p:txBody>
        </p:sp>
      </p:grpSp>
      <p:grpSp>
        <p:nvGrpSpPr>
          <p:cNvPr id="98" name="Agrupar 97">
            <a:extLst>
              <a:ext uri="{FF2B5EF4-FFF2-40B4-BE49-F238E27FC236}">
                <a16:creationId xmlns:a16="http://schemas.microsoft.com/office/drawing/2014/main" id="{B4A8663C-616B-4163-ACE1-1297DF5D43F0}"/>
              </a:ext>
            </a:extLst>
          </p:cNvPr>
          <p:cNvGrpSpPr/>
          <p:nvPr/>
        </p:nvGrpSpPr>
        <p:grpSpPr>
          <a:xfrm>
            <a:off x="9166489" y="4898133"/>
            <a:ext cx="2672096" cy="1276735"/>
            <a:chOff x="9166489" y="2117372"/>
            <a:chExt cx="2672096" cy="1276735"/>
          </a:xfrm>
        </p:grpSpPr>
        <p:grpSp>
          <p:nvGrpSpPr>
            <p:cNvPr id="99" name="Agrupar 98">
              <a:extLst>
                <a:ext uri="{FF2B5EF4-FFF2-40B4-BE49-F238E27FC236}">
                  <a16:creationId xmlns:a16="http://schemas.microsoft.com/office/drawing/2014/main" id="{C7256F7E-D9D4-443E-9B83-25E208E814D1}"/>
                </a:ext>
              </a:extLst>
            </p:cNvPr>
            <p:cNvGrpSpPr/>
            <p:nvPr/>
          </p:nvGrpSpPr>
          <p:grpSpPr>
            <a:xfrm>
              <a:off x="9166489" y="2117372"/>
              <a:ext cx="2672096" cy="1276735"/>
              <a:chOff x="9082764" y="2261098"/>
              <a:chExt cx="2672096" cy="1299179"/>
            </a:xfrm>
          </p:grpSpPr>
          <p:sp>
            <p:nvSpPr>
              <p:cNvPr id="101" name="Retângulo de cantos arredondados 8">
                <a:extLst>
                  <a:ext uri="{FF2B5EF4-FFF2-40B4-BE49-F238E27FC236}">
                    <a16:creationId xmlns:a16="http://schemas.microsoft.com/office/drawing/2014/main" id="{FF3CD857-F75D-4489-BE31-F3B954F372C5}"/>
                  </a:ext>
                </a:extLst>
              </p:cNvPr>
              <p:cNvSpPr/>
              <p:nvPr/>
            </p:nvSpPr>
            <p:spPr>
              <a:xfrm>
                <a:off x="9082764" y="2261098"/>
                <a:ext cx="2672096" cy="1299179"/>
              </a:xfrm>
              <a:prstGeom prst="roundRect">
                <a:avLst/>
              </a:prstGeom>
              <a:solidFill>
                <a:srgbClr val="FFFCF3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/>
              </a:p>
            </p:txBody>
          </p:sp>
          <p:sp>
            <p:nvSpPr>
              <p:cNvPr id="102" name="CaixaDeTexto 16">
                <a:extLst>
                  <a:ext uri="{FF2B5EF4-FFF2-40B4-BE49-F238E27FC236}">
                    <a16:creationId xmlns:a16="http://schemas.microsoft.com/office/drawing/2014/main" id="{3A96315E-AB2D-49CE-9643-9D743C408E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44289" y="2261098"/>
                <a:ext cx="89639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800" dirty="0">
                    <a:latin typeface="+mj-lt"/>
                  </a:rPr>
                  <a:t>nome</a:t>
                </a:r>
              </a:p>
            </p:txBody>
          </p:sp>
          <p:sp>
            <p:nvSpPr>
              <p:cNvPr id="103" name="CaixaDeTexto 17">
                <a:extLst>
                  <a:ext uri="{FF2B5EF4-FFF2-40B4-BE49-F238E27FC236}">
                    <a16:creationId xmlns:a16="http://schemas.microsoft.com/office/drawing/2014/main" id="{3E2AD0D8-330F-42DD-B43E-B27EF9DD20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87724" y="2851146"/>
                <a:ext cx="862737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800" dirty="0">
                    <a:latin typeface="+mj-lt"/>
                  </a:rPr>
                  <a:t>idade</a:t>
                </a:r>
              </a:p>
            </p:txBody>
          </p:sp>
          <p:sp>
            <p:nvSpPr>
              <p:cNvPr id="104" name="CaixaDeTexto 18">
                <a:extLst>
                  <a:ext uri="{FF2B5EF4-FFF2-40B4-BE49-F238E27FC236}">
                    <a16:creationId xmlns:a16="http://schemas.microsoft.com/office/drawing/2014/main" id="{6AECFADF-3CE6-480C-A244-85E6D1EC16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71264" y="2925295"/>
                <a:ext cx="727075" cy="532418"/>
              </a:xfrm>
              <a:prstGeom prst="rect">
                <a:avLst/>
              </a:prstGeom>
              <a:noFill/>
              <a:ln w="9525">
                <a:solidFill>
                  <a:srgbClr val="FFC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800" dirty="0">
                    <a:latin typeface="+mj-lt"/>
                  </a:rPr>
                  <a:t>35</a:t>
                </a:r>
              </a:p>
            </p:txBody>
          </p:sp>
        </p:grpSp>
        <p:sp>
          <p:nvSpPr>
            <p:cNvPr id="100" name="CaixaDeTexto 19">
              <a:extLst>
                <a:ext uri="{FF2B5EF4-FFF2-40B4-BE49-F238E27FC236}">
                  <a16:creationId xmlns:a16="http://schemas.microsoft.com/office/drawing/2014/main" id="{C2750EF3-9A8E-4143-A446-055E4D94E2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55770" y="2189485"/>
              <a:ext cx="1328236" cy="523220"/>
            </a:xfrm>
            <a:prstGeom prst="rect">
              <a:avLst/>
            </a:prstGeom>
            <a:noFill/>
            <a:ln w="9525">
              <a:solidFill>
                <a:srgbClr val="FFC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Fulano2</a:t>
              </a:r>
            </a:p>
          </p:txBody>
        </p:sp>
      </p:grpSp>
      <p:sp>
        <p:nvSpPr>
          <p:cNvPr id="50" name="CaixaDeTexto 7">
            <a:extLst>
              <a:ext uri="{FF2B5EF4-FFF2-40B4-BE49-F238E27FC236}">
                <a16:creationId xmlns:a16="http://schemas.microsoft.com/office/drawing/2014/main" id="{E3A6A00A-4763-44BE-9DA6-76C5130F9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6653" y="1009161"/>
            <a:ext cx="8579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b="1" dirty="0" err="1">
                <a:latin typeface="+mj-lt"/>
              </a:rPr>
              <a:t>Stack</a:t>
            </a:r>
            <a:endParaRPr lang="pt-BR" altLang="pt-BR" sz="2800" b="1" dirty="0">
              <a:latin typeface="+mj-lt"/>
            </a:endParaRP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01C99563-C5A2-4378-BC4C-747DB6409A13}"/>
              </a:ext>
            </a:extLst>
          </p:cNvPr>
          <p:cNvCxnSpPr>
            <a:cxnSpLocks/>
          </p:cNvCxnSpPr>
          <p:nvPr/>
        </p:nvCxnSpPr>
        <p:spPr>
          <a:xfrm>
            <a:off x="5708122" y="1105281"/>
            <a:ext cx="0" cy="431578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aixaDeTexto 10">
            <a:extLst>
              <a:ext uri="{FF2B5EF4-FFF2-40B4-BE49-F238E27FC236}">
                <a16:creationId xmlns:a16="http://schemas.microsoft.com/office/drawing/2014/main" id="{49D38BAC-7B60-4C92-B8F5-3B4716C37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7018" y="5371160"/>
            <a:ext cx="449133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solidFill>
                  <a:srgbClr val="FF0000"/>
                </a:solidFill>
                <a:latin typeface="+mj-lt"/>
              </a:rPr>
              <a:t>Quando é objeto não faz cópia!!!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solidFill>
                  <a:srgbClr val="FF0000"/>
                </a:solidFill>
                <a:latin typeface="+mj-lt"/>
              </a:rPr>
              <a:t>p2 e p3 são o mesmo objeto!!!</a:t>
            </a: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90DF53CA-0F6D-4E61-96F3-5220A6EA88D7}"/>
              </a:ext>
            </a:extLst>
          </p:cNvPr>
          <p:cNvCxnSpPr>
            <a:cxnSpLocks/>
          </p:cNvCxnSpPr>
          <p:nvPr/>
        </p:nvCxnSpPr>
        <p:spPr>
          <a:xfrm flipV="1">
            <a:off x="482560" y="1547121"/>
            <a:ext cx="66267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ítulo 1">
            <a:extLst>
              <a:ext uri="{FF2B5EF4-FFF2-40B4-BE49-F238E27FC236}">
                <a16:creationId xmlns:a16="http://schemas.microsoft.com/office/drawing/2014/main" id="{8EB2A753-DE12-4747-A457-222E0C83C8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Escopo (variáveis e objetos)</a:t>
            </a:r>
          </a:p>
        </p:txBody>
      </p:sp>
      <p:sp>
        <p:nvSpPr>
          <p:cNvPr id="34819" name="Espaço Reservado para Conteúdo 2">
            <a:extLst>
              <a:ext uri="{FF2B5EF4-FFF2-40B4-BE49-F238E27FC236}">
                <a16:creationId xmlns:a16="http://schemas.microsoft.com/office/drawing/2014/main" id="{4F6058AC-8550-46DA-98C8-9C8145DDCE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44500" indent="-357188">
              <a:buBlip>
                <a:blip r:embed="rId2"/>
              </a:buBlip>
            </a:pPr>
            <a:r>
              <a:rPr lang="pt-BR" altLang="pt-BR" dirty="0">
                <a:solidFill>
                  <a:schemeClr val="tx1"/>
                </a:solidFill>
              </a:rPr>
              <a:t>Escopo é a visibilidade de uma variável ou objeto em nosso código.</a:t>
            </a:r>
          </a:p>
          <a:p>
            <a:pPr marL="444500" indent="-357188">
              <a:spcBef>
                <a:spcPts val="600"/>
              </a:spcBef>
              <a:buBlip>
                <a:blip r:embed="rId2"/>
              </a:buBlip>
            </a:pPr>
            <a:r>
              <a:rPr lang="pt-BR" altLang="pt-BR" u="sng" dirty="0">
                <a:solidFill>
                  <a:schemeClr val="tx1"/>
                </a:solidFill>
              </a:rPr>
              <a:t>Existem três escopos:</a:t>
            </a:r>
            <a:r>
              <a:rPr lang="pt-BR" altLang="pt-BR" dirty="0">
                <a:solidFill>
                  <a:schemeClr val="tx1"/>
                </a:solidFill>
              </a:rPr>
              <a:t> da classe, do método e de bloco.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5D254F52-1548-4769-8BAB-5E79F3466C6E}"/>
              </a:ext>
            </a:extLst>
          </p:cNvPr>
          <p:cNvGrpSpPr/>
          <p:nvPr/>
        </p:nvGrpSpPr>
        <p:grpSpPr>
          <a:xfrm>
            <a:off x="515937" y="2182860"/>
            <a:ext cx="3499542" cy="3257533"/>
            <a:chOff x="1989138" y="3062288"/>
            <a:chExt cx="3095626" cy="2933700"/>
          </a:xfrm>
        </p:grpSpPr>
        <p:pic>
          <p:nvPicPr>
            <p:cNvPr id="34820" name="Imagem 1">
              <a:extLst>
                <a:ext uri="{FF2B5EF4-FFF2-40B4-BE49-F238E27FC236}">
                  <a16:creationId xmlns:a16="http://schemas.microsoft.com/office/drawing/2014/main" id="{93BFFA89-01DB-4590-94A1-5EB923ACEB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9138" y="3062288"/>
              <a:ext cx="2990850" cy="293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D99A369F-8C7A-46D2-AEEE-A2912FD5E394}"/>
                </a:ext>
              </a:extLst>
            </p:cNvPr>
            <p:cNvSpPr/>
            <p:nvPr/>
          </p:nvSpPr>
          <p:spPr>
            <a:xfrm>
              <a:off x="1989139" y="3062288"/>
              <a:ext cx="3095625" cy="29337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8B1514E4-DB4B-4493-9B0D-34F6F3ABA159}"/>
                </a:ext>
              </a:extLst>
            </p:cNvPr>
            <p:cNvSpPr/>
            <p:nvPr/>
          </p:nvSpPr>
          <p:spPr>
            <a:xfrm>
              <a:off x="2276476" y="4575175"/>
              <a:ext cx="2703513" cy="863600"/>
            </a:xfrm>
            <a:prstGeom prst="rect">
              <a:avLst/>
            </a:prstGeom>
            <a:noFill/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D2884C13-E833-4E79-B134-BFF574D4FC8D}"/>
              </a:ext>
            </a:extLst>
          </p:cNvPr>
          <p:cNvGrpSpPr/>
          <p:nvPr/>
        </p:nvGrpSpPr>
        <p:grpSpPr>
          <a:xfrm>
            <a:off x="6228709" y="2009641"/>
            <a:ext cx="4132521" cy="3603973"/>
            <a:chOff x="6010939" y="1955041"/>
            <a:chExt cx="3909238" cy="3467100"/>
          </a:xfrm>
        </p:grpSpPr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1F275291-1656-4593-918A-8ED61116214E}"/>
                </a:ext>
              </a:extLst>
            </p:cNvPr>
            <p:cNvGrpSpPr/>
            <p:nvPr/>
          </p:nvGrpSpPr>
          <p:grpSpPr>
            <a:xfrm>
              <a:off x="6010939" y="1955041"/>
              <a:ext cx="3909238" cy="3467100"/>
              <a:chOff x="6096000" y="2795588"/>
              <a:chExt cx="3909238" cy="3467100"/>
            </a:xfrm>
          </p:grpSpPr>
          <p:pic>
            <p:nvPicPr>
              <p:cNvPr id="34821" name="Imagem 2">
                <a:extLst>
                  <a:ext uri="{FF2B5EF4-FFF2-40B4-BE49-F238E27FC236}">
                    <a16:creationId xmlns:a16="http://schemas.microsoft.com/office/drawing/2014/main" id="{F2DA5BAA-5F9C-483C-9E35-5081AB1AE0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96000" y="2795588"/>
                <a:ext cx="3829050" cy="3467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E605D8CE-53D4-4AAE-90E0-F3A575195627}"/>
                  </a:ext>
                </a:extLst>
              </p:cNvPr>
              <p:cNvSpPr/>
              <p:nvPr/>
            </p:nvSpPr>
            <p:spPr>
              <a:xfrm>
                <a:off x="6403976" y="2968626"/>
                <a:ext cx="3601262" cy="3188200"/>
              </a:xfrm>
              <a:prstGeom prst="rect">
                <a:avLst/>
              </a:prstGeom>
              <a:noFill/>
              <a:ln w="190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/>
              </a:p>
            </p:txBody>
          </p:sp>
        </p:grp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D5C6C7BC-E3F0-40C2-AF54-C2833D63AA95}"/>
                </a:ext>
              </a:extLst>
            </p:cNvPr>
            <p:cNvSpPr/>
            <p:nvPr/>
          </p:nvSpPr>
          <p:spPr>
            <a:xfrm>
              <a:off x="6560288" y="3446404"/>
              <a:ext cx="3279701" cy="988829"/>
            </a:xfrm>
            <a:prstGeom prst="rect">
              <a:avLst/>
            </a:prstGeom>
            <a:noFill/>
            <a:ln w="1905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E3BDB782-030F-4E78-BDCF-DD2D5BC6BC45}"/>
              </a:ext>
            </a:extLst>
          </p:cNvPr>
          <p:cNvGrpSpPr/>
          <p:nvPr/>
        </p:nvGrpSpPr>
        <p:grpSpPr>
          <a:xfrm>
            <a:off x="1033203" y="5714146"/>
            <a:ext cx="9556825" cy="551795"/>
            <a:chOff x="2063750" y="6488114"/>
            <a:chExt cx="7152613" cy="551795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3F8A45F-84CB-4520-9E61-371EB4E256CC}"/>
                </a:ext>
              </a:extLst>
            </p:cNvPr>
            <p:cNvSpPr/>
            <p:nvPr/>
          </p:nvSpPr>
          <p:spPr>
            <a:xfrm>
              <a:off x="2063750" y="6540500"/>
              <a:ext cx="269435" cy="360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800">
                <a:latin typeface="+mj-lt"/>
              </a:endParaRP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A09F03F7-38FE-4046-8BA2-FE614324E755}"/>
                </a:ext>
              </a:extLst>
            </p:cNvPr>
            <p:cNvSpPr/>
            <p:nvPr/>
          </p:nvSpPr>
          <p:spPr>
            <a:xfrm>
              <a:off x="4295774" y="6540500"/>
              <a:ext cx="269435" cy="3600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800">
                <a:latin typeface="+mj-lt"/>
              </a:endParaRP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B0E7FF61-ACA5-48D0-BCC7-956444CB21DD}"/>
                </a:ext>
              </a:extLst>
            </p:cNvPr>
            <p:cNvSpPr/>
            <p:nvPr/>
          </p:nvSpPr>
          <p:spPr>
            <a:xfrm>
              <a:off x="6664765" y="6584077"/>
              <a:ext cx="269435" cy="360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800">
                <a:latin typeface="+mj-lt"/>
              </a:endParaRPr>
            </a:p>
          </p:txBody>
        </p:sp>
        <p:sp>
          <p:nvSpPr>
            <p:cNvPr id="34829" name="CaixaDeTexto 6">
              <a:extLst>
                <a:ext uri="{FF2B5EF4-FFF2-40B4-BE49-F238E27FC236}">
                  <a16:creationId xmlns:a16="http://schemas.microsoft.com/office/drawing/2014/main" id="{EF66B48A-4AD0-444A-8296-A425E820B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1089" y="6516689"/>
              <a:ext cx="194468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Escopo da classe</a:t>
              </a:r>
            </a:p>
          </p:txBody>
        </p:sp>
        <p:sp>
          <p:nvSpPr>
            <p:cNvPr id="34830" name="CaixaDeTexto 14">
              <a:extLst>
                <a:ext uri="{FF2B5EF4-FFF2-40B4-BE49-F238E27FC236}">
                  <a16:creationId xmlns:a16="http://schemas.microsoft.com/office/drawing/2014/main" id="{1949C8A7-A855-4D22-9102-722470259B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3114" y="6494464"/>
              <a:ext cx="201515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Escopo do método</a:t>
              </a:r>
            </a:p>
          </p:txBody>
        </p:sp>
        <p:sp>
          <p:nvSpPr>
            <p:cNvPr id="34831" name="CaixaDeTexto 15">
              <a:extLst>
                <a:ext uri="{FF2B5EF4-FFF2-40B4-BE49-F238E27FC236}">
                  <a16:creationId xmlns:a16="http://schemas.microsoft.com/office/drawing/2014/main" id="{908E976C-BF0D-40A2-ACE4-F37D7F5AC5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4200" y="6488114"/>
              <a:ext cx="228216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>
                  <a:latin typeface="+mj-lt"/>
                </a:rPr>
                <a:t>Escopo de bloco</a:t>
              </a:r>
            </a:p>
          </p:txBody>
        </p:sp>
      </p:grpSp>
      <p:sp>
        <p:nvSpPr>
          <p:cNvPr id="2" name="CaixaDeTexto 10">
            <a:extLst>
              <a:ext uri="{FF2B5EF4-FFF2-40B4-BE49-F238E27FC236}">
                <a16:creationId xmlns:a16="http://schemas.microsoft.com/office/drawing/2014/main" id="{A4B25664-3963-40AB-B6E2-AFBA70215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638" y="2159388"/>
            <a:ext cx="1873303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A variável é válida dentro de seu escopo</a:t>
            </a:r>
          </a:p>
        </p:txBody>
      </p:sp>
      <p:sp>
        <p:nvSpPr>
          <p:cNvPr id="22" name="CaixaDeTexto 10">
            <a:extLst>
              <a:ext uri="{FF2B5EF4-FFF2-40B4-BE49-F238E27FC236}">
                <a16:creationId xmlns:a16="http://schemas.microsoft.com/office/drawing/2014/main" id="{D41CBDFB-37B5-4704-B7CD-2EED91AEF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5031" y="4110692"/>
            <a:ext cx="1873303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 b="1" dirty="0">
                <a:solidFill>
                  <a:srgbClr val="FF0000"/>
                </a:solidFill>
                <a:latin typeface="+mj-lt"/>
              </a:rPr>
              <a:t>Global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 b="1" dirty="0">
                <a:solidFill>
                  <a:srgbClr val="FF0000"/>
                </a:solidFill>
                <a:latin typeface="+mj-lt"/>
              </a:rPr>
              <a:t>x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 b="1" dirty="0">
                <a:solidFill>
                  <a:srgbClr val="FF0000"/>
                </a:solidFill>
                <a:latin typeface="+mj-lt"/>
              </a:rPr>
              <a:t>Local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ítulo 1">
            <a:extLst>
              <a:ext uri="{FF2B5EF4-FFF2-40B4-BE49-F238E27FC236}">
                <a16:creationId xmlns:a16="http://schemas.microsoft.com/office/drawing/2014/main" id="{D1B3A832-2CE6-4AFD-9B83-742D6269A5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Escopo (variáveis e objetos)</a:t>
            </a:r>
          </a:p>
        </p:txBody>
      </p:sp>
      <p:sp>
        <p:nvSpPr>
          <p:cNvPr id="35845" name="CaixaDeTexto 3">
            <a:extLst>
              <a:ext uri="{FF2B5EF4-FFF2-40B4-BE49-F238E27FC236}">
                <a16:creationId xmlns:a16="http://schemas.microsoft.com/office/drawing/2014/main" id="{F7A85BD1-41CB-4240-ABAE-7DA6ECFFC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8497" y="5220047"/>
            <a:ext cx="66404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Quantas variáveis existem nos dois códigos acima?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25DE151-5720-45F7-BC39-26EF6BB27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4599" y="5706950"/>
            <a:ext cx="20839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solidFill>
                  <a:srgbClr val="C00000"/>
                </a:solidFill>
                <a:latin typeface="+mj-lt"/>
                <a:cs typeface="Raavi" panose="020B0502040204020203" pitchFamily="34" charset="0"/>
              </a:rPr>
              <a:t>São 9 variáveis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AEA7EF7D-0052-4FAE-B34D-5036D6060ED1}"/>
              </a:ext>
            </a:extLst>
          </p:cNvPr>
          <p:cNvGrpSpPr/>
          <p:nvPr/>
        </p:nvGrpSpPr>
        <p:grpSpPr>
          <a:xfrm>
            <a:off x="443883" y="1285404"/>
            <a:ext cx="4032323" cy="3347556"/>
            <a:chOff x="1847851" y="1751013"/>
            <a:chExt cx="2981325" cy="2419350"/>
          </a:xfrm>
        </p:grpSpPr>
        <p:pic>
          <p:nvPicPr>
            <p:cNvPr id="35843" name="Imagem 1">
              <a:extLst>
                <a:ext uri="{FF2B5EF4-FFF2-40B4-BE49-F238E27FC236}">
                  <a16:creationId xmlns:a16="http://schemas.microsoft.com/office/drawing/2014/main" id="{D154B5F9-2B57-4C93-8FB5-BAFEE42FD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7851" y="1751013"/>
              <a:ext cx="2981325" cy="2419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17DBFA95-D2D9-4EF2-B8A3-A515B73B3799}"/>
                </a:ext>
              </a:extLst>
            </p:cNvPr>
            <p:cNvSpPr/>
            <p:nvPr/>
          </p:nvSpPr>
          <p:spPr>
            <a:xfrm>
              <a:off x="2495551" y="2274888"/>
              <a:ext cx="627063" cy="1460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A5722050-A808-4724-B3DF-CB1915E08475}"/>
                </a:ext>
              </a:extLst>
            </p:cNvPr>
            <p:cNvSpPr/>
            <p:nvPr/>
          </p:nvSpPr>
          <p:spPr>
            <a:xfrm>
              <a:off x="2711451" y="2128838"/>
              <a:ext cx="627063" cy="1460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2F78D102-4D77-4DD8-8BF1-E8F178BE3EA4}"/>
                </a:ext>
              </a:extLst>
            </p:cNvPr>
            <p:cNvSpPr/>
            <p:nvPr/>
          </p:nvSpPr>
          <p:spPr>
            <a:xfrm>
              <a:off x="2711451" y="2462213"/>
              <a:ext cx="627063" cy="1460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1E20C951-42DA-49D3-8E51-C276E9C7F800}"/>
                </a:ext>
              </a:extLst>
            </p:cNvPr>
            <p:cNvSpPr/>
            <p:nvPr/>
          </p:nvSpPr>
          <p:spPr>
            <a:xfrm>
              <a:off x="3221039" y="3127376"/>
              <a:ext cx="211137" cy="15716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14443F44-90BA-488C-AFCA-798FD32EE1D8}"/>
                </a:ext>
              </a:extLst>
            </p:cNvPr>
            <p:cNvSpPr/>
            <p:nvPr/>
          </p:nvSpPr>
          <p:spPr>
            <a:xfrm>
              <a:off x="3765550" y="3141663"/>
              <a:ext cx="211138" cy="15716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CD4C1310-EE4A-40DB-9A00-3681368864B9}"/>
                </a:ext>
              </a:extLst>
            </p:cNvPr>
            <p:cNvSpPr/>
            <p:nvPr/>
          </p:nvSpPr>
          <p:spPr>
            <a:xfrm>
              <a:off x="4541839" y="3141663"/>
              <a:ext cx="211137" cy="15716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id="{502CA0DC-4749-4CC8-8ED9-47A7446099AC}"/>
              </a:ext>
            </a:extLst>
          </p:cNvPr>
          <p:cNvGrpSpPr/>
          <p:nvPr/>
        </p:nvGrpSpPr>
        <p:grpSpPr>
          <a:xfrm>
            <a:off x="5548387" y="1285404"/>
            <a:ext cx="4954150" cy="3791693"/>
            <a:chOff x="5735639" y="1751014"/>
            <a:chExt cx="4219575" cy="3267075"/>
          </a:xfrm>
        </p:grpSpPr>
        <p:pic>
          <p:nvPicPr>
            <p:cNvPr id="35844" name="Imagem 2">
              <a:extLst>
                <a:ext uri="{FF2B5EF4-FFF2-40B4-BE49-F238E27FC236}">
                  <a16:creationId xmlns:a16="http://schemas.microsoft.com/office/drawing/2014/main" id="{F85F0924-5213-4161-8DCC-3FF929113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5639" y="1751014"/>
              <a:ext cx="4219575" cy="3267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AF9DFC53-1C60-4C29-AD4F-28561947D706}"/>
                </a:ext>
              </a:extLst>
            </p:cNvPr>
            <p:cNvSpPr/>
            <p:nvPr/>
          </p:nvSpPr>
          <p:spPr>
            <a:xfrm>
              <a:off x="8572501" y="1935163"/>
              <a:ext cx="441325" cy="1651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A084594E-C2AB-4469-B512-D6186AA8C0ED}"/>
                </a:ext>
              </a:extLst>
            </p:cNvPr>
            <p:cNvSpPr/>
            <p:nvPr/>
          </p:nvSpPr>
          <p:spPr>
            <a:xfrm>
              <a:off x="6877050" y="2282825"/>
              <a:ext cx="211138" cy="1587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FE420F33-B4F8-4673-A6C8-3A8B53D0B37D}"/>
                </a:ext>
              </a:extLst>
            </p:cNvPr>
            <p:cNvSpPr/>
            <p:nvPr/>
          </p:nvSpPr>
          <p:spPr>
            <a:xfrm>
              <a:off x="6891339" y="2465388"/>
              <a:ext cx="211137" cy="1587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ítulo 1">
            <a:extLst>
              <a:ext uri="{FF2B5EF4-FFF2-40B4-BE49-F238E27FC236}">
                <a16:creationId xmlns:a16="http://schemas.microsoft.com/office/drawing/2014/main" id="{C59CB975-A2BD-4E98-9727-F318A750EF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Escopo (variáveis e objetos)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759C71F-9BD3-45E5-9E06-E6FA4F7B130B}"/>
              </a:ext>
            </a:extLst>
          </p:cNvPr>
          <p:cNvGrpSpPr/>
          <p:nvPr/>
        </p:nvGrpSpPr>
        <p:grpSpPr>
          <a:xfrm>
            <a:off x="810397" y="1266825"/>
            <a:ext cx="9791743" cy="4437288"/>
            <a:chOff x="1716088" y="1746250"/>
            <a:chExt cx="9791743" cy="4437288"/>
          </a:xfrm>
        </p:grpSpPr>
        <p:pic>
          <p:nvPicPr>
            <p:cNvPr id="36867" name="Imagem 5">
              <a:extLst>
                <a:ext uri="{FF2B5EF4-FFF2-40B4-BE49-F238E27FC236}">
                  <a16:creationId xmlns:a16="http://schemas.microsoft.com/office/drawing/2014/main" id="{A612C508-A0A9-4982-A5F0-7D02105995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6088" y="2133599"/>
              <a:ext cx="5230626" cy="4049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68" name="CaixaDeTexto 1">
              <a:extLst>
                <a:ext uri="{FF2B5EF4-FFF2-40B4-BE49-F238E27FC236}">
                  <a16:creationId xmlns:a16="http://schemas.microsoft.com/office/drawing/2014/main" id="{E5D80104-10C2-4D89-A8A6-66FC22C658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6389" y="3916364"/>
              <a:ext cx="210762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Variáveis locais</a:t>
              </a:r>
            </a:p>
          </p:txBody>
        </p:sp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E8249E17-D641-461E-8171-25AD30369CCC}"/>
                </a:ext>
              </a:extLst>
            </p:cNvPr>
            <p:cNvSpPr/>
            <p:nvPr/>
          </p:nvSpPr>
          <p:spPr>
            <a:xfrm>
              <a:off x="2495549" y="2708276"/>
              <a:ext cx="881737" cy="57626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800">
                <a:latin typeface="+mj-lt"/>
              </a:endParaRPr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C321F719-3CDA-4700-8AC3-353509F0650E}"/>
                </a:ext>
              </a:extLst>
            </p:cNvPr>
            <p:cNvSpPr/>
            <p:nvPr/>
          </p:nvSpPr>
          <p:spPr>
            <a:xfrm>
              <a:off x="4355061" y="2276475"/>
              <a:ext cx="1392869" cy="3238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800">
                <a:latin typeface="+mj-lt"/>
              </a:endParaRPr>
            </a:p>
          </p:txBody>
        </p:sp>
        <p:sp>
          <p:nvSpPr>
            <p:cNvPr id="36871" name="CaixaDeTexto 9">
              <a:extLst>
                <a:ext uri="{FF2B5EF4-FFF2-40B4-BE49-F238E27FC236}">
                  <a16:creationId xmlns:a16="http://schemas.microsoft.com/office/drawing/2014/main" id="{F130C53F-3ECF-4F35-BD6E-C15C5D3A1E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2824" y="1746250"/>
              <a:ext cx="4145007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Parâmetros também são tratados como variáveis locais</a:t>
              </a:r>
            </a:p>
          </p:txBody>
        </p:sp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F2F32997-7B67-4BA3-9C6B-F3B19E49A4AC}"/>
                </a:ext>
              </a:extLst>
            </p:cNvPr>
            <p:cNvCxnSpPr>
              <a:cxnSpLocks/>
              <a:stCxn id="36868" idx="1"/>
              <a:endCxn id="3" idx="3"/>
            </p:cNvCxnSpPr>
            <p:nvPr/>
          </p:nvCxnSpPr>
          <p:spPr>
            <a:xfrm flipH="1" flipV="1">
              <a:off x="3377286" y="2996408"/>
              <a:ext cx="4549103" cy="118156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id="{5E954192-601F-465E-B24D-D7FD938E94F4}"/>
                </a:ext>
              </a:extLst>
            </p:cNvPr>
            <p:cNvCxnSpPr>
              <a:cxnSpLocks/>
              <a:stCxn id="36871" idx="1"/>
              <a:endCxn id="9" idx="3"/>
            </p:cNvCxnSpPr>
            <p:nvPr/>
          </p:nvCxnSpPr>
          <p:spPr>
            <a:xfrm flipH="1">
              <a:off x="5747930" y="2223304"/>
              <a:ext cx="1614894" cy="21509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ítulo 1">
            <a:extLst>
              <a:ext uri="{FF2B5EF4-FFF2-40B4-BE49-F238E27FC236}">
                <a16:creationId xmlns:a16="http://schemas.microsoft.com/office/drawing/2014/main" id="{10A68810-E112-4E2C-8F48-C6F9053E8A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Escopo (variáveis e objetos)</a:t>
            </a:r>
          </a:p>
        </p:txBody>
      </p:sp>
      <p:pic>
        <p:nvPicPr>
          <p:cNvPr id="37891" name="Imagem 2">
            <a:extLst>
              <a:ext uri="{FF2B5EF4-FFF2-40B4-BE49-F238E27FC236}">
                <a16:creationId xmlns:a16="http://schemas.microsoft.com/office/drawing/2014/main" id="{A262955E-0338-4835-B97C-936815C2F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166" y="1017523"/>
            <a:ext cx="5584224" cy="2653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4" name="CaixaDeTexto 4">
            <a:extLst>
              <a:ext uri="{FF2B5EF4-FFF2-40B4-BE49-F238E27FC236}">
                <a16:creationId xmlns:a16="http://schemas.microsoft.com/office/drawing/2014/main" id="{2826DE41-6231-46B8-86FB-22F885543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7390" y="1649456"/>
            <a:ext cx="8290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b="1" dirty="0" err="1">
                <a:latin typeface="+mj-lt"/>
              </a:rPr>
              <a:t>Heap</a:t>
            </a:r>
            <a:endParaRPr lang="pt-BR" altLang="pt-BR" sz="2800" b="1" dirty="0">
              <a:latin typeface="+mj-lt"/>
            </a:endParaRPr>
          </a:p>
        </p:txBody>
      </p:sp>
      <p:sp>
        <p:nvSpPr>
          <p:cNvPr id="37895" name="CaixaDeTexto 30">
            <a:extLst>
              <a:ext uri="{FF2B5EF4-FFF2-40B4-BE49-F238E27FC236}">
                <a16:creationId xmlns:a16="http://schemas.microsoft.com/office/drawing/2014/main" id="{340326A8-AE3E-4693-9CEF-3841BDC62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195" y="5765066"/>
            <a:ext cx="22164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Escopo do </a:t>
            </a:r>
            <a:r>
              <a:rPr lang="pt-BR" altLang="pt-BR" sz="2800" dirty="0" err="1">
                <a:latin typeface="+mj-lt"/>
              </a:rPr>
              <a:t>main</a:t>
            </a:r>
            <a:endParaRPr lang="pt-BR" altLang="pt-BR" sz="2800" dirty="0">
              <a:latin typeface="+mj-lt"/>
            </a:endParaRPr>
          </a:p>
        </p:txBody>
      </p:sp>
      <p:grpSp>
        <p:nvGrpSpPr>
          <p:cNvPr id="37896" name="Grupo 31">
            <a:extLst>
              <a:ext uri="{FF2B5EF4-FFF2-40B4-BE49-F238E27FC236}">
                <a16:creationId xmlns:a16="http://schemas.microsoft.com/office/drawing/2014/main" id="{6303E899-EE50-43FB-8EBB-D7000DA12FEC}"/>
              </a:ext>
            </a:extLst>
          </p:cNvPr>
          <p:cNvGrpSpPr>
            <a:grpSpLocks/>
          </p:cNvGrpSpPr>
          <p:nvPr/>
        </p:nvGrpSpPr>
        <p:grpSpPr bwMode="auto">
          <a:xfrm>
            <a:off x="661851" y="3733846"/>
            <a:ext cx="2838630" cy="1830931"/>
            <a:chOff x="6228184" y="3963752"/>
            <a:chExt cx="1779682" cy="1481472"/>
          </a:xfrm>
          <a:solidFill>
            <a:srgbClr val="FFFCF3"/>
          </a:solidFill>
        </p:grpSpPr>
        <p:sp>
          <p:nvSpPr>
            <p:cNvPr id="33" name="Retângulo de cantos arredondados 32">
              <a:extLst>
                <a:ext uri="{FF2B5EF4-FFF2-40B4-BE49-F238E27FC236}">
                  <a16:creationId xmlns:a16="http://schemas.microsoft.com/office/drawing/2014/main" id="{312F57C3-CFE6-4A98-A071-6E922336D6A4}"/>
                </a:ext>
              </a:extLst>
            </p:cNvPr>
            <p:cNvSpPr/>
            <p:nvPr/>
          </p:nvSpPr>
          <p:spPr>
            <a:xfrm>
              <a:off x="6228184" y="3963752"/>
              <a:ext cx="1779682" cy="1481472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800" dirty="0">
                <a:latin typeface="+mj-lt"/>
              </a:endParaRPr>
            </a:p>
          </p:txBody>
        </p:sp>
        <p:sp>
          <p:nvSpPr>
            <p:cNvPr id="37899" name="CaixaDeTexto 16">
              <a:extLst>
                <a:ext uri="{FF2B5EF4-FFF2-40B4-BE49-F238E27FC236}">
                  <a16:creationId xmlns:a16="http://schemas.microsoft.com/office/drawing/2014/main" id="{7BD7E058-89CE-487C-817A-7BF13859E5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773" y="4089638"/>
              <a:ext cx="570578" cy="5233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>
                  <a:latin typeface="+mj-lt"/>
                </a:rPr>
                <a:t>idade</a:t>
              </a:r>
            </a:p>
          </p:txBody>
        </p:sp>
        <p:sp>
          <p:nvSpPr>
            <p:cNvPr id="37900" name="CaixaDeTexto 17">
              <a:extLst>
                <a:ext uri="{FF2B5EF4-FFF2-40B4-BE49-F238E27FC236}">
                  <a16:creationId xmlns:a16="http://schemas.microsoft.com/office/drawing/2014/main" id="{4B9F8332-8B6E-469A-BAA2-F690410A03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565" y="4460154"/>
              <a:ext cx="228146" cy="5233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>
                  <a:latin typeface="+mj-lt"/>
                </a:rPr>
                <a:t>p</a:t>
              </a:r>
            </a:p>
          </p:txBody>
        </p:sp>
        <p:sp>
          <p:nvSpPr>
            <p:cNvPr id="37901" name="CaixaDeTexto 18">
              <a:extLst>
                <a:ext uri="{FF2B5EF4-FFF2-40B4-BE49-F238E27FC236}">
                  <a16:creationId xmlns:a16="http://schemas.microsoft.com/office/drawing/2014/main" id="{A6BF7255-71E4-4AD2-A860-B396589895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501597"/>
              <a:ext cx="924667" cy="375107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800">
                <a:latin typeface="+mj-lt"/>
              </a:endParaRPr>
            </a:p>
          </p:txBody>
        </p:sp>
        <p:sp>
          <p:nvSpPr>
            <p:cNvPr id="37902" name="CaixaDeTexto 19">
              <a:extLst>
                <a:ext uri="{FF2B5EF4-FFF2-40B4-BE49-F238E27FC236}">
                  <a16:creationId xmlns:a16="http://schemas.microsoft.com/office/drawing/2014/main" id="{EC9020FB-EDD4-4917-98A4-DD8C1CC2B4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098114"/>
              <a:ext cx="924667" cy="375107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40</a:t>
              </a:r>
            </a:p>
          </p:txBody>
        </p:sp>
        <p:sp>
          <p:nvSpPr>
            <p:cNvPr id="37903" name="CaixaDeTexto 17">
              <a:extLst>
                <a:ext uri="{FF2B5EF4-FFF2-40B4-BE49-F238E27FC236}">
                  <a16:creationId xmlns:a16="http://schemas.microsoft.com/office/drawing/2014/main" id="{2ED8A0CF-74F5-4E01-8ACC-D5254380E3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773" y="4825405"/>
              <a:ext cx="334163" cy="5233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p1</a:t>
              </a:r>
            </a:p>
          </p:txBody>
        </p:sp>
        <p:sp>
          <p:nvSpPr>
            <p:cNvPr id="37904" name="CaixaDeTexto 18">
              <a:extLst>
                <a:ext uri="{FF2B5EF4-FFF2-40B4-BE49-F238E27FC236}">
                  <a16:creationId xmlns:a16="http://schemas.microsoft.com/office/drawing/2014/main" id="{1F5DF5E0-8CF2-4CD7-8683-869BE036F1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916869"/>
              <a:ext cx="932571" cy="375107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800">
                <a:latin typeface="+mj-lt"/>
              </a:endParaRPr>
            </a:p>
          </p:txBody>
        </p:sp>
      </p:grpSp>
      <p:sp>
        <p:nvSpPr>
          <p:cNvPr id="6" name="Retângulo 5">
            <a:extLst>
              <a:ext uri="{FF2B5EF4-FFF2-40B4-BE49-F238E27FC236}">
                <a16:creationId xmlns:a16="http://schemas.microsoft.com/office/drawing/2014/main" id="{F9EE752F-D7C6-4996-A9CD-32D799D93566}"/>
              </a:ext>
            </a:extLst>
          </p:cNvPr>
          <p:cNvSpPr/>
          <p:nvPr/>
        </p:nvSpPr>
        <p:spPr>
          <a:xfrm>
            <a:off x="2836773" y="1649456"/>
            <a:ext cx="4828617" cy="8113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grpSp>
        <p:nvGrpSpPr>
          <p:cNvPr id="34" name="Grupo 31">
            <a:extLst>
              <a:ext uri="{FF2B5EF4-FFF2-40B4-BE49-F238E27FC236}">
                <a16:creationId xmlns:a16="http://schemas.microsoft.com/office/drawing/2014/main" id="{829BA6CD-1AD5-4BA9-9AD9-0CECCCF9ADEF}"/>
              </a:ext>
            </a:extLst>
          </p:cNvPr>
          <p:cNvGrpSpPr>
            <a:grpSpLocks/>
          </p:cNvGrpSpPr>
          <p:nvPr/>
        </p:nvGrpSpPr>
        <p:grpSpPr bwMode="auto">
          <a:xfrm>
            <a:off x="8842474" y="2305247"/>
            <a:ext cx="2838628" cy="1830932"/>
            <a:chOff x="6228182" y="3963752"/>
            <a:chExt cx="1779682" cy="1481472"/>
          </a:xfrm>
          <a:solidFill>
            <a:srgbClr val="FFFCF3"/>
          </a:solidFill>
        </p:grpSpPr>
        <p:sp>
          <p:nvSpPr>
            <p:cNvPr id="35" name="Retângulo de cantos arredondados 32">
              <a:extLst>
                <a:ext uri="{FF2B5EF4-FFF2-40B4-BE49-F238E27FC236}">
                  <a16:creationId xmlns:a16="http://schemas.microsoft.com/office/drawing/2014/main" id="{231B5607-864C-4CB7-964B-F81F6887C3B8}"/>
                </a:ext>
              </a:extLst>
            </p:cNvPr>
            <p:cNvSpPr/>
            <p:nvPr/>
          </p:nvSpPr>
          <p:spPr>
            <a:xfrm>
              <a:off x="6228182" y="3963752"/>
              <a:ext cx="1779682" cy="1481472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800" dirty="0">
                <a:latin typeface="+mj-lt"/>
              </a:endParaRPr>
            </a:p>
          </p:txBody>
        </p:sp>
        <p:sp>
          <p:nvSpPr>
            <p:cNvPr id="36" name="CaixaDeTexto 16">
              <a:extLst>
                <a:ext uri="{FF2B5EF4-FFF2-40B4-BE49-F238E27FC236}">
                  <a16:creationId xmlns:a16="http://schemas.microsoft.com/office/drawing/2014/main" id="{18B89923-E822-4F03-B6DE-3E240D612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773" y="4089638"/>
              <a:ext cx="561998" cy="423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nome</a:t>
              </a:r>
            </a:p>
          </p:txBody>
        </p:sp>
        <p:sp>
          <p:nvSpPr>
            <p:cNvPr id="37" name="CaixaDeTexto 17">
              <a:extLst>
                <a:ext uri="{FF2B5EF4-FFF2-40B4-BE49-F238E27FC236}">
                  <a16:creationId xmlns:a16="http://schemas.microsoft.com/office/drawing/2014/main" id="{938C7944-1CA4-4902-8659-310B1C0D17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565" y="4460154"/>
              <a:ext cx="540894" cy="423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idade</a:t>
              </a:r>
            </a:p>
          </p:txBody>
        </p:sp>
        <p:sp>
          <p:nvSpPr>
            <p:cNvPr id="38" name="CaixaDeTexto 18">
              <a:extLst>
                <a:ext uri="{FF2B5EF4-FFF2-40B4-BE49-F238E27FC236}">
                  <a16:creationId xmlns:a16="http://schemas.microsoft.com/office/drawing/2014/main" id="{74E5C204-9B87-4D2D-A1D8-58D5B6AC79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501597"/>
              <a:ext cx="924667" cy="378675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800">
                <a:latin typeface="+mj-lt"/>
              </a:endParaRPr>
            </a:p>
          </p:txBody>
        </p:sp>
        <p:sp>
          <p:nvSpPr>
            <p:cNvPr id="39" name="CaixaDeTexto 19">
              <a:extLst>
                <a:ext uri="{FF2B5EF4-FFF2-40B4-BE49-F238E27FC236}">
                  <a16:creationId xmlns:a16="http://schemas.microsoft.com/office/drawing/2014/main" id="{6752D703-F4AF-4F42-A97A-7A743D2DA6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098114"/>
              <a:ext cx="924667" cy="378675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800" dirty="0">
                <a:latin typeface="+mj-lt"/>
              </a:endParaRPr>
            </a:p>
          </p:txBody>
        </p:sp>
        <p:sp>
          <p:nvSpPr>
            <p:cNvPr id="40" name="CaixaDeTexto 17">
              <a:extLst>
                <a:ext uri="{FF2B5EF4-FFF2-40B4-BE49-F238E27FC236}">
                  <a16:creationId xmlns:a16="http://schemas.microsoft.com/office/drawing/2014/main" id="{E551333F-9F37-4879-AC5A-9325F05B38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773" y="4825405"/>
              <a:ext cx="558783" cy="423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renda</a:t>
              </a:r>
            </a:p>
          </p:txBody>
        </p:sp>
        <p:sp>
          <p:nvSpPr>
            <p:cNvPr id="41" name="CaixaDeTexto 18">
              <a:extLst>
                <a:ext uri="{FF2B5EF4-FFF2-40B4-BE49-F238E27FC236}">
                  <a16:creationId xmlns:a16="http://schemas.microsoft.com/office/drawing/2014/main" id="{456C46C6-F15D-4B7F-A639-C6EFA08C60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916869"/>
              <a:ext cx="932571" cy="378675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800">
                <a:latin typeface="+mj-lt"/>
              </a:endParaRPr>
            </a:p>
          </p:txBody>
        </p:sp>
      </p:grpSp>
      <p:grpSp>
        <p:nvGrpSpPr>
          <p:cNvPr id="43" name="Grupo 31">
            <a:extLst>
              <a:ext uri="{FF2B5EF4-FFF2-40B4-BE49-F238E27FC236}">
                <a16:creationId xmlns:a16="http://schemas.microsoft.com/office/drawing/2014/main" id="{A8307168-3403-4E6D-9916-944B53B4BFCB}"/>
              </a:ext>
            </a:extLst>
          </p:cNvPr>
          <p:cNvGrpSpPr>
            <a:grpSpLocks/>
          </p:cNvGrpSpPr>
          <p:nvPr/>
        </p:nvGrpSpPr>
        <p:grpSpPr bwMode="auto">
          <a:xfrm>
            <a:off x="8842474" y="4363492"/>
            <a:ext cx="2838628" cy="1830932"/>
            <a:chOff x="6228182" y="3963752"/>
            <a:chExt cx="1779682" cy="1481472"/>
          </a:xfrm>
          <a:solidFill>
            <a:srgbClr val="FFFCF3"/>
          </a:solidFill>
        </p:grpSpPr>
        <p:sp>
          <p:nvSpPr>
            <p:cNvPr id="44" name="Retângulo de cantos arredondados 32">
              <a:extLst>
                <a:ext uri="{FF2B5EF4-FFF2-40B4-BE49-F238E27FC236}">
                  <a16:creationId xmlns:a16="http://schemas.microsoft.com/office/drawing/2014/main" id="{9A4A714A-6614-4618-95B2-7E6DB5D4122C}"/>
                </a:ext>
              </a:extLst>
            </p:cNvPr>
            <p:cNvSpPr/>
            <p:nvPr/>
          </p:nvSpPr>
          <p:spPr>
            <a:xfrm>
              <a:off x="6228182" y="3963752"/>
              <a:ext cx="1779682" cy="1481472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800" dirty="0">
                <a:latin typeface="+mj-lt"/>
              </a:endParaRPr>
            </a:p>
          </p:txBody>
        </p:sp>
        <p:sp>
          <p:nvSpPr>
            <p:cNvPr id="45" name="CaixaDeTexto 16">
              <a:extLst>
                <a:ext uri="{FF2B5EF4-FFF2-40B4-BE49-F238E27FC236}">
                  <a16:creationId xmlns:a16="http://schemas.microsoft.com/office/drawing/2014/main" id="{FE81C00A-CC97-425A-86D9-327DC5CB0B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773" y="4089638"/>
              <a:ext cx="561998" cy="423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nome</a:t>
              </a:r>
            </a:p>
          </p:txBody>
        </p:sp>
        <p:sp>
          <p:nvSpPr>
            <p:cNvPr id="46" name="CaixaDeTexto 17">
              <a:extLst>
                <a:ext uri="{FF2B5EF4-FFF2-40B4-BE49-F238E27FC236}">
                  <a16:creationId xmlns:a16="http://schemas.microsoft.com/office/drawing/2014/main" id="{621E200F-CAA8-4C1D-AABA-D97AEBA725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565" y="4460154"/>
              <a:ext cx="540894" cy="423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idade</a:t>
              </a:r>
            </a:p>
          </p:txBody>
        </p:sp>
        <p:sp>
          <p:nvSpPr>
            <p:cNvPr id="47" name="CaixaDeTexto 18">
              <a:extLst>
                <a:ext uri="{FF2B5EF4-FFF2-40B4-BE49-F238E27FC236}">
                  <a16:creationId xmlns:a16="http://schemas.microsoft.com/office/drawing/2014/main" id="{2E2F782B-1B7D-42F5-ADA5-D75F344276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501597"/>
              <a:ext cx="924667" cy="378675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800">
                <a:latin typeface="+mj-lt"/>
              </a:endParaRPr>
            </a:p>
          </p:txBody>
        </p:sp>
        <p:sp>
          <p:nvSpPr>
            <p:cNvPr id="48" name="CaixaDeTexto 19">
              <a:extLst>
                <a:ext uri="{FF2B5EF4-FFF2-40B4-BE49-F238E27FC236}">
                  <a16:creationId xmlns:a16="http://schemas.microsoft.com/office/drawing/2014/main" id="{870C8485-7043-422B-85CF-8719BF52E3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098114"/>
              <a:ext cx="924667" cy="378675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800" dirty="0">
                <a:latin typeface="+mj-lt"/>
              </a:endParaRPr>
            </a:p>
          </p:txBody>
        </p:sp>
        <p:sp>
          <p:nvSpPr>
            <p:cNvPr id="49" name="CaixaDeTexto 17">
              <a:extLst>
                <a:ext uri="{FF2B5EF4-FFF2-40B4-BE49-F238E27FC236}">
                  <a16:creationId xmlns:a16="http://schemas.microsoft.com/office/drawing/2014/main" id="{EC16F509-2484-405A-A90C-72DDBBA9CE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773" y="4825405"/>
              <a:ext cx="558783" cy="423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renda</a:t>
              </a:r>
            </a:p>
          </p:txBody>
        </p:sp>
        <p:sp>
          <p:nvSpPr>
            <p:cNvPr id="50" name="CaixaDeTexto 18">
              <a:extLst>
                <a:ext uri="{FF2B5EF4-FFF2-40B4-BE49-F238E27FC236}">
                  <a16:creationId xmlns:a16="http://schemas.microsoft.com/office/drawing/2014/main" id="{34E114B1-81BC-49E4-A88A-483043A8A0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916868"/>
              <a:ext cx="932571" cy="378675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800">
                <a:latin typeface="+mj-lt"/>
              </a:endParaRPr>
            </a:p>
          </p:txBody>
        </p:sp>
      </p:grpSp>
      <p:sp>
        <p:nvSpPr>
          <p:cNvPr id="31" name="CaixaDeTexto 4">
            <a:extLst>
              <a:ext uri="{FF2B5EF4-FFF2-40B4-BE49-F238E27FC236}">
                <a16:creationId xmlns:a16="http://schemas.microsoft.com/office/drawing/2014/main" id="{FD4F5930-857E-4C9B-9B44-D10A2D847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2285" y="3147725"/>
            <a:ext cx="8579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b="1" dirty="0" err="1">
                <a:latin typeface="+mj-lt"/>
              </a:rPr>
              <a:t>Stack</a:t>
            </a:r>
            <a:endParaRPr lang="pt-BR" altLang="pt-BR" sz="2800" b="1" dirty="0">
              <a:latin typeface="+mj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ítulo 1">
            <a:extLst>
              <a:ext uri="{FF2B5EF4-FFF2-40B4-BE49-F238E27FC236}">
                <a16:creationId xmlns:a16="http://schemas.microsoft.com/office/drawing/2014/main" id="{DA55A6C8-0D0B-45A1-BD94-32EF3D6125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Escopo (variáveis e objetos)</a:t>
            </a:r>
          </a:p>
        </p:txBody>
      </p:sp>
      <p:sp>
        <p:nvSpPr>
          <p:cNvPr id="38919" name="CaixaDeTexto 22">
            <a:extLst>
              <a:ext uri="{FF2B5EF4-FFF2-40B4-BE49-F238E27FC236}">
                <a16:creationId xmlns:a16="http://schemas.microsoft.com/office/drawing/2014/main" id="{23571222-603F-4FBB-BE38-16142C742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8575" y="3201140"/>
            <a:ext cx="7778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800" dirty="0" err="1">
                <a:latin typeface="Verdana" panose="020B0604030504040204" pitchFamily="34" charset="0"/>
              </a:rPr>
              <a:t>Heap</a:t>
            </a:r>
            <a:endParaRPr lang="pt-BR" altLang="pt-BR" sz="1800" dirty="0">
              <a:latin typeface="Verdana" panose="020B0604030504040204" pitchFamily="34" charset="0"/>
            </a:endParaRPr>
          </a:p>
        </p:txBody>
      </p:sp>
      <p:sp>
        <p:nvSpPr>
          <p:cNvPr id="38922" name="CaixaDeTexto 32">
            <a:extLst>
              <a:ext uri="{FF2B5EF4-FFF2-40B4-BE49-F238E27FC236}">
                <a16:creationId xmlns:a16="http://schemas.microsoft.com/office/drawing/2014/main" id="{ABD0BE13-293C-428B-AE83-0BC312A3D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1951" y="5810112"/>
            <a:ext cx="288809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Escopo do construtor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69BD10D-08D3-4096-BBBB-881CE69DE77C}"/>
              </a:ext>
            </a:extLst>
          </p:cNvPr>
          <p:cNvGrpSpPr/>
          <p:nvPr/>
        </p:nvGrpSpPr>
        <p:grpSpPr>
          <a:xfrm>
            <a:off x="443883" y="1210338"/>
            <a:ext cx="8813328" cy="2769039"/>
            <a:chOff x="443883" y="1210338"/>
            <a:chExt cx="8559800" cy="2486025"/>
          </a:xfrm>
        </p:grpSpPr>
        <p:pic>
          <p:nvPicPr>
            <p:cNvPr id="38915" name="Imagem 4">
              <a:extLst>
                <a:ext uri="{FF2B5EF4-FFF2-40B4-BE49-F238E27FC236}">
                  <a16:creationId xmlns:a16="http://schemas.microsoft.com/office/drawing/2014/main" id="{C5B3F5B9-83BC-4354-ADB1-39E6C1E9B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2870" y="1210338"/>
              <a:ext cx="5230813" cy="2486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16" name="Imagem 5">
              <a:extLst>
                <a:ext uri="{FF2B5EF4-FFF2-40B4-BE49-F238E27FC236}">
                  <a16:creationId xmlns:a16="http://schemas.microsoft.com/office/drawing/2014/main" id="{FCBE5AF8-6965-448E-B13F-05B6CAFC9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883" y="1243674"/>
              <a:ext cx="2981325" cy="2419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id="{BB032B42-5FC9-4F4F-AAE8-6FC0B5C5D805}"/>
                </a:ext>
              </a:extLst>
            </p:cNvPr>
            <p:cNvSpPr/>
            <p:nvPr/>
          </p:nvSpPr>
          <p:spPr>
            <a:xfrm>
              <a:off x="5468320" y="2064413"/>
              <a:ext cx="3535363" cy="1746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43" name="Retângulo 42">
              <a:extLst>
                <a:ext uri="{FF2B5EF4-FFF2-40B4-BE49-F238E27FC236}">
                  <a16:creationId xmlns:a16="http://schemas.microsoft.com/office/drawing/2014/main" id="{A728C58E-09F6-493E-9266-E1A4D7C94497}"/>
                </a:ext>
              </a:extLst>
            </p:cNvPr>
            <p:cNvSpPr/>
            <p:nvPr/>
          </p:nvSpPr>
          <p:spPr>
            <a:xfrm>
              <a:off x="1286845" y="2577174"/>
              <a:ext cx="2081213" cy="2667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</p:grpSp>
      <p:sp>
        <p:nvSpPr>
          <p:cNvPr id="38926" name="CaixaDeTexto 1">
            <a:extLst>
              <a:ext uri="{FF2B5EF4-FFF2-40B4-BE49-F238E27FC236}">
                <a16:creationId xmlns:a16="http://schemas.microsoft.com/office/drawing/2014/main" id="{52F91982-57BE-4184-96E7-34AC032FB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6813" y="4360864"/>
            <a:ext cx="3286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latin typeface="Verdana" panose="020B0604030504040204" pitchFamily="34" charset="0"/>
              </a:rPr>
              <a:t>p</a:t>
            </a:r>
          </a:p>
        </p:txBody>
      </p:sp>
      <p:sp>
        <p:nvSpPr>
          <p:cNvPr id="38927" name="CaixaDeTexto 44">
            <a:extLst>
              <a:ext uri="{FF2B5EF4-FFF2-40B4-BE49-F238E27FC236}">
                <a16:creationId xmlns:a16="http://schemas.microsoft.com/office/drawing/2014/main" id="{1F0B8E61-919F-45AB-91C8-A0A2B2C13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1263" y="5853114"/>
            <a:ext cx="476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latin typeface="Verdana" panose="020B0604030504040204" pitchFamily="34" charset="0"/>
              </a:rPr>
              <a:t>p1</a:t>
            </a:r>
          </a:p>
        </p:txBody>
      </p:sp>
      <p:sp>
        <p:nvSpPr>
          <p:cNvPr id="47" name="CaixaDeTexto 4">
            <a:extLst>
              <a:ext uri="{FF2B5EF4-FFF2-40B4-BE49-F238E27FC236}">
                <a16:creationId xmlns:a16="http://schemas.microsoft.com/office/drawing/2014/main" id="{183F1051-61C9-41F9-A918-54365E8BC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6726" y="1823781"/>
            <a:ext cx="8290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 err="1">
                <a:latin typeface="+mj-lt"/>
              </a:rPr>
              <a:t>Heap</a:t>
            </a:r>
            <a:endParaRPr lang="pt-BR" altLang="pt-BR" sz="2800" dirty="0">
              <a:latin typeface="+mj-lt"/>
            </a:endParaRPr>
          </a:p>
        </p:txBody>
      </p:sp>
      <p:sp>
        <p:nvSpPr>
          <p:cNvPr id="48" name="CaixaDeTexto 30">
            <a:extLst>
              <a:ext uri="{FF2B5EF4-FFF2-40B4-BE49-F238E27FC236}">
                <a16:creationId xmlns:a16="http://schemas.microsoft.com/office/drawing/2014/main" id="{1DF0C1F1-34D4-4946-B4D2-CD22F048F8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326" y="5810112"/>
            <a:ext cx="22164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Escopo do </a:t>
            </a:r>
            <a:r>
              <a:rPr lang="pt-BR" altLang="pt-BR" sz="2800" dirty="0" err="1">
                <a:latin typeface="+mj-lt"/>
              </a:rPr>
              <a:t>main</a:t>
            </a:r>
            <a:endParaRPr lang="pt-BR" altLang="pt-BR" sz="2800" dirty="0">
              <a:latin typeface="+mj-lt"/>
            </a:endParaRPr>
          </a:p>
        </p:txBody>
      </p:sp>
      <p:grpSp>
        <p:nvGrpSpPr>
          <p:cNvPr id="49" name="Grupo 31">
            <a:extLst>
              <a:ext uri="{FF2B5EF4-FFF2-40B4-BE49-F238E27FC236}">
                <a16:creationId xmlns:a16="http://schemas.microsoft.com/office/drawing/2014/main" id="{8CD6AF91-318C-454E-A182-DE198C0B1BD9}"/>
              </a:ext>
            </a:extLst>
          </p:cNvPr>
          <p:cNvGrpSpPr>
            <a:grpSpLocks/>
          </p:cNvGrpSpPr>
          <p:nvPr/>
        </p:nvGrpSpPr>
        <p:grpSpPr bwMode="auto">
          <a:xfrm>
            <a:off x="680186" y="3934135"/>
            <a:ext cx="2838630" cy="1830931"/>
            <a:chOff x="6228184" y="3963752"/>
            <a:chExt cx="1779682" cy="1481472"/>
          </a:xfrm>
          <a:solidFill>
            <a:srgbClr val="FFFCF3"/>
          </a:solidFill>
        </p:grpSpPr>
        <p:sp>
          <p:nvSpPr>
            <p:cNvPr id="50" name="Retângulo de cantos arredondados 32">
              <a:extLst>
                <a:ext uri="{FF2B5EF4-FFF2-40B4-BE49-F238E27FC236}">
                  <a16:creationId xmlns:a16="http://schemas.microsoft.com/office/drawing/2014/main" id="{3A6387C6-CF78-41B1-BE9E-3F315D18BB28}"/>
                </a:ext>
              </a:extLst>
            </p:cNvPr>
            <p:cNvSpPr/>
            <p:nvPr/>
          </p:nvSpPr>
          <p:spPr>
            <a:xfrm>
              <a:off x="6228184" y="3963752"/>
              <a:ext cx="1779682" cy="1481472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800" dirty="0">
                <a:latin typeface="+mj-lt"/>
              </a:endParaRPr>
            </a:p>
          </p:txBody>
        </p:sp>
        <p:sp>
          <p:nvSpPr>
            <p:cNvPr id="51" name="CaixaDeTexto 16">
              <a:extLst>
                <a:ext uri="{FF2B5EF4-FFF2-40B4-BE49-F238E27FC236}">
                  <a16:creationId xmlns:a16="http://schemas.microsoft.com/office/drawing/2014/main" id="{DBBFDC07-D85F-409A-A21E-E5111F249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773" y="4089638"/>
              <a:ext cx="570578" cy="5233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>
                  <a:latin typeface="+mj-lt"/>
                </a:rPr>
                <a:t>idade</a:t>
              </a:r>
            </a:p>
          </p:txBody>
        </p:sp>
        <p:sp>
          <p:nvSpPr>
            <p:cNvPr id="52" name="CaixaDeTexto 17">
              <a:extLst>
                <a:ext uri="{FF2B5EF4-FFF2-40B4-BE49-F238E27FC236}">
                  <a16:creationId xmlns:a16="http://schemas.microsoft.com/office/drawing/2014/main" id="{AD74B957-869B-4B1D-83C8-D9C80B10DF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565" y="4460154"/>
              <a:ext cx="228146" cy="5233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>
                  <a:latin typeface="+mj-lt"/>
                </a:rPr>
                <a:t>p</a:t>
              </a:r>
            </a:p>
          </p:txBody>
        </p:sp>
        <p:sp>
          <p:nvSpPr>
            <p:cNvPr id="53" name="CaixaDeTexto 18">
              <a:extLst>
                <a:ext uri="{FF2B5EF4-FFF2-40B4-BE49-F238E27FC236}">
                  <a16:creationId xmlns:a16="http://schemas.microsoft.com/office/drawing/2014/main" id="{F6BE6AEE-7C9E-424F-B81D-14A02BE684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501597"/>
              <a:ext cx="924667" cy="375107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800">
                <a:latin typeface="+mj-lt"/>
              </a:endParaRPr>
            </a:p>
          </p:txBody>
        </p:sp>
        <p:sp>
          <p:nvSpPr>
            <p:cNvPr id="54" name="CaixaDeTexto 19">
              <a:extLst>
                <a:ext uri="{FF2B5EF4-FFF2-40B4-BE49-F238E27FC236}">
                  <a16:creationId xmlns:a16="http://schemas.microsoft.com/office/drawing/2014/main" id="{7339EA06-7A0D-4483-80F0-5C619ECA16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098114"/>
              <a:ext cx="924667" cy="375107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40</a:t>
              </a:r>
            </a:p>
          </p:txBody>
        </p:sp>
        <p:sp>
          <p:nvSpPr>
            <p:cNvPr id="55" name="CaixaDeTexto 17">
              <a:extLst>
                <a:ext uri="{FF2B5EF4-FFF2-40B4-BE49-F238E27FC236}">
                  <a16:creationId xmlns:a16="http://schemas.microsoft.com/office/drawing/2014/main" id="{1A023943-A120-4C11-8BBD-4841F63112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773" y="4825405"/>
              <a:ext cx="334163" cy="5233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p1</a:t>
              </a:r>
            </a:p>
          </p:txBody>
        </p:sp>
        <p:sp>
          <p:nvSpPr>
            <p:cNvPr id="56" name="CaixaDeTexto 18">
              <a:extLst>
                <a:ext uri="{FF2B5EF4-FFF2-40B4-BE49-F238E27FC236}">
                  <a16:creationId xmlns:a16="http://schemas.microsoft.com/office/drawing/2014/main" id="{C90E0C41-DCE0-4B5A-98CB-6E6E0B5328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916869"/>
              <a:ext cx="932571" cy="375107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800">
                <a:latin typeface="+mj-lt"/>
              </a:endParaRPr>
            </a:p>
          </p:txBody>
        </p:sp>
      </p:grpSp>
      <p:grpSp>
        <p:nvGrpSpPr>
          <p:cNvPr id="57" name="Grupo 31">
            <a:extLst>
              <a:ext uri="{FF2B5EF4-FFF2-40B4-BE49-F238E27FC236}">
                <a16:creationId xmlns:a16="http://schemas.microsoft.com/office/drawing/2014/main" id="{64DAD6FE-1845-4940-BDFE-9D9A63884225}"/>
              </a:ext>
            </a:extLst>
          </p:cNvPr>
          <p:cNvGrpSpPr>
            <a:grpSpLocks/>
          </p:cNvGrpSpPr>
          <p:nvPr/>
        </p:nvGrpSpPr>
        <p:grpSpPr bwMode="auto">
          <a:xfrm>
            <a:off x="8842474" y="2434226"/>
            <a:ext cx="2838628" cy="1830932"/>
            <a:chOff x="6228182" y="3963752"/>
            <a:chExt cx="1779682" cy="1481472"/>
          </a:xfrm>
          <a:solidFill>
            <a:srgbClr val="FFFCF3"/>
          </a:solidFill>
        </p:grpSpPr>
        <p:sp>
          <p:nvSpPr>
            <p:cNvPr id="58" name="Retângulo de cantos arredondados 32">
              <a:extLst>
                <a:ext uri="{FF2B5EF4-FFF2-40B4-BE49-F238E27FC236}">
                  <a16:creationId xmlns:a16="http://schemas.microsoft.com/office/drawing/2014/main" id="{E025B11A-B892-421A-85FC-F2E73497AC2C}"/>
                </a:ext>
              </a:extLst>
            </p:cNvPr>
            <p:cNvSpPr/>
            <p:nvPr/>
          </p:nvSpPr>
          <p:spPr>
            <a:xfrm>
              <a:off x="6228182" y="3963752"/>
              <a:ext cx="1779682" cy="1481472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800" dirty="0">
                <a:latin typeface="+mj-lt"/>
              </a:endParaRPr>
            </a:p>
          </p:txBody>
        </p:sp>
        <p:sp>
          <p:nvSpPr>
            <p:cNvPr id="59" name="CaixaDeTexto 16">
              <a:extLst>
                <a:ext uri="{FF2B5EF4-FFF2-40B4-BE49-F238E27FC236}">
                  <a16:creationId xmlns:a16="http://schemas.microsoft.com/office/drawing/2014/main" id="{7F1805EB-2C7E-4BE7-B7C2-17032972D2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773" y="4089638"/>
              <a:ext cx="561998" cy="423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nome</a:t>
              </a:r>
            </a:p>
          </p:txBody>
        </p:sp>
        <p:sp>
          <p:nvSpPr>
            <p:cNvPr id="60" name="CaixaDeTexto 17">
              <a:extLst>
                <a:ext uri="{FF2B5EF4-FFF2-40B4-BE49-F238E27FC236}">
                  <a16:creationId xmlns:a16="http://schemas.microsoft.com/office/drawing/2014/main" id="{A06327AF-2DC5-47E7-BCB2-87E46ECB21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565" y="4460154"/>
              <a:ext cx="540894" cy="423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idade</a:t>
              </a:r>
            </a:p>
          </p:txBody>
        </p:sp>
        <p:sp>
          <p:nvSpPr>
            <p:cNvPr id="61" name="CaixaDeTexto 18">
              <a:extLst>
                <a:ext uri="{FF2B5EF4-FFF2-40B4-BE49-F238E27FC236}">
                  <a16:creationId xmlns:a16="http://schemas.microsoft.com/office/drawing/2014/main" id="{158A7885-EF40-4081-A255-0AB14E2F31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501597"/>
              <a:ext cx="924667" cy="378675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800">
                <a:latin typeface="+mj-lt"/>
              </a:endParaRPr>
            </a:p>
          </p:txBody>
        </p:sp>
        <p:sp>
          <p:nvSpPr>
            <p:cNvPr id="62" name="CaixaDeTexto 19">
              <a:extLst>
                <a:ext uri="{FF2B5EF4-FFF2-40B4-BE49-F238E27FC236}">
                  <a16:creationId xmlns:a16="http://schemas.microsoft.com/office/drawing/2014/main" id="{E10AD205-69A5-4340-9288-C425BA6A60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098114"/>
              <a:ext cx="924667" cy="378675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800" dirty="0">
                <a:latin typeface="+mj-lt"/>
              </a:endParaRPr>
            </a:p>
          </p:txBody>
        </p:sp>
        <p:sp>
          <p:nvSpPr>
            <p:cNvPr id="63" name="CaixaDeTexto 17">
              <a:extLst>
                <a:ext uri="{FF2B5EF4-FFF2-40B4-BE49-F238E27FC236}">
                  <a16:creationId xmlns:a16="http://schemas.microsoft.com/office/drawing/2014/main" id="{1C0743E1-A956-4C75-A6DF-F9BBA62D5C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773" y="4825405"/>
              <a:ext cx="558783" cy="423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renda</a:t>
              </a:r>
            </a:p>
          </p:txBody>
        </p:sp>
        <p:sp>
          <p:nvSpPr>
            <p:cNvPr id="64" name="CaixaDeTexto 18">
              <a:extLst>
                <a:ext uri="{FF2B5EF4-FFF2-40B4-BE49-F238E27FC236}">
                  <a16:creationId xmlns:a16="http://schemas.microsoft.com/office/drawing/2014/main" id="{72DAC577-C70B-4A25-B096-1B8D76AFFD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916869"/>
              <a:ext cx="932571" cy="378675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800">
                <a:latin typeface="+mj-lt"/>
              </a:endParaRPr>
            </a:p>
          </p:txBody>
        </p:sp>
      </p:grpSp>
      <p:grpSp>
        <p:nvGrpSpPr>
          <p:cNvPr id="65" name="Grupo 31">
            <a:extLst>
              <a:ext uri="{FF2B5EF4-FFF2-40B4-BE49-F238E27FC236}">
                <a16:creationId xmlns:a16="http://schemas.microsoft.com/office/drawing/2014/main" id="{58112475-FF58-4685-BDE8-2AD8DE834F34}"/>
              </a:ext>
            </a:extLst>
          </p:cNvPr>
          <p:cNvGrpSpPr>
            <a:grpSpLocks/>
          </p:cNvGrpSpPr>
          <p:nvPr/>
        </p:nvGrpSpPr>
        <p:grpSpPr bwMode="auto">
          <a:xfrm>
            <a:off x="8842474" y="4363492"/>
            <a:ext cx="2838628" cy="1830932"/>
            <a:chOff x="6228182" y="3963752"/>
            <a:chExt cx="1779682" cy="1481472"/>
          </a:xfrm>
          <a:solidFill>
            <a:srgbClr val="FFFCF3"/>
          </a:solidFill>
        </p:grpSpPr>
        <p:sp>
          <p:nvSpPr>
            <p:cNvPr id="66" name="Retângulo de cantos arredondados 32">
              <a:extLst>
                <a:ext uri="{FF2B5EF4-FFF2-40B4-BE49-F238E27FC236}">
                  <a16:creationId xmlns:a16="http://schemas.microsoft.com/office/drawing/2014/main" id="{2DD53A0E-BC5F-42C5-9982-86543AEA647E}"/>
                </a:ext>
              </a:extLst>
            </p:cNvPr>
            <p:cNvSpPr/>
            <p:nvPr/>
          </p:nvSpPr>
          <p:spPr>
            <a:xfrm>
              <a:off x="6228182" y="3963752"/>
              <a:ext cx="1779682" cy="1481472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800" dirty="0">
                <a:latin typeface="+mj-lt"/>
              </a:endParaRPr>
            </a:p>
          </p:txBody>
        </p:sp>
        <p:sp>
          <p:nvSpPr>
            <p:cNvPr id="67" name="CaixaDeTexto 16">
              <a:extLst>
                <a:ext uri="{FF2B5EF4-FFF2-40B4-BE49-F238E27FC236}">
                  <a16:creationId xmlns:a16="http://schemas.microsoft.com/office/drawing/2014/main" id="{630EC6B3-A879-49F6-813B-F6CD379E51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773" y="4089638"/>
              <a:ext cx="561998" cy="423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nome</a:t>
              </a:r>
            </a:p>
          </p:txBody>
        </p:sp>
        <p:sp>
          <p:nvSpPr>
            <p:cNvPr id="68" name="CaixaDeTexto 17">
              <a:extLst>
                <a:ext uri="{FF2B5EF4-FFF2-40B4-BE49-F238E27FC236}">
                  <a16:creationId xmlns:a16="http://schemas.microsoft.com/office/drawing/2014/main" id="{B58FAB0D-3116-440E-B90F-D936304586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565" y="4460154"/>
              <a:ext cx="540894" cy="423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idade</a:t>
              </a:r>
            </a:p>
          </p:txBody>
        </p:sp>
        <p:sp>
          <p:nvSpPr>
            <p:cNvPr id="69" name="CaixaDeTexto 18">
              <a:extLst>
                <a:ext uri="{FF2B5EF4-FFF2-40B4-BE49-F238E27FC236}">
                  <a16:creationId xmlns:a16="http://schemas.microsoft.com/office/drawing/2014/main" id="{70F29BDD-5173-4445-A0E2-3BEE8FCCC3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501597"/>
              <a:ext cx="924667" cy="378675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800">
                <a:latin typeface="+mj-lt"/>
              </a:endParaRPr>
            </a:p>
          </p:txBody>
        </p:sp>
        <p:sp>
          <p:nvSpPr>
            <p:cNvPr id="70" name="CaixaDeTexto 19">
              <a:extLst>
                <a:ext uri="{FF2B5EF4-FFF2-40B4-BE49-F238E27FC236}">
                  <a16:creationId xmlns:a16="http://schemas.microsoft.com/office/drawing/2014/main" id="{855D58EF-C4E1-42B7-AF1F-438D1A1256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098114"/>
              <a:ext cx="924667" cy="378675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800" dirty="0">
                <a:latin typeface="+mj-lt"/>
              </a:endParaRPr>
            </a:p>
          </p:txBody>
        </p:sp>
        <p:sp>
          <p:nvSpPr>
            <p:cNvPr id="71" name="CaixaDeTexto 17">
              <a:extLst>
                <a:ext uri="{FF2B5EF4-FFF2-40B4-BE49-F238E27FC236}">
                  <a16:creationId xmlns:a16="http://schemas.microsoft.com/office/drawing/2014/main" id="{7CB41CAD-D405-4BC7-B211-7ADB9CAAC9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773" y="4825405"/>
              <a:ext cx="558783" cy="423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renda</a:t>
              </a:r>
            </a:p>
          </p:txBody>
        </p:sp>
        <p:sp>
          <p:nvSpPr>
            <p:cNvPr id="72" name="CaixaDeTexto 18">
              <a:extLst>
                <a:ext uri="{FF2B5EF4-FFF2-40B4-BE49-F238E27FC236}">
                  <a16:creationId xmlns:a16="http://schemas.microsoft.com/office/drawing/2014/main" id="{055DA888-E624-4DF0-A27B-B9489ED3F7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916869"/>
              <a:ext cx="932571" cy="378675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800">
                <a:latin typeface="+mj-lt"/>
              </a:endParaRPr>
            </a:p>
          </p:txBody>
        </p:sp>
      </p:grpSp>
      <p:grpSp>
        <p:nvGrpSpPr>
          <p:cNvPr id="73" name="Grupo 31">
            <a:extLst>
              <a:ext uri="{FF2B5EF4-FFF2-40B4-BE49-F238E27FC236}">
                <a16:creationId xmlns:a16="http://schemas.microsoft.com/office/drawing/2014/main" id="{E0C9E658-9A03-46E7-A7C5-758D162BFCC4}"/>
              </a:ext>
            </a:extLst>
          </p:cNvPr>
          <p:cNvGrpSpPr>
            <a:grpSpLocks/>
          </p:cNvGrpSpPr>
          <p:nvPr/>
        </p:nvGrpSpPr>
        <p:grpSpPr bwMode="auto">
          <a:xfrm>
            <a:off x="4576720" y="3815285"/>
            <a:ext cx="2838630" cy="1830931"/>
            <a:chOff x="6228184" y="3963752"/>
            <a:chExt cx="1779682" cy="1481472"/>
          </a:xfrm>
          <a:solidFill>
            <a:srgbClr val="FFFCF3"/>
          </a:solidFill>
        </p:grpSpPr>
        <p:sp>
          <p:nvSpPr>
            <p:cNvPr id="74" name="Retângulo de cantos arredondados 32">
              <a:extLst>
                <a:ext uri="{FF2B5EF4-FFF2-40B4-BE49-F238E27FC236}">
                  <a16:creationId xmlns:a16="http://schemas.microsoft.com/office/drawing/2014/main" id="{3CC9CADE-6D6D-443D-83DD-C281C9F046A5}"/>
                </a:ext>
              </a:extLst>
            </p:cNvPr>
            <p:cNvSpPr/>
            <p:nvPr/>
          </p:nvSpPr>
          <p:spPr>
            <a:xfrm>
              <a:off x="6228184" y="3963752"/>
              <a:ext cx="1779682" cy="1481472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800" dirty="0">
                <a:latin typeface="+mj-lt"/>
              </a:endParaRPr>
            </a:p>
          </p:txBody>
        </p:sp>
        <p:sp>
          <p:nvSpPr>
            <p:cNvPr id="75" name="CaixaDeTexto 16">
              <a:extLst>
                <a:ext uri="{FF2B5EF4-FFF2-40B4-BE49-F238E27FC236}">
                  <a16:creationId xmlns:a16="http://schemas.microsoft.com/office/drawing/2014/main" id="{B483148D-429A-4C43-85D7-84D4B7078B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7453" y="4110778"/>
              <a:ext cx="217282" cy="423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n</a:t>
              </a:r>
            </a:p>
          </p:txBody>
        </p:sp>
        <p:sp>
          <p:nvSpPr>
            <p:cNvPr id="76" name="CaixaDeTexto 17">
              <a:extLst>
                <a:ext uri="{FF2B5EF4-FFF2-40B4-BE49-F238E27FC236}">
                  <a16:creationId xmlns:a16="http://schemas.microsoft.com/office/drawing/2014/main" id="{C658A9B4-CDDD-4B0D-ADDD-F9176530A5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7245" y="4481294"/>
              <a:ext cx="161002" cy="423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i</a:t>
              </a:r>
            </a:p>
          </p:txBody>
        </p:sp>
        <p:sp>
          <p:nvSpPr>
            <p:cNvPr id="77" name="CaixaDeTexto 18">
              <a:extLst>
                <a:ext uri="{FF2B5EF4-FFF2-40B4-BE49-F238E27FC236}">
                  <a16:creationId xmlns:a16="http://schemas.microsoft.com/office/drawing/2014/main" id="{8FB31B8F-C4B0-4036-91B6-187C425EA4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08154" y="4507215"/>
              <a:ext cx="924667" cy="378676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40</a:t>
              </a:r>
            </a:p>
          </p:txBody>
        </p:sp>
        <p:sp>
          <p:nvSpPr>
            <p:cNvPr id="78" name="CaixaDeTexto 19">
              <a:extLst>
                <a:ext uri="{FF2B5EF4-FFF2-40B4-BE49-F238E27FC236}">
                  <a16:creationId xmlns:a16="http://schemas.microsoft.com/office/drawing/2014/main" id="{27A48D45-1C17-477F-95B9-72BE66A0D8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08154" y="4089638"/>
              <a:ext cx="924667" cy="378676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Fulano</a:t>
              </a:r>
            </a:p>
          </p:txBody>
        </p:sp>
        <p:sp>
          <p:nvSpPr>
            <p:cNvPr id="79" name="CaixaDeTexto 17">
              <a:extLst>
                <a:ext uri="{FF2B5EF4-FFF2-40B4-BE49-F238E27FC236}">
                  <a16:creationId xmlns:a16="http://schemas.microsoft.com/office/drawing/2014/main" id="{87E111FD-EEEC-4947-AA6D-646F32F760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7453" y="4846545"/>
              <a:ext cx="180097" cy="423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r</a:t>
              </a:r>
            </a:p>
          </p:txBody>
        </p:sp>
        <p:sp>
          <p:nvSpPr>
            <p:cNvPr id="80" name="CaixaDeTexto 18">
              <a:extLst>
                <a:ext uri="{FF2B5EF4-FFF2-40B4-BE49-F238E27FC236}">
                  <a16:creationId xmlns:a16="http://schemas.microsoft.com/office/drawing/2014/main" id="{6CC34E6A-0C64-474A-8BEF-CD995C77DB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08154" y="4922487"/>
              <a:ext cx="932571" cy="423356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10000.00</a:t>
              </a:r>
            </a:p>
          </p:txBody>
        </p:sp>
      </p:grpSp>
      <p:sp>
        <p:nvSpPr>
          <p:cNvPr id="81" name="CaixaDeTexto 4">
            <a:extLst>
              <a:ext uri="{FF2B5EF4-FFF2-40B4-BE49-F238E27FC236}">
                <a16:creationId xmlns:a16="http://schemas.microsoft.com/office/drawing/2014/main" id="{6D20DE2B-DB40-4C1B-915A-7BB1E6FEC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2702" y="3009905"/>
            <a:ext cx="34496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p</a:t>
            </a:r>
          </a:p>
        </p:txBody>
      </p:sp>
      <p:sp>
        <p:nvSpPr>
          <p:cNvPr id="82" name="CaixaDeTexto 4">
            <a:extLst>
              <a:ext uri="{FF2B5EF4-FFF2-40B4-BE49-F238E27FC236}">
                <a16:creationId xmlns:a16="http://schemas.microsoft.com/office/drawing/2014/main" id="{DFEE83B1-E11C-4392-ABC3-E1EA2522F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3357" y="4871024"/>
            <a:ext cx="5052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p1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ítulo 1">
            <a:extLst>
              <a:ext uri="{FF2B5EF4-FFF2-40B4-BE49-F238E27FC236}">
                <a16:creationId xmlns:a16="http://schemas.microsoft.com/office/drawing/2014/main" id="{BA08CA98-B520-413C-A561-AAFA662CEC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Escopo (variáveis e objetos)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F543F0A8-D268-4F70-9921-BC8AB80C57D3}"/>
              </a:ext>
            </a:extLst>
          </p:cNvPr>
          <p:cNvGrpSpPr/>
          <p:nvPr/>
        </p:nvGrpSpPr>
        <p:grpSpPr>
          <a:xfrm>
            <a:off x="873443" y="1262878"/>
            <a:ext cx="4386534" cy="2734355"/>
            <a:chOff x="3433763" y="1576388"/>
            <a:chExt cx="3924301" cy="2419350"/>
          </a:xfrm>
        </p:grpSpPr>
        <p:pic>
          <p:nvPicPr>
            <p:cNvPr id="39939" name="Imagem 5">
              <a:extLst>
                <a:ext uri="{FF2B5EF4-FFF2-40B4-BE49-F238E27FC236}">
                  <a16:creationId xmlns:a16="http://schemas.microsoft.com/office/drawing/2014/main" id="{234AB83F-A0EE-4D95-98DD-4E93C17AD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6739" y="1576388"/>
              <a:ext cx="2981325" cy="2419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" name="Retângulo 42">
              <a:extLst>
                <a:ext uri="{FF2B5EF4-FFF2-40B4-BE49-F238E27FC236}">
                  <a16:creationId xmlns:a16="http://schemas.microsoft.com/office/drawing/2014/main" id="{D50AEEC8-B1CA-48B6-BEA9-26B4B9F7BCAF}"/>
                </a:ext>
              </a:extLst>
            </p:cNvPr>
            <p:cNvSpPr/>
            <p:nvPr/>
          </p:nvSpPr>
          <p:spPr>
            <a:xfrm>
              <a:off x="5219701" y="2968625"/>
              <a:ext cx="2081213" cy="1587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800">
                <a:latin typeface="+mj-lt"/>
              </a:endParaRPr>
            </a:p>
          </p:txBody>
        </p:sp>
        <p:sp>
          <p:nvSpPr>
            <p:cNvPr id="2" name="Chave esquerda 1">
              <a:extLst>
                <a:ext uri="{FF2B5EF4-FFF2-40B4-BE49-F238E27FC236}">
                  <a16:creationId xmlns:a16="http://schemas.microsoft.com/office/drawing/2014/main" id="{DEDADDA1-F1D6-4850-A15C-29EC5FF6CEF1}"/>
                </a:ext>
              </a:extLst>
            </p:cNvPr>
            <p:cNvSpPr/>
            <p:nvPr/>
          </p:nvSpPr>
          <p:spPr>
            <a:xfrm>
              <a:off x="4800601" y="3070226"/>
              <a:ext cx="142875" cy="627063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800">
                <a:latin typeface="+mj-lt"/>
              </a:endParaRPr>
            </a:p>
          </p:txBody>
        </p:sp>
        <p:sp>
          <p:nvSpPr>
            <p:cNvPr id="39954" name="CaixaDeTexto 2">
              <a:extLst>
                <a:ext uri="{FF2B5EF4-FFF2-40B4-BE49-F238E27FC236}">
                  <a16:creationId xmlns:a16="http://schemas.microsoft.com/office/drawing/2014/main" id="{EB6873DD-0644-4750-8EED-7344B3A0FF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3763" y="3176588"/>
              <a:ext cx="71526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 err="1">
                  <a:latin typeface="+mj-lt"/>
                </a:rPr>
                <a:t>this</a:t>
              </a:r>
              <a:r>
                <a:rPr lang="pt-BR" altLang="pt-BR" sz="2800" dirty="0">
                  <a:latin typeface="+mj-lt"/>
                </a:rPr>
                <a:t>.</a:t>
              </a:r>
            </a:p>
          </p:txBody>
        </p:sp>
        <p:cxnSp>
          <p:nvCxnSpPr>
            <p:cNvPr id="44" name="Conector de seta reta 43">
              <a:extLst>
                <a:ext uri="{FF2B5EF4-FFF2-40B4-BE49-F238E27FC236}">
                  <a16:creationId xmlns:a16="http://schemas.microsoft.com/office/drawing/2014/main" id="{CACA2273-EA9E-429D-A952-A73FEAF7E4AD}"/>
                </a:ext>
              </a:extLst>
            </p:cNvPr>
            <p:cNvCxnSpPr>
              <a:stCxn id="39954" idx="3"/>
              <a:endCxn id="2" idx="1"/>
            </p:cNvCxnSpPr>
            <p:nvPr/>
          </p:nvCxnSpPr>
          <p:spPr>
            <a:xfrm flipV="1">
              <a:off x="4149023" y="3383758"/>
              <a:ext cx="651578" cy="5444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CaixaDeTexto 32">
            <a:extLst>
              <a:ext uri="{FF2B5EF4-FFF2-40B4-BE49-F238E27FC236}">
                <a16:creationId xmlns:a16="http://schemas.microsoft.com/office/drawing/2014/main" id="{FA91FB72-DD74-42BE-83E9-D89AC2494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1951" y="5810112"/>
            <a:ext cx="288809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Escopo do construtor</a:t>
            </a:r>
          </a:p>
        </p:txBody>
      </p:sp>
      <p:sp>
        <p:nvSpPr>
          <p:cNvPr id="42" name="CaixaDeTexto 30">
            <a:extLst>
              <a:ext uri="{FF2B5EF4-FFF2-40B4-BE49-F238E27FC236}">
                <a16:creationId xmlns:a16="http://schemas.microsoft.com/office/drawing/2014/main" id="{05A15389-E7B8-45C4-B3A3-E2E1184E2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326" y="5810112"/>
            <a:ext cx="22164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Escopo do </a:t>
            </a:r>
            <a:r>
              <a:rPr lang="pt-BR" altLang="pt-BR" sz="2800" dirty="0" err="1">
                <a:latin typeface="+mj-lt"/>
              </a:rPr>
              <a:t>main</a:t>
            </a:r>
            <a:endParaRPr lang="pt-BR" altLang="pt-BR" sz="2800" dirty="0">
              <a:latin typeface="+mj-lt"/>
            </a:endParaRPr>
          </a:p>
        </p:txBody>
      </p:sp>
      <p:grpSp>
        <p:nvGrpSpPr>
          <p:cNvPr id="45" name="Grupo 31">
            <a:extLst>
              <a:ext uri="{FF2B5EF4-FFF2-40B4-BE49-F238E27FC236}">
                <a16:creationId xmlns:a16="http://schemas.microsoft.com/office/drawing/2014/main" id="{3C5C2E60-28E7-4CD2-AAF0-12838F6CF7C6}"/>
              </a:ext>
            </a:extLst>
          </p:cNvPr>
          <p:cNvGrpSpPr>
            <a:grpSpLocks/>
          </p:cNvGrpSpPr>
          <p:nvPr/>
        </p:nvGrpSpPr>
        <p:grpSpPr bwMode="auto">
          <a:xfrm>
            <a:off x="680186" y="3934135"/>
            <a:ext cx="2838630" cy="1830931"/>
            <a:chOff x="6228184" y="3963752"/>
            <a:chExt cx="1779682" cy="1481472"/>
          </a:xfrm>
          <a:solidFill>
            <a:srgbClr val="FFFCF3"/>
          </a:solidFill>
        </p:grpSpPr>
        <p:sp>
          <p:nvSpPr>
            <p:cNvPr id="46" name="Retângulo de cantos arredondados 32">
              <a:extLst>
                <a:ext uri="{FF2B5EF4-FFF2-40B4-BE49-F238E27FC236}">
                  <a16:creationId xmlns:a16="http://schemas.microsoft.com/office/drawing/2014/main" id="{81085612-7E20-4FD7-B789-8551D01CD607}"/>
                </a:ext>
              </a:extLst>
            </p:cNvPr>
            <p:cNvSpPr/>
            <p:nvPr/>
          </p:nvSpPr>
          <p:spPr>
            <a:xfrm>
              <a:off x="6228184" y="3963752"/>
              <a:ext cx="1779682" cy="1481472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800" dirty="0">
                <a:latin typeface="+mj-lt"/>
              </a:endParaRPr>
            </a:p>
          </p:txBody>
        </p:sp>
        <p:sp>
          <p:nvSpPr>
            <p:cNvPr id="47" name="CaixaDeTexto 16">
              <a:extLst>
                <a:ext uri="{FF2B5EF4-FFF2-40B4-BE49-F238E27FC236}">
                  <a16:creationId xmlns:a16="http://schemas.microsoft.com/office/drawing/2014/main" id="{9EC74E10-FA10-4B98-BEBA-A6920F89A9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773" y="4089638"/>
              <a:ext cx="570578" cy="5233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>
                  <a:latin typeface="+mj-lt"/>
                </a:rPr>
                <a:t>idade</a:t>
              </a:r>
            </a:p>
          </p:txBody>
        </p:sp>
        <p:sp>
          <p:nvSpPr>
            <p:cNvPr id="48" name="CaixaDeTexto 17">
              <a:extLst>
                <a:ext uri="{FF2B5EF4-FFF2-40B4-BE49-F238E27FC236}">
                  <a16:creationId xmlns:a16="http://schemas.microsoft.com/office/drawing/2014/main" id="{0338CCDA-B404-4F6C-900D-22F08C7489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565" y="4460154"/>
              <a:ext cx="228146" cy="5233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>
                  <a:latin typeface="+mj-lt"/>
                </a:rPr>
                <a:t>p</a:t>
              </a:r>
            </a:p>
          </p:txBody>
        </p:sp>
        <p:sp>
          <p:nvSpPr>
            <p:cNvPr id="50" name="CaixaDeTexto 18">
              <a:extLst>
                <a:ext uri="{FF2B5EF4-FFF2-40B4-BE49-F238E27FC236}">
                  <a16:creationId xmlns:a16="http://schemas.microsoft.com/office/drawing/2014/main" id="{854803A9-E6F4-439A-B788-655302E0CD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501597"/>
              <a:ext cx="924667" cy="375107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800">
                <a:latin typeface="+mj-lt"/>
              </a:endParaRPr>
            </a:p>
          </p:txBody>
        </p:sp>
        <p:sp>
          <p:nvSpPr>
            <p:cNvPr id="51" name="CaixaDeTexto 19">
              <a:extLst>
                <a:ext uri="{FF2B5EF4-FFF2-40B4-BE49-F238E27FC236}">
                  <a16:creationId xmlns:a16="http://schemas.microsoft.com/office/drawing/2014/main" id="{B63A25D9-0CBF-4A97-932E-95A24D85D3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098114"/>
              <a:ext cx="924667" cy="375107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40</a:t>
              </a:r>
            </a:p>
          </p:txBody>
        </p:sp>
        <p:sp>
          <p:nvSpPr>
            <p:cNvPr id="52" name="CaixaDeTexto 17">
              <a:extLst>
                <a:ext uri="{FF2B5EF4-FFF2-40B4-BE49-F238E27FC236}">
                  <a16:creationId xmlns:a16="http://schemas.microsoft.com/office/drawing/2014/main" id="{2511F485-2CD5-4F59-9138-DBD0FF59D6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773" y="4825405"/>
              <a:ext cx="334163" cy="5233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p1</a:t>
              </a:r>
            </a:p>
          </p:txBody>
        </p:sp>
        <p:sp>
          <p:nvSpPr>
            <p:cNvPr id="53" name="CaixaDeTexto 18">
              <a:extLst>
                <a:ext uri="{FF2B5EF4-FFF2-40B4-BE49-F238E27FC236}">
                  <a16:creationId xmlns:a16="http://schemas.microsoft.com/office/drawing/2014/main" id="{546EE68A-402F-4238-8D03-364A50C1B7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916869"/>
              <a:ext cx="932571" cy="375107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800">
                <a:latin typeface="+mj-lt"/>
              </a:endParaRPr>
            </a:p>
          </p:txBody>
        </p:sp>
      </p:grpSp>
      <p:grpSp>
        <p:nvGrpSpPr>
          <p:cNvPr id="54" name="Grupo 31">
            <a:extLst>
              <a:ext uri="{FF2B5EF4-FFF2-40B4-BE49-F238E27FC236}">
                <a16:creationId xmlns:a16="http://schemas.microsoft.com/office/drawing/2014/main" id="{E6E8B92B-07E5-4D97-80F9-987F15A35CB6}"/>
              </a:ext>
            </a:extLst>
          </p:cNvPr>
          <p:cNvGrpSpPr>
            <a:grpSpLocks/>
          </p:cNvGrpSpPr>
          <p:nvPr/>
        </p:nvGrpSpPr>
        <p:grpSpPr bwMode="auto">
          <a:xfrm>
            <a:off x="8842474" y="2434226"/>
            <a:ext cx="2838628" cy="1830932"/>
            <a:chOff x="6228182" y="3963752"/>
            <a:chExt cx="1779682" cy="1481472"/>
          </a:xfrm>
          <a:solidFill>
            <a:srgbClr val="FFFCF3"/>
          </a:solidFill>
        </p:grpSpPr>
        <p:sp>
          <p:nvSpPr>
            <p:cNvPr id="55" name="Retângulo de cantos arredondados 32">
              <a:extLst>
                <a:ext uri="{FF2B5EF4-FFF2-40B4-BE49-F238E27FC236}">
                  <a16:creationId xmlns:a16="http://schemas.microsoft.com/office/drawing/2014/main" id="{072FA76D-ACA0-4563-BBCA-23CFA4B77DA0}"/>
                </a:ext>
              </a:extLst>
            </p:cNvPr>
            <p:cNvSpPr/>
            <p:nvPr/>
          </p:nvSpPr>
          <p:spPr>
            <a:xfrm>
              <a:off x="6228182" y="3963752"/>
              <a:ext cx="1779682" cy="1481472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800" dirty="0">
                <a:latin typeface="+mj-lt"/>
              </a:endParaRPr>
            </a:p>
          </p:txBody>
        </p:sp>
        <p:sp>
          <p:nvSpPr>
            <p:cNvPr id="56" name="CaixaDeTexto 16">
              <a:extLst>
                <a:ext uri="{FF2B5EF4-FFF2-40B4-BE49-F238E27FC236}">
                  <a16:creationId xmlns:a16="http://schemas.microsoft.com/office/drawing/2014/main" id="{C0EFF506-6834-4871-8369-BA5206C3CD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773" y="4089638"/>
              <a:ext cx="561998" cy="423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nome</a:t>
              </a:r>
            </a:p>
          </p:txBody>
        </p:sp>
        <p:sp>
          <p:nvSpPr>
            <p:cNvPr id="57" name="CaixaDeTexto 17">
              <a:extLst>
                <a:ext uri="{FF2B5EF4-FFF2-40B4-BE49-F238E27FC236}">
                  <a16:creationId xmlns:a16="http://schemas.microsoft.com/office/drawing/2014/main" id="{C3CC8D87-660F-4CC5-9EBE-435E6E5074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565" y="4460154"/>
              <a:ext cx="540894" cy="423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idade</a:t>
              </a:r>
            </a:p>
          </p:txBody>
        </p:sp>
        <p:sp>
          <p:nvSpPr>
            <p:cNvPr id="58" name="CaixaDeTexto 18">
              <a:extLst>
                <a:ext uri="{FF2B5EF4-FFF2-40B4-BE49-F238E27FC236}">
                  <a16:creationId xmlns:a16="http://schemas.microsoft.com/office/drawing/2014/main" id="{0D16BA00-8768-4B45-960F-6E1037E44A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5164" y="4508642"/>
              <a:ext cx="924667" cy="378675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40</a:t>
              </a:r>
            </a:p>
          </p:txBody>
        </p:sp>
        <p:sp>
          <p:nvSpPr>
            <p:cNvPr id="59" name="CaixaDeTexto 19">
              <a:extLst>
                <a:ext uri="{FF2B5EF4-FFF2-40B4-BE49-F238E27FC236}">
                  <a16:creationId xmlns:a16="http://schemas.microsoft.com/office/drawing/2014/main" id="{C326924E-8D30-45E7-A98C-6C8E28FACD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5164" y="4098114"/>
              <a:ext cx="924667" cy="378675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Fulano	</a:t>
              </a:r>
            </a:p>
          </p:txBody>
        </p:sp>
        <p:sp>
          <p:nvSpPr>
            <p:cNvPr id="60" name="CaixaDeTexto 17">
              <a:extLst>
                <a:ext uri="{FF2B5EF4-FFF2-40B4-BE49-F238E27FC236}">
                  <a16:creationId xmlns:a16="http://schemas.microsoft.com/office/drawing/2014/main" id="{9D41672A-A01B-4F4C-9E1A-12C8027655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773" y="4825405"/>
              <a:ext cx="558783" cy="423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renda</a:t>
              </a:r>
            </a:p>
          </p:txBody>
        </p:sp>
        <p:sp>
          <p:nvSpPr>
            <p:cNvPr id="61" name="CaixaDeTexto 18">
              <a:extLst>
                <a:ext uri="{FF2B5EF4-FFF2-40B4-BE49-F238E27FC236}">
                  <a16:creationId xmlns:a16="http://schemas.microsoft.com/office/drawing/2014/main" id="{EA15907B-4DFD-42C9-98FF-E541899B83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5164" y="4923916"/>
              <a:ext cx="932571" cy="407804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10000.00</a:t>
              </a:r>
            </a:p>
          </p:txBody>
        </p:sp>
      </p:grpSp>
      <p:grpSp>
        <p:nvGrpSpPr>
          <p:cNvPr id="62" name="Grupo 31">
            <a:extLst>
              <a:ext uri="{FF2B5EF4-FFF2-40B4-BE49-F238E27FC236}">
                <a16:creationId xmlns:a16="http://schemas.microsoft.com/office/drawing/2014/main" id="{04EDF1B0-80A3-4CB1-89E4-458B6740F753}"/>
              </a:ext>
            </a:extLst>
          </p:cNvPr>
          <p:cNvGrpSpPr>
            <a:grpSpLocks/>
          </p:cNvGrpSpPr>
          <p:nvPr/>
        </p:nvGrpSpPr>
        <p:grpSpPr bwMode="auto">
          <a:xfrm>
            <a:off x="4596115" y="3456055"/>
            <a:ext cx="2838630" cy="2309011"/>
            <a:chOff x="6228184" y="3963752"/>
            <a:chExt cx="1779682" cy="1481472"/>
          </a:xfrm>
          <a:solidFill>
            <a:srgbClr val="FFFCF3"/>
          </a:solidFill>
        </p:grpSpPr>
        <p:sp>
          <p:nvSpPr>
            <p:cNvPr id="63" name="Retângulo de cantos arredondados 32">
              <a:extLst>
                <a:ext uri="{FF2B5EF4-FFF2-40B4-BE49-F238E27FC236}">
                  <a16:creationId xmlns:a16="http://schemas.microsoft.com/office/drawing/2014/main" id="{ED4DBF90-004D-489A-AE94-0346A9902F4B}"/>
                </a:ext>
              </a:extLst>
            </p:cNvPr>
            <p:cNvSpPr/>
            <p:nvPr/>
          </p:nvSpPr>
          <p:spPr>
            <a:xfrm>
              <a:off x="6228184" y="3963752"/>
              <a:ext cx="1779682" cy="1481472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800" dirty="0">
                <a:latin typeface="+mj-lt"/>
              </a:endParaRPr>
            </a:p>
          </p:txBody>
        </p:sp>
        <p:sp>
          <p:nvSpPr>
            <p:cNvPr id="64" name="CaixaDeTexto 16">
              <a:extLst>
                <a:ext uri="{FF2B5EF4-FFF2-40B4-BE49-F238E27FC236}">
                  <a16:creationId xmlns:a16="http://schemas.microsoft.com/office/drawing/2014/main" id="{2788D7EF-731C-403E-9BD3-FBA24630D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3884" y="4008304"/>
              <a:ext cx="217282" cy="335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n</a:t>
              </a:r>
            </a:p>
          </p:txBody>
        </p:sp>
        <p:sp>
          <p:nvSpPr>
            <p:cNvPr id="65" name="CaixaDeTexto 17">
              <a:extLst>
                <a:ext uri="{FF2B5EF4-FFF2-40B4-BE49-F238E27FC236}">
                  <a16:creationId xmlns:a16="http://schemas.microsoft.com/office/drawing/2014/main" id="{789FE598-CABB-419E-8813-FB4537CFCE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3208" y="4331508"/>
              <a:ext cx="161002" cy="423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i</a:t>
              </a:r>
            </a:p>
          </p:txBody>
        </p:sp>
        <p:sp>
          <p:nvSpPr>
            <p:cNvPr id="66" name="CaixaDeTexto 18">
              <a:extLst>
                <a:ext uri="{FF2B5EF4-FFF2-40B4-BE49-F238E27FC236}">
                  <a16:creationId xmlns:a16="http://schemas.microsoft.com/office/drawing/2014/main" id="{EFC9DDF5-B6B5-48F8-836C-D4E26D2852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5552" y="4375618"/>
              <a:ext cx="924667" cy="300271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40</a:t>
              </a:r>
            </a:p>
          </p:txBody>
        </p:sp>
        <p:sp>
          <p:nvSpPr>
            <p:cNvPr id="67" name="CaixaDeTexto 19">
              <a:extLst>
                <a:ext uri="{FF2B5EF4-FFF2-40B4-BE49-F238E27FC236}">
                  <a16:creationId xmlns:a16="http://schemas.microsoft.com/office/drawing/2014/main" id="{7196728C-9904-41E5-8B11-07AC09C3F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7031" y="4031237"/>
              <a:ext cx="924667" cy="300271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Fulano</a:t>
              </a:r>
            </a:p>
          </p:txBody>
        </p:sp>
        <p:sp>
          <p:nvSpPr>
            <p:cNvPr id="68" name="CaixaDeTexto 17">
              <a:extLst>
                <a:ext uri="{FF2B5EF4-FFF2-40B4-BE49-F238E27FC236}">
                  <a16:creationId xmlns:a16="http://schemas.microsoft.com/office/drawing/2014/main" id="{B44F9702-6477-4D5B-AE45-055A0795DD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3438" y="4669308"/>
              <a:ext cx="180097" cy="423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r</a:t>
              </a:r>
            </a:p>
          </p:txBody>
        </p:sp>
        <p:sp>
          <p:nvSpPr>
            <p:cNvPr id="69" name="CaixaDeTexto 18">
              <a:extLst>
                <a:ext uri="{FF2B5EF4-FFF2-40B4-BE49-F238E27FC236}">
                  <a16:creationId xmlns:a16="http://schemas.microsoft.com/office/drawing/2014/main" id="{3C989A0D-3EEB-4EB5-9A8D-2342D3757C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5552" y="4725994"/>
              <a:ext cx="932571" cy="300271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10000.00</a:t>
              </a:r>
            </a:p>
          </p:txBody>
        </p:sp>
        <p:sp>
          <p:nvSpPr>
            <p:cNvPr id="71" name="CaixaDeTexto 17">
              <a:extLst>
                <a:ext uri="{FF2B5EF4-FFF2-40B4-BE49-F238E27FC236}">
                  <a16:creationId xmlns:a16="http://schemas.microsoft.com/office/drawing/2014/main" id="{09A94DB7-F5C8-459A-A375-F99693714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3438" y="5011762"/>
              <a:ext cx="399188" cy="335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 err="1">
                  <a:latin typeface="+mj-lt"/>
                </a:rPr>
                <a:t>this</a:t>
              </a:r>
              <a:endParaRPr lang="pt-BR" altLang="pt-BR" sz="2800" dirty="0">
                <a:latin typeface="+mj-lt"/>
              </a:endParaRPr>
            </a:p>
          </p:txBody>
        </p:sp>
        <p:sp>
          <p:nvSpPr>
            <p:cNvPr id="72" name="CaixaDeTexto 18">
              <a:extLst>
                <a:ext uri="{FF2B5EF4-FFF2-40B4-BE49-F238E27FC236}">
                  <a16:creationId xmlns:a16="http://schemas.microsoft.com/office/drawing/2014/main" id="{1E661C3C-46A6-4604-942B-AF3A3946DE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5552" y="5068448"/>
              <a:ext cx="932571" cy="300271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800" dirty="0">
                <a:latin typeface="+mj-lt"/>
              </a:endParaRPr>
            </a:p>
          </p:txBody>
        </p:sp>
      </p:grpSp>
      <p:sp>
        <p:nvSpPr>
          <p:cNvPr id="70" name="CaixaDeTexto 4">
            <a:extLst>
              <a:ext uri="{FF2B5EF4-FFF2-40B4-BE49-F238E27FC236}">
                <a16:creationId xmlns:a16="http://schemas.microsoft.com/office/drawing/2014/main" id="{CE9EC588-402D-4475-8E33-1160B66C1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5199" y="2827616"/>
            <a:ext cx="34496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p</a:t>
            </a:r>
          </a:p>
        </p:txBody>
      </p:sp>
      <p:sp>
        <p:nvSpPr>
          <p:cNvPr id="6" name="CaixaDeTexto 4">
            <a:extLst>
              <a:ext uri="{FF2B5EF4-FFF2-40B4-BE49-F238E27FC236}">
                <a16:creationId xmlns:a16="http://schemas.microsoft.com/office/drawing/2014/main" id="{5398F653-6B3F-448B-AFFE-F39FB3ECA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6726" y="1823781"/>
            <a:ext cx="8290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b="1" dirty="0" err="1">
                <a:latin typeface="+mj-lt"/>
              </a:rPr>
              <a:t>Heap</a:t>
            </a:r>
            <a:endParaRPr lang="pt-BR" altLang="pt-BR" sz="2800" b="1" dirty="0">
              <a:latin typeface="+mj-lt"/>
            </a:endParaRPr>
          </a:p>
        </p:txBody>
      </p:sp>
      <p:cxnSp>
        <p:nvCxnSpPr>
          <p:cNvPr id="74" name="Conector de seta reta 48">
            <a:extLst>
              <a:ext uri="{FF2B5EF4-FFF2-40B4-BE49-F238E27FC236}">
                <a16:creationId xmlns:a16="http://schemas.microsoft.com/office/drawing/2014/main" id="{941453CB-CFAF-448A-9461-6A6E9205165E}"/>
              </a:ext>
            </a:extLst>
          </p:cNvPr>
          <p:cNvCxnSpPr>
            <a:cxnSpLocks/>
            <a:endCxn id="55" idx="1"/>
          </p:cNvCxnSpPr>
          <p:nvPr/>
        </p:nvCxnSpPr>
        <p:spPr>
          <a:xfrm flipV="1">
            <a:off x="7086716" y="3349692"/>
            <a:ext cx="1755758" cy="20884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ítulo 1">
            <a:extLst>
              <a:ext uri="{FF2B5EF4-FFF2-40B4-BE49-F238E27FC236}">
                <a16:creationId xmlns:a16="http://schemas.microsoft.com/office/drawing/2014/main" id="{A29F59A7-E734-448B-B3DF-C1C703B793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Escopo (variáveis e objetos)</a:t>
            </a:r>
          </a:p>
        </p:txBody>
      </p:sp>
      <p:sp>
        <p:nvSpPr>
          <p:cNvPr id="40963" name="Espaço Reservado para Conteúdo 2">
            <a:extLst>
              <a:ext uri="{FF2B5EF4-FFF2-40B4-BE49-F238E27FC236}">
                <a16:creationId xmlns:a16="http://schemas.microsoft.com/office/drawing/2014/main" id="{E2BD816B-B903-4E6F-9095-73BC2F054E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6259" y="1316920"/>
            <a:ext cx="3027151" cy="2250934"/>
          </a:xfrm>
        </p:spPr>
        <p:txBody>
          <a:bodyPr/>
          <a:lstStyle/>
          <a:p>
            <a:r>
              <a:rPr lang="pt-BR" altLang="pt-BR" dirty="0"/>
              <a:t>Após finalizar o uso do construtor, seu escopo é apagado e a referência é feita no objeto criado.</a:t>
            </a:r>
          </a:p>
        </p:txBody>
      </p:sp>
      <p:pic>
        <p:nvPicPr>
          <p:cNvPr id="40964" name="Imagem 4">
            <a:extLst>
              <a:ext uri="{FF2B5EF4-FFF2-40B4-BE49-F238E27FC236}">
                <a16:creationId xmlns:a16="http://schemas.microsoft.com/office/drawing/2014/main" id="{042935C5-720E-4EFA-80CB-251A577D0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189" y="1060342"/>
            <a:ext cx="5531376" cy="2628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Agrupar 4">
            <a:extLst>
              <a:ext uri="{FF2B5EF4-FFF2-40B4-BE49-F238E27FC236}">
                <a16:creationId xmlns:a16="http://schemas.microsoft.com/office/drawing/2014/main" id="{B58B0CCF-A93C-45FF-A005-3B24C1EBA8D4}"/>
              </a:ext>
            </a:extLst>
          </p:cNvPr>
          <p:cNvGrpSpPr/>
          <p:nvPr/>
        </p:nvGrpSpPr>
        <p:grpSpPr>
          <a:xfrm>
            <a:off x="4728326" y="3820346"/>
            <a:ext cx="2274888" cy="2139950"/>
            <a:chOff x="4764846" y="4273500"/>
            <a:chExt cx="2274888" cy="2139950"/>
          </a:xfrm>
        </p:grpSpPr>
        <p:sp>
          <p:nvSpPr>
            <p:cNvPr id="65" name="Retângulo de cantos arredondados 64">
              <a:extLst>
                <a:ext uri="{FF2B5EF4-FFF2-40B4-BE49-F238E27FC236}">
                  <a16:creationId xmlns:a16="http://schemas.microsoft.com/office/drawing/2014/main" id="{F697E7E4-F1A1-44A3-8374-7885B8B23AF2}"/>
                </a:ext>
              </a:extLst>
            </p:cNvPr>
            <p:cNvSpPr/>
            <p:nvPr/>
          </p:nvSpPr>
          <p:spPr>
            <a:xfrm>
              <a:off x="4982248" y="4358951"/>
              <a:ext cx="1779587" cy="178593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grpSp>
          <p:nvGrpSpPr>
            <p:cNvPr id="3" name="Agrupar 2">
              <a:extLst>
                <a:ext uri="{FF2B5EF4-FFF2-40B4-BE49-F238E27FC236}">
                  <a16:creationId xmlns:a16="http://schemas.microsoft.com/office/drawing/2014/main" id="{9FFAA89A-AF5E-4A3C-BC30-8720880D318A}"/>
                </a:ext>
              </a:extLst>
            </p:cNvPr>
            <p:cNvGrpSpPr/>
            <p:nvPr/>
          </p:nvGrpSpPr>
          <p:grpSpPr>
            <a:xfrm>
              <a:off x="4764846" y="4273500"/>
              <a:ext cx="2274888" cy="2139950"/>
              <a:chOff x="4730750" y="4281488"/>
              <a:chExt cx="2274888" cy="2139950"/>
            </a:xfrm>
          </p:grpSpPr>
          <p:sp>
            <p:nvSpPr>
              <p:cNvPr id="66" name="CaixaDeTexto 16">
                <a:extLst>
                  <a:ext uri="{FF2B5EF4-FFF2-40B4-BE49-F238E27FC236}">
                    <a16:creationId xmlns:a16="http://schemas.microsoft.com/office/drawing/2014/main" id="{6FF46BD2-B622-412A-8AA7-A0A9383B77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32363" y="4487863"/>
                <a:ext cx="3302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pt-BR" altLang="pt-BR" sz="1800" dirty="0">
                    <a:solidFill>
                      <a:schemeClr val="bg1">
                        <a:lumMod val="75000"/>
                      </a:schemeClr>
                    </a:solidFill>
                    <a:latin typeface="Verdana" panose="020B0604030504040204" pitchFamily="34" charset="0"/>
                  </a:rPr>
                  <a:t>n</a:t>
                </a:r>
              </a:p>
            </p:txBody>
          </p:sp>
          <p:sp>
            <p:nvSpPr>
              <p:cNvPr id="67" name="CaixaDeTexto 17">
                <a:extLst>
                  <a:ext uri="{FF2B5EF4-FFF2-40B4-BE49-F238E27FC236}">
                    <a16:creationId xmlns:a16="http://schemas.microsoft.com/office/drawing/2014/main" id="{7B461544-5E25-46E3-A6AF-D4083032DA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3475" y="4857750"/>
                <a:ext cx="249238" cy="369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pt-BR" altLang="pt-BR" sz="1800" dirty="0">
                    <a:solidFill>
                      <a:schemeClr val="bg1">
                        <a:lumMod val="75000"/>
                      </a:schemeClr>
                    </a:solidFill>
                    <a:latin typeface="Verdana" panose="020B0604030504040204" pitchFamily="34" charset="0"/>
                  </a:rPr>
                  <a:t>i</a:t>
                </a:r>
              </a:p>
            </p:txBody>
          </p:sp>
          <p:sp>
            <p:nvSpPr>
              <p:cNvPr id="68" name="CaixaDeTexto 18">
                <a:extLst>
                  <a:ext uri="{FF2B5EF4-FFF2-40B4-BE49-F238E27FC236}">
                    <a16:creationId xmlns:a16="http://schemas.microsoft.com/office/drawing/2014/main" id="{50A8E487-ACA8-42AE-B9F7-89A30EF26A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27701" y="4900614"/>
                <a:ext cx="923925" cy="3079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pt-BR" altLang="pt-BR" sz="1400" dirty="0">
                    <a:solidFill>
                      <a:schemeClr val="bg1">
                        <a:lumMod val="75000"/>
                      </a:schemeClr>
                    </a:solidFill>
                    <a:latin typeface="Verdana" panose="020B0604030504040204" pitchFamily="34" charset="0"/>
                  </a:rPr>
                  <a:t>40</a:t>
                </a:r>
              </a:p>
            </p:txBody>
          </p:sp>
          <p:sp>
            <p:nvSpPr>
              <p:cNvPr id="69" name="CaixaDeTexto 19">
                <a:extLst>
                  <a:ext uri="{FF2B5EF4-FFF2-40B4-BE49-F238E27FC236}">
                    <a16:creationId xmlns:a16="http://schemas.microsoft.com/office/drawing/2014/main" id="{88D59A52-E429-42DD-84E4-FFF30A5842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27701" y="4500564"/>
                <a:ext cx="923925" cy="3079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pt-BR" altLang="pt-BR" sz="1400" dirty="0">
                    <a:solidFill>
                      <a:schemeClr val="bg1">
                        <a:lumMod val="75000"/>
                      </a:schemeClr>
                    </a:solidFill>
                    <a:latin typeface="Verdana" panose="020B0604030504040204" pitchFamily="34" charset="0"/>
                  </a:rPr>
                  <a:t>Fulano</a:t>
                </a:r>
              </a:p>
            </p:txBody>
          </p:sp>
          <p:sp>
            <p:nvSpPr>
              <p:cNvPr id="70" name="CaixaDeTexto 17">
                <a:extLst>
                  <a:ext uri="{FF2B5EF4-FFF2-40B4-BE49-F238E27FC236}">
                    <a16:creationId xmlns:a16="http://schemas.microsoft.com/office/drawing/2014/main" id="{B0DC6D1F-C14B-4FBB-9339-C94E622364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3476" y="5238750"/>
                <a:ext cx="282575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pt-BR" altLang="pt-BR" sz="1800" dirty="0">
                    <a:solidFill>
                      <a:schemeClr val="bg1">
                        <a:lumMod val="75000"/>
                      </a:schemeClr>
                    </a:solidFill>
                    <a:latin typeface="Verdana" panose="020B0604030504040204" pitchFamily="34" charset="0"/>
                  </a:rPr>
                  <a:t>r</a:t>
                </a:r>
              </a:p>
            </p:txBody>
          </p:sp>
          <p:sp>
            <p:nvSpPr>
              <p:cNvPr id="71" name="CaixaDeTexto 18">
                <a:extLst>
                  <a:ext uri="{FF2B5EF4-FFF2-40B4-BE49-F238E27FC236}">
                    <a16:creationId xmlns:a16="http://schemas.microsoft.com/office/drawing/2014/main" id="{31A5E79A-7167-4D6E-8793-803AA091A7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27701" y="5280025"/>
                <a:ext cx="923925" cy="523220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pt-BR" altLang="pt-BR" sz="1400" dirty="0">
                    <a:solidFill>
                      <a:schemeClr val="bg1">
                        <a:lumMod val="75000"/>
                      </a:schemeClr>
                    </a:solidFill>
                    <a:latin typeface="Verdana" panose="020B0604030504040204" pitchFamily="34" charset="0"/>
                  </a:rPr>
                  <a:t>10000.0</a:t>
                </a:r>
              </a:p>
            </p:txBody>
          </p:sp>
          <p:sp>
            <p:nvSpPr>
              <p:cNvPr id="75" name="CaixaDeTexto 17">
                <a:extLst>
                  <a:ext uri="{FF2B5EF4-FFF2-40B4-BE49-F238E27FC236}">
                    <a16:creationId xmlns:a16="http://schemas.microsoft.com/office/drawing/2014/main" id="{DA4E67F0-0297-47B5-B49C-48069FD2AF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3476" y="5635625"/>
                <a:ext cx="606425" cy="369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pt-BR" altLang="pt-BR" sz="1800" dirty="0" err="1">
                    <a:solidFill>
                      <a:schemeClr val="bg1">
                        <a:lumMod val="75000"/>
                      </a:schemeClr>
                    </a:solidFill>
                    <a:latin typeface="Verdana" panose="020B0604030504040204" pitchFamily="34" charset="0"/>
                  </a:rPr>
                  <a:t>this</a:t>
                </a:r>
                <a:endParaRPr lang="pt-BR" altLang="pt-BR" sz="1800" dirty="0">
                  <a:solidFill>
                    <a:schemeClr val="bg1">
                      <a:lumMod val="75000"/>
                    </a:schemeClr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76" name="CaixaDeTexto 18">
                <a:extLst>
                  <a:ext uri="{FF2B5EF4-FFF2-40B4-BE49-F238E27FC236}">
                    <a16:creationId xmlns:a16="http://schemas.microsoft.com/office/drawing/2014/main" id="{D6473297-A740-4021-8E86-B765BD99DD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27701" y="5678489"/>
                <a:ext cx="923925" cy="3079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endParaRPr lang="pt-BR" altLang="pt-BR" sz="1400" dirty="0">
                  <a:solidFill>
                    <a:schemeClr val="bg1">
                      <a:lumMod val="75000"/>
                    </a:schemeClr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" name="Multiplicar 3">
                <a:extLst>
                  <a:ext uri="{FF2B5EF4-FFF2-40B4-BE49-F238E27FC236}">
                    <a16:creationId xmlns:a16="http://schemas.microsoft.com/office/drawing/2014/main" id="{31C648A1-113A-452A-96F3-DAC1EC6FC232}"/>
                  </a:ext>
                </a:extLst>
              </p:cNvPr>
              <p:cNvSpPr/>
              <p:nvPr/>
            </p:nvSpPr>
            <p:spPr>
              <a:xfrm>
                <a:off x="4730750" y="4281488"/>
                <a:ext cx="2274888" cy="2139950"/>
              </a:xfrm>
              <a:prstGeom prst="mathMultiply">
                <a:avLst>
                  <a:gd name="adj1" fmla="val 7744"/>
                </a:avLst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/>
              </a:p>
            </p:txBody>
          </p:sp>
        </p:grpSp>
      </p:grpSp>
      <p:sp>
        <p:nvSpPr>
          <p:cNvPr id="46" name="CaixaDeTexto 30">
            <a:extLst>
              <a:ext uri="{FF2B5EF4-FFF2-40B4-BE49-F238E27FC236}">
                <a16:creationId xmlns:a16="http://schemas.microsoft.com/office/drawing/2014/main" id="{871E2FB9-3409-4E59-AF3A-F91A0764B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326" y="5810112"/>
            <a:ext cx="22164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Escopo do </a:t>
            </a:r>
            <a:r>
              <a:rPr lang="pt-BR" altLang="pt-BR" sz="2800" dirty="0" err="1">
                <a:latin typeface="+mj-lt"/>
              </a:rPr>
              <a:t>main</a:t>
            </a:r>
            <a:endParaRPr lang="pt-BR" altLang="pt-BR" sz="2800" dirty="0">
              <a:latin typeface="+mj-lt"/>
            </a:endParaRPr>
          </a:p>
        </p:txBody>
      </p:sp>
      <p:grpSp>
        <p:nvGrpSpPr>
          <p:cNvPr id="48" name="Grupo 31">
            <a:extLst>
              <a:ext uri="{FF2B5EF4-FFF2-40B4-BE49-F238E27FC236}">
                <a16:creationId xmlns:a16="http://schemas.microsoft.com/office/drawing/2014/main" id="{AEE73309-A085-44DD-A730-460685DDD1B7}"/>
              </a:ext>
            </a:extLst>
          </p:cNvPr>
          <p:cNvGrpSpPr>
            <a:grpSpLocks/>
          </p:cNvGrpSpPr>
          <p:nvPr/>
        </p:nvGrpSpPr>
        <p:grpSpPr bwMode="auto">
          <a:xfrm>
            <a:off x="680186" y="3934135"/>
            <a:ext cx="2838630" cy="1830931"/>
            <a:chOff x="6228184" y="3963752"/>
            <a:chExt cx="1779682" cy="1481472"/>
          </a:xfrm>
          <a:solidFill>
            <a:srgbClr val="FFFCF3"/>
          </a:solidFill>
        </p:grpSpPr>
        <p:sp>
          <p:nvSpPr>
            <p:cNvPr id="49" name="Retângulo de cantos arredondados 32">
              <a:extLst>
                <a:ext uri="{FF2B5EF4-FFF2-40B4-BE49-F238E27FC236}">
                  <a16:creationId xmlns:a16="http://schemas.microsoft.com/office/drawing/2014/main" id="{20CEE51A-FA1C-49F6-88A8-D93A7029AD78}"/>
                </a:ext>
              </a:extLst>
            </p:cNvPr>
            <p:cNvSpPr/>
            <p:nvPr/>
          </p:nvSpPr>
          <p:spPr>
            <a:xfrm>
              <a:off x="6228184" y="3963752"/>
              <a:ext cx="1779682" cy="1481472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800" dirty="0">
                <a:latin typeface="+mj-lt"/>
              </a:endParaRPr>
            </a:p>
          </p:txBody>
        </p:sp>
        <p:sp>
          <p:nvSpPr>
            <p:cNvPr id="50" name="CaixaDeTexto 16">
              <a:extLst>
                <a:ext uri="{FF2B5EF4-FFF2-40B4-BE49-F238E27FC236}">
                  <a16:creationId xmlns:a16="http://schemas.microsoft.com/office/drawing/2014/main" id="{E0E748F4-15B8-4182-BDF8-F42120B007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773" y="4089638"/>
              <a:ext cx="570578" cy="5233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>
                  <a:latin typeface="+mj-lt"/>
                </a:rPr>
                <a:t>idade</a:t>
              </a:r>
            </a:p>
          </p:txBody>
        </p:sp>
        <p:sp>
          <p:nvSpPr>
            <p:cNvPr id="51" name="CaixaDeTexto 17">
              <a:extLst>
                <a:ext uri="{FF2B5EF4-FFF2-40B4-BE49-F238E27FC236}">
                  <a16:creationId xmlns:a16="http://schemas.microsoft.com/office/drawing/2014/main" id="{396E4278-D5EB-43DD-83B6-21C4DF735A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565" y="4460154"/>
              <a:ext cx="228146" cy="5233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>
                  <a:latin typeface="+mj-lt"/>
                </a:rPr>
                <a:t>p</a:t>
              </a:r>
            </a:p>
          </p:txBody>
        </p:sp>
        <p:sp>
          <p:nvSpPr>
            <p:cNvPr id="52" name="CaixaDeTexto 18">
              <a:extLst>
                <a:ext uri="{FF2B5EF4-FFF2-40B4-BE49-F238E27FC236}">
                  <a16:creationId xmlns:a16="http://schemas.microsoft.com/office/drawing/2014/main" id="{699D31E6-FAD7-49A1-9315-9B163A94DA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501597"/>
              <a:ext cx="924667" cy="375107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800">
                <a:latin typeface="+mj-lt"/>
              </a:endParaRPr>
            </a:p>
          </p:txBody>
        </p:sp>
        <p:sp>
          <p:nvSpPr>
            <p:cNvPr id="53" name="CaixaDeTexto 19">
              <a:extLst>
                <a:ext uri="{FF2B5EF4-FFF2-40B4-BE49-F238E27FC236}">
                  <a16:creationId xmlns:a16="http://schemas.microsoft.com/office/drawing/2014/main" id="{F9341215-6B59-41FB-ADFE-8A5EC02D84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098114"/>
              <a:ext cx="924667" cy="375107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40</a:t>
              </a:r>
            </a:p>
          </p:txBody>
        </p:sp>
        <p:sp>
          <p:nvSpPr>
            <p:cNvPr id="54" name="CaixaDeTexto 17">
              <a:extLst>
                <a:ext uri="{FF2B5EF4-FFF2-40B4-BE49-F238E27FC236}">
                  <a16:creationId xmlns:a16="http://schemas.microsoft.com/office/drawing/2014/main" id="{DF833A7C-DB54-4D09-B72D-9DCD94A82E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773" y="4825405"/>
              <a:ext cx="334163" cy="5233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p1</a:t>
              </a:r>
            </a:p>
          </p:txBody>
        </p:sp>
        <p:sp>
          <p:nvSpPr>
            <p:cNvPr id="55" name="CaixaDeTexto 18">
              <a:extLst>
                <a:ext uri="{FF2B5EF4-FFF2-40B4-BE49-F238E27FC236}">
                  <a16:creationId xmlns:a16="http://schemas.microsoft.com/office/drawing/2014/main" id="{5338AEF5-74A1-424D-92BB-3B2D4626D1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916869"/>
              <a:ext cx="932571" cy="375107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800">
                <a:latin typeface="+mj-lt"/>
              </a:endParaRPr>
            </a:p>
          </p:txBody>
        </p:sp>
      </p:grpSp>
      <p:grpSp>
        <p:nvGrpSpPr>
          <p:cNvPr id="56" name="Grupo 31">
            <a:extLst>
              <a:ext uri="{FF2B5EF4-FFF2-40B4-BE49-F238E27FC236}">
                <a16:creationId xmlns:a16="http://schemas.microsoft.com/office/drawing/2014/main" id="{B9F838A2-DBFB-4392-97EC-A4DCFF978295}"/>
              </a:ext>
            </a:extLst>
          </p:cNvPr>
          <p:cNvGrpSpPr>
            <a:grpSpLocks/>
          </p:cNvGrpSpPr>
          <p:nvPr/>
        </p:nvGrpSpPr>
        <p:grpSpPr bwMode="auto">
          <a:xfrm>
            <a:off x="8824139" y="2474110"/>
            <a:ext cx="2838628" cy="1830932"/>
            <a:chOff x="6228182" y="3963752"/>
            <a:chExt cx="1779682" cy="1481472"/>
          </a:xfrm>
          <a:solidFill>
            <a:srgbClr val="FFFCF3"/>
          </a:solidFill>
        </p:grpSpPr>
        <p:sp>
          <p:nvSpPr>
            <p:cNvPr id="58" name="Retângulo de cantos arredondados 32">
              <a:extLst>
                <a:ext uri="{FF2B5EF4-FFF2-40B4-BE49-F238E27FC236}">
                  <a16:creationId xmlns:a16="http://schemas.microsoft.com/office/drawing/2014/main" id="{065F70A7-F741-4850-8AAB-3318E406A18F}"/>
                </a:ext>
              </a:extLst>
            </p:cNvPr>
            <p:cNvSpPr/>
            <p:nvPr/>
          </p:nvSpPr>
          <p:spPr>
            <a:xfrm>
              <a:off x="6228182" y="3963752"/>
              <a:ext cx="1779682" cy="1481472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800" dirty="0">
                <a:latin typeface="+mj-lt"/>
              </a:endParaRPr>
            </a:p>
          </p:txBody>
        </p:sp>
        <p:sp>
          <p:nvSpPr>
            <p:cNvPr id="59" name="CaixaDeTexto 16">
              <a:extLst>
                <a:ext uri="{FF2B5EF4-FFF2-40B4-BE49-F238E27FC236}">
                  <a16:creationId xmlns:a16="http://schemas.microsoft.com/office/drawing/2014/main" id="{625EAE22-3B49-47F9-80CA-C946CEF27E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773" y="4089638"/>
              <a:ext cx="561998" cy="423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nome</a:t>
              </a:r>
            </a:p>
          </p:txBody>
        </p:sp>
        <p:sp>
          <p:nvSpPr>
            <p:cNvPr id="60" name="CaixaDeTexto 17">
              <a:extLst>
                <a:ext uri="{FF2B5EF4-FFF2-40B4-BE49-F238E27FC236}">
                  <a16:creationId xmlns:a16="http://schemas.microsoft.com/office/drawing/2014/main" id="{8654D34B-9B76-409A-B181-817A5CE33D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565" y="4460154"/>
              <a:ext cx="540894" cy="423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idade</a:t>
              </a:r>
            </a:p>
          </p:txBody>
        </p:sp>
        <p:sp>
          <p:nvSpPr>
            <p:cNvPr id="61" name="CaixaDeTexto 18">
              <a:extLst>
                <a:ext uri="{FF2B5EF4-FFF2-40B4-BE49-F238E27FC236}">
                  <a16:creationId xmlns:a16="http://schemas.microsoft.com/office/drawing/2014/main" id="{53B57AFF-9B76-4950-8D65-F6615F20E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6084" y="4515691"/>
              <a:ext cx="924667" cy="378675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40</a:t>
              </a:r>
            </a:p>
          </p:txBody>
        </p:sp>
        <p:sp>
          <p:nvSpPr>
            <p:cNvPr id="62" name="CaixaDeTexto 19">
              <a:extLst>
                <a:ext uri="{FF2B5EF4-FFF2-40B4-BE49-F238E27FC236}">
                  <a16:creationId xmlns:a16="http://schemas.microsoft.com/office/drawing/2014/main" id="{8CDFDF1B-EBD1-4AED-9C4D-FA5F027195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6084" y="4098114"/>
              <a:ext cx="924667" cy="378675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Fulano	</a:t>
              </a:r>
            </a:p>
          </p:txBody>
        </p:sp>
        <p:sp>
          <p:nvSpPr>
            <p:cNvPr id="63" name="CaixaDeTexto 17">
              <a:extLst>
                <a:ext uri="{FF2B5EF4-FFF2-40B4-BE49-F238E27FC236}">
                  <a16:creationId xmlns:a16="http://schemas.microsoft.com/office/drawing/2014/main" id="{CF5F0461-2C2D-456C-A171-70224D8711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773" y="4825405"/>
              <a:ext cx="558783" cy="423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renda</a:t>
              </a:r>
            </a:p>
          </p:txBody>
        </p:sp>
        <p:sp>
          <p:nvSpPr>
            <p:cNvPr id="72" name="CaixaDeTexto 18">
              <a:extLst>
                <a:ext uri="{FF2B5EF4-FFF2-40B4-BE49-F238E27FC236}">
                  <a16:creationId xmlns:a16="http://schemas.microsoft.com/office/drawing/2014/main" id="{57DDB670-1323-4981-8C29-D0D0D74582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6084" y="4945057"/>
              <a:ext cx="925380" cy="378675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10000.00</a:t>
              </a:r>
            </a:p>
          </p:txBody>
        </p:sp>
      </p:grpSp>
      <p:sp>
        <p:nvSpPr>
          <p:cNvPr id="73" name="CaixaDeTexto 4">
            <a:extLst>
              <a:ext uri="{FF2B5EF4-FFF2-40B4-BE49-F238E27FC236}">
                <a16:creationId xmlns:a16="http://schemas.microsoft.com/office/drawing/2014/main" id="{4AFF7D76-5A41-4DD8-8DBA-3AACCA5F7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2301" y="2867834"/>
            <a:ext cx="34496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p</a:t>
            </a:r>
          </a:p>
        </p:txBody>
      </p:sp>
      <p:sp>
        <p:nvSpPr>
          <p:cNvPr id="74" name="CaixaDeTexto 4">
            <a:extLst>
              <a:ext uri="{FF2B5EF4-FFF2-40B4-BE49-F238E27FC236}">
                <a16:creationId xmlns:a16="http://schemas.microsoft.com/office/drawing/2014/main" id="{D817F2F2-29C7-47A0-A48A-1DE6A3651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8564" y="1919167"/>
            <a:ext cx="8290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 err="1">
                <a:latin typeface="+mj-lt"/>
              </a:rPr>
              <a:t>Heap</a:t>
            </a:r>
            <a:endParaRPr lang="pt-BR" altLang="pt-BR" sz="2800" dirty="0">
              <a:latin typeface="+mj-lt"/>
            </a:endParaRPr>
          </a:p>
        </p:txBody>
      </p:sp>
      <p:grpSp>
        <p:nvGrpSpPr>
          <p:cNvPr id="77" name="Grupo 31">
            <a:extLst>
              <a:ext uri="{FF2B5EF4-FFF2-40B4-BE49-F238E27FC236}">
                <a16:creationId xmlns:a16="http://schemas.microsoft.com/office/drawing/2014/main" id="{2DEAA95F-333F-47FC-A615-79E2FF6CCF4E}"/>
              </a:ext>
            </a:extLst>
          </p:cNvPr>
          <p:cNvGrpSpPr>
            <a:grpSpLocks/>
          </p:cNvGrpSpPr>
          <p:nvPr/>
        </p:nvGrpSpPr>
        <p:grpSpPr bwMode="auto">
          <a:xfrm>
            <a:off x="8824139" y="4428009"/>
            <a:ext cx="2838628" cy="1830932"/>
            <a:chOff x="6228182" y="3963752"/>
            <a:chExt cx="1779682" cy="1481472"/>
          </a:xfrm>
          <a:solidFill>
            <a:srgbClr val="FFFCF3"/>
          </a:solidFill>
        </p:grpSpPr>
        <p:sp>
          <p:nvSpPr>
            <p:cNvPr id="78" name="Retângulo de cantos arredondados 32">
              <a:extLst>
                <a:ext uri="{FF2B5EF4-FFF2-40B4-BE49-F238E27FC236}">
                  <a16:creationId xmlns:a16="http://schemas.microsoft.com/office/drawing/2014/main" id="{13A08469-9C4A-48A6-9A4B-BF6F3C9BBC2D}"/>
                </a:ext>
              </a:extLst>
            </p:cNvPr>
            <p:cNvSpPr/>
            <p:nvPr/>
          </p:nvSpPr>
          <p:spPr>
            <a:xfrm>
              <a:off x="6228182" y="3963752"/>
              <a:ext cx="1779682" cy="1481472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800" dirty="0">
                <a:latin typeface="+mj-lt"/>
              </a:endParaRPr>
            </a:p>
          </p:txBody>
        </p:sp>
        <p:sp>
          <p:nvSpPr>
            <p:cNvPr id="79" name="CaixaDeTexto 16">
              <a:extLst>
                <a:ext uri="{FF2B5EF4-FFF2-40B4-BE49-F238E27FC236}">
                  <a16:creationId xmlns:a16="http://schemas.microsoft.com/office/drawing/2014/main" id="{F8390DB3-9826-4201-9BCB-7187E60D18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773" y="4089638"/>
              <a:ext cx="561998" cy="423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nome</a:t>
              </a:r>
            </a:p>
          </p:txBody>
        </p:sp>
        <p:sp>
          <p:nvSpPr>
            <p:cNvPr id="81" name="CaixaDeTexto 17">
              <a:extLst>
                <a:ext uri="{FF2B5EF4-FFF2-40B4-BE49-F238E27FC236}">
                  <a16:creationId xmlns:a16="http://schemas.microsoft.com/office/drawing/2014/main" id="{C28B9AF6-B1E5-4AB8-AAD9-5061D60E75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565" y="4460154"/>
              <a:ext cx="540894" cy="423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idade</a:t>
              </a:r>
            </a:p>
          </p:txBody>
        </p:sp>
        <p:sp>
          <p:nvSpPr>
            <p:cNvPr id="82" name="CaixaDeTexto 18">
              <a:extLst>
                <a:ext uri="{FF2B5EF4-FFF2-40B4-BE49-F238E27FC236}">
                  <a16:creationId xmlns:a16="http://schemas.microsoft.com/office/drawing/2014/main" id="{3C56A2B9-CB66-427C-A96E-6988E3E8C7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2464" y="4501597"/>
              <a:ext cx="924667" cy="378675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800">
                <a:latin typeface="+mj-lt"/>
              </a:endParaRPr>
            </a:p>
          </p:txBody>
        </p:sp>
        <p:sp>
          <p:nvSpPr>
            <p:cNvPr id="83" name="CaixaDeTexto 19">
              <a:extLst>
                <a:ext uri="{FF2B5EF4-FFF2-40B4-BE49-F238E27FC236}">
                  <a16:creationId xmlns:a16="http://schemas.microsoft.com/office/drawing/2014/main" id="{0958FE43-0C10-4C4C-BA52-E660557ED7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2464" y="4098114"/>
              <a:ext cx="924667" cy="378675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800" dirty="0">
                <a:latin typeface="+mj-lt"/>
              </a:endParaRPr>
            </a:p>
          </p:txBody>
        </p:sp>
        <p:sp>
          <p:nvSpPr>
            <p:cNvPr id="84" name="CaixaDeTexto 17">
              <a:extLst>
                <a:ext uri="{FF2B5EF4-FFF2-40B4-BE49-F238E27FC236}">
                  <a16:creationId xmlns:a16="http://schemas.microsoft.com/office/drawing/2014/main" id="{89506E8E-5E0D-4A55-A446-55091672C4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773" y="4825405"/>
              <a:ext cx="558783" cy="423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800" dirty="0">
                  <a:latin typeface="+mj-lt"/>
                </a:rPr>
                <a:t>renda</a:t>
              </a:r>
            </a:p>
          </p:txBody>
        </p:sp>
        <p:sp>
          <p:nvSpPr>
            <p:cNvPr id="85" name="CaixaDeTexto 18">
              <a:extLst>
                <a:ext uri="{FF2B5EF4-FFF2-40B4-BE49-F238E27FC236}">
                  <a16:creationId xmlns:a16="http://schemas.microsoft.com/office/drawing/2014/main" id="{F7C3432A-066F-498D-A860-493BAC4B3C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2464" y="4916869"/>
              <a:ext cx="925380" cy="378675"/>
            </a:xfrm>
            <a:prstGeom prst="rect">
              <a:avLst/>
            </a:prstGeom>
            <a:grpFill/>
            <a:ln w="9525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800">
                <a:latin typeface="+mj-lt"/>
              </a:endParaRPr>
            </a:p>
          </p:txBody>
        </p:sp>
      </p:grpSp>
      <p:sp>
        <p:nvSpPr>
          <p:cNvPr id="87" name="CaixaDeTexto 4">
            <a:extLst>
              <a:ext uri="{FF2B5EF4-FFF2-40B4-BE49-F238E27FC236}">
                <a16:creationId xmlns:a16="http://schemas.microsoft.com/office/drawing/2014/main" id="{9EACF38A-6533-46AF-BDA7-BFBB60564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8564" y="4912873"/>
            <a:ext cx="5052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p1</a:t>
            </a:r>
          </a:p>
        </p:txBody>
      </p:sp>
      <p:cxnSp>
        <p:nvCxnSpPr>
          <p:cNvPr id="80" name="Conector de seta reta 79">
            <a:extLst>
              <a:ext uri="{FF2B5EF4-FFF2-40B4-BE49-F238E27FC236}">
                <a16:creationId xmlns:a16="http://schemas.microsoft.com/office/drawing/2014/main" id="{1BBD2B7C-4382-49AF-B90E-3806BC03DE0A}"/>
              </a:ext>
            </a:extLst>
          </p:cNvPr>
          <p:cNvCxnSpPr>
            <a:cxnSpLocks/>
          </p:cNvCxnSpPr>
          <p:nvPr/>
        </p:nvCxnSpPr>
        <p:spPr>
          <a:xfrm flipV="1">
            <a:off x="3059907" y="3397755"/>
            <a:ext cx="5741548" cy="14376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32">
            <a:extLst>
              <a:ext uri="{FF2B5EF4-FFF2-40B4-BE49-F238E27FC236}">
                <a16:creationId xmlns:a16="http://schemas.microsoft.com/office/drawing/2014/main" id="{E82CC3EE-29A1-4113-97E8-77EDB4DEE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4890" y="5737216"/>
            <a:ext cx="288809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Escopo do construtor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57DC6148-A16E-4242-AFD4-3DA4C0A95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881" y="1983542"/>
            <a:ext cx="3472272" cy="4257460"/>
          </a:xfrm>
          <a:prstGeom prst="rect">
            <a:avLst/>
          </a:prstGeom>
          <a:noFill/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9795DD19-0BC1-49A0-BF10-5FBA84C27C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 anchor="b">
            <a:normAutofit/>
          </a:bodyPr>
          <a:lstStyle/>
          <a:p>
            <a:r>
              <a:rPr lang="pt-BR" altLang="pt-BR" dirty="0"/>
              <a:t>Escopo (variáveis e objetos)</a:t>
            </a:r>
          </a:p>
        </p:txBody>
      </p:sp>
      <p:pic>
        <p:nvPicPr>
          <p:cNvPr id="7170" name="Picture 2" descr="Os principais desafios da profissão de Administrador de Empresas">
            <a:extLst>
              <a:ext uri="{FF2B5EF4-FFF2-40B4-BE49-F238E27FC236}">
                <a16:creationId xmlns:a16="http://schemas.microsoft.com/office/drawing/2014/main" id="{F6E5D5F2-2070-4351-8CB8-DADB45FF9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83" y="1287479"/>
            <a:ext cx="6134710" cy="3763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595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ítulo 1">
            <a:extLst>
              <a:ext uri="{FF2B5EF4-FFF2-40B4-BE49-F238E27FC236}">
                <a16:creationId xmlns:a16="http://schemas.microsoft.com/office/drawing/2014/main" id="{272686B1-C8F2-4109-A321-41B8495D7B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Desafio 1</a:t>
            </a:r>
          </a:p>
        </p:txBody>
      </p:sp>
      <p:sp>
        <p:nvSpPr>
          <p:cNvPr id="9" name="Seta para a direita 8">
            <a:extLst>
              <a:ext uri="{FF2B5EF4-FFF2-40B4-BE49-F238E27FC236}">
                <a16:creationId xmlns:a16="http://schemas.microsoft.com/office/drawing/2014/main" id="{30EB443A-101C-4298-9E6A-25DE6DC29652}"/>
              </a:ext>
            </a:extLst>
          </p:cNvPr>
          <p:cNvSpPr/>
          <p:nvPr/>
        </p:nvSpPr>
        <p:spPr>
          <a:xfrm rot="1006898">
            <a:off x="9986191" y="1050074"/>
            <a:ext cx="614362" cy="53340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pic>
        <p:nvPicPr>
          <p:cNvPr id="43012" name="Imagem 1">
            <a:extLst>
              <a:ext uri="{FF2B5EF4-FFF2-40B4-BE49-F238E27FC236}">
                <a16:creationId xmlns:a16="http://schemas.microsoft.com/office/drawing/2014/main" id="{D4355E50-DE07-42DC-BB3A-45BFD6B692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53" y="997928"/>
            <a:ext cx="5483713" cy="4106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EC42EA2-6C58-41E3-9B1E-FD95214AE434}"/>
              </a:ext>
            </a:extLst>
          </p:cNvPr>
          <p:cNvSpPr txBox="1"/>
          <p:nvPr/>
        </p:nvSpPr>
        <p:spPr>
          <a:xfrm>
            <a:off x="350403" y="5366719"/>
            <a:ext cx="5621735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2400" dirty="0"/>
              <a:t>Selecione a opção com o modelo de memória correto após a execução do programa principal.</a:t>
            </a:r>
          </a:p>
        </p:txBody>
      </p:sp>
      <p:grpSp>
        <p:nvGrpSpPr>
          <p:cNvPr id="43014" name="Grupo 11">
            <a:extLst>
              <a:ext uri="{FF2B5EF4-FFF2-40B4-BE49-F238E27FC236}">
                <a16:creationId xmlns:a16="http://schemas.microsoft.com/office/drawing/2014/main" id="{F6740D2A-A59B-4DBC-8893-E992F213C1FA}"/>
              </a:ext>
            </a:extLst>
          </p:cNvPr>
          <p:cNvGrpSpPr>
            <a:grpSpLocks/>
          </p:cNvGrpSpPr>
          <p:nvPr/>
        </p:nvGrpSpPr>
        <p:grpSpPr bwMode="auto">
          <a:xfrm>
            <a:off x="9784746" y="1860799"/>
            <a:ext cx="1968860" cy="1481138"/>
            <a:chOff x="6228184" y="3963752"/>
            <a:chExt cx="1779682" cy="1481472"/>
          </a:xfrm>
          <a:solidFill>
            <a:srgbClr val="FFFCF3"/>
          </a:solidFill>
        </p:grpSpPr>
        <p:sp>
          <p:nvSpPr>
            <p:cNvPr id="13" name="Retângulo de cantos arredondados 12">
              <a:extLst>
                <a:ext uri="{FF2B5EF4-FFF2-40B4-BE49-F238E27FC236}">
                  <a16:creationId xmlns:a16="http://schemas.microsoft.com/office/drawing/2014/main" id="{4C0D44B0-67EF-48F1-B885-6D057A39461A}"/>
                </a:ext>
              </a:extLst>
            </p:cNvPr>
            <p:cNvSpPr/>
            <p:nvPr/>
          </p:nvSpPr>
          <p:spPr>
            <a:xfrm>
              <a:off x="6228184" y="3963752"/>
              <a:ext cx="1779682" cy="1481472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200" dirty="0">
                <a:latin typeface="+mj-lt"/>
              </a:endParaRPr>
            </a:p>
          </p:txBody>
        </p:sp>
        <p:sp>
          <p:nvSpPr>
            <p:cNvPr id="43050" name="CaixaDeTexto 16">
              <a:extLst>
                <a:ext uri="{FF2B5EF4-FFF2-40B4-BE49-F238E27FC236}">
                  <a16:creationId xmlns:a16="http://schemas.microsoft.com/office/drawing/2014/main" id="{D04BD35B-C48A-4688-9600-4E742CE868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59545" y="4089735"/>
              <a:ext cx="742550" cy="43098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200" dirty="0">
                  <a:latin typeface="+mj-lt"/>
                </a:rPr>
                <a:t>nome</a:t>
              </a:r>
            </a:p>
          </p:txBody>
        </p:sp>
        <p:sp>
          <p:nvSpPr>
            <p:cNvPr id="43051" name="CaixaDeTexto 17">
              <a:extLst>
                <a:ext uri="{FF2B5EF4-FFF2-40B4-BE49-F238E27FC236}">
                  <a16:creationId xmlns:a16="http://schemas.microsoft.com/office/drawing/2014/main" id="{9ECE230C-9BF5-4A31-9811-AC68CE1BB4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9438" y="4458970"/>
              <a:ext cx="718504" cy="43098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200">
                  <a:latin typeface="+mj-lt"/>
                </a:rPr>
                <a:t>idade</a:t>
              </a:r>
            </a:p>
          </p:txBody>
        </p:sp>
        <p:sp>
          <p:nvSpPr>
            <p:cNvPr id="43052" name="CaixaDeTexto 18">
              <a:extLst>
                <a:ext uri="{FF2B5EF4-FFF2-40B4-BE49-F238E27FC236}">
                  <a16:creationId xmlns:a16="http://schemas.microsoft.com/office/drawing/2014/main" id="{2B489EC1-FBEA-4406-9C02-AC6CF30F4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501597"/>
              <a:ext cx="924667" cy="430984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200">
                  <a:latin typeface="+mj-lt"/>
                </a:rPr>
                <a:t>30</a:t>
              </a:r>
            </a:p>
          </p:txBody>
        </p:sp>
        <p:sp>
          <p:nvSpPr>
            <p:cNvPr id="43053" name="CaixaDeTexto 19">
              <a:extLst>
                <a:ext uri="{FF2B5EF4-FFF2-40B4-BE49-F238E27FC236}">
                  <a16:creationId xmlns:a16="http://schemas.microsoft.com/office/drawing/2014/main" id="{6A7B860F-B88E-4ACF-BCF8-22C44AD861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101522"/>
              <a:ext cx="924667" cy="430984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200">
                  <a:latin typeface="+mj-lt"/>
                </a:rPr>
                <a:t>Maria</a:t>
              </a:r>
            </a:p>
          </p:txBody>
        </p:sp>
        <p:sp>
          <p:nvSpPr>
            <p:cNvPr id="43054" name="CaixaDeTexto 17">
              <a:extLst>
                <a:ext uri="{FF2B5EF4-FFF2-40B4-BE49-F238E27FC236}">
                  <a16:creationId xmlns:a16="http://schemas.microsoft.com/office/drawing/2014/main" id="{1A6E4FB3-276E-4582-A139-984512E020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9438" y="4839555"/>
              <a:ext cx="739793" cy="43098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200">
                  <a:latin typeface="+mj-lt"/>
                </a:rPr>
                <a:t>renda</a:t>
              </a:r>
            </a:p>
          </p:txBody>
        </p:sp>
        <p:sp>
          <p:nvSpPr>
            <p:cNvPr id="43055" name="CaixaDeTexto 18">
              <a:extLst>
                <a:ext uri="{FF2B5EF4-FFF2-40B4-BE49-F238E27FC236}">
                  <a16:creationId xmlns:a16="http://schemas.microsoft.com/office/drawing/2014/main" id="{A47C1596-40FC-4EEB-9BAF-5ADEC2F740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882182"/>
              <a:ext cx="924667" cy="430984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200">
                  <a:latin typeface="+mj-lt"/>
                </a:rPr>
                <a:t>500.0</a:t>
              </a:r>
            </a:p>
          </p:txBody>
        </p:sp>
      </p:grpSp>
      <p:sp>
        <p:nvSpPr>
          <p:cNvPr id="43015" name="CaixaDeTexto 16">
            <a:extLst>
              <a:ext uri="{FF2B5EF4-FFF2-40B4-BE49-F238E27FC236}">
                <a16:creationId xmlns:a16="http://schemas.microsoft.com/office/drawing/2014/main" id="{632446BA-89E0-45DB-AC88-998E6F172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130" y="4952287"/>
            <a:ext cx="3113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200" dirty="0">
                <a:latin typeface="+mj-lt"/>
              </a:rPr>
              <a:t>n</a:t>
            </a:r>
          </a:p>
        </p:txBody>
      </p:sp>
      <p:sp>
        <p:nvSpPr>
          <p:cNvPr id="43016" name="CaixaDeTexto 17">
            <a:extLst>
              <a:ext uri="{FF2B5EF4-FFF2-40B4-BE49-F238E27FC236}">
                <a16:creationId xmlns:a16="http://schemas.microsoft.com/office/drawing/2014/main" id="{971321F1-594B-4511-920F-89FE4269F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1427" y="5354211"/>
            <a:ext cx="24077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200" dirty="0">
                <a:latin typeface="+mj-lt"/>
              </a:rPr>
              <a:t>i</a:t>
            </a:r>
          </a:p>
        </p:txBody>
      </p:sp>
      <p:sp>
        <p:nvSpPr>
          <p:cNvPr id="43017" name="CaixaDeTexto 18">
            <a:extLst>
              <a:ext uri="{FF2B5EF4-FFF2-40B4-BE49-F238E27FC236}">
                <a16:creationId xmlns:a16="http://schemas.microsoft.com/office/drawing/2014/main" id="{97AEFA44-8F24-4A64-9606-8BF56B868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434" y="5379099"/>
            <a:ext cx="817562" cy="3960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200">
                <a:latin typeface="+mj-lt"/>
              </a:rPr>
              <a:t>30</a:t>
            </a:r>
          </a:p>
        </p:txBody>
      </p:sp>
      <p:sp>
        <p:nvSpPr>
          <p:cNvPr id="43018" name="CaixaDeTexto 19">
            <a:extLst>
              <a:ext uri="{FF2B5EF4-FFF2-40B4-BE49-F238E27FC236}">
                <a16:creationId xmlns:a16="http://schemas.microsoft.com/office/drawing/2014/main" id="{56517A26-656E-4D08-B14A-12C53E957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5435" y="4893215"/>
            <a:ext cx="817562" cy="43088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200">
                <a:latin typeface="+mj-lt"/>
              </a:rPr>
              <a:t>Maria</a:t>
            </a:r>
          </a:p>
        </p:txBody>
      </p:sp>
      <p:sp>
        <p:nvSpPr>
          <p:cNvPr id="43019" name="CaixaDeTexto 17">
            <a:extLst>
              <a:ext uri="{FF2B5EF4-FFF2-40B4-BE49-F238E27FC236}">
                <a16:creationId xmlns:a16="http://schemas.microsoft.com/office/drawing/2014/main" id="{3C8B4491-14A2-45B1-9A19-97297D172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9116" y="5803518"/>
            <a:ext cx="26481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200" dirty="0">
                <a:latin typeface="+mj-lt"/>
              </a:rPr>
              <a:t>r</a:t>
            </a:r>
          </a:p>
        </p:txBody>
      </p:sp>
      <p:sp>
        <p:nvSpPr>
          <p:cNvPr id="43020" name="CaixaDeTexto 18">
            <a:extLst>
              <a:ext uri="{FF2B5EF4-FFF2-40B4-BE49-F238E27FC236}">
                <a16:creationId xmlns:a16="http://schemas.microsoft.com/office/drawing/2014/main" id="{8673D7C4-90C4-4AE9-9AC4-0D1749B78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0672" y="5824513"/>
            <a:ext cx="822325" cy="43088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200">
                <a:latin typeface="+mj-lt"/>
              </a:rPr>
              <a:t>500.0</a:t>
            </a:r>
          </a:p>
        </p:txBody>
      </p:sp>
      <p:sp>
        <p:nvSpPr>
          <p:cNvPr id="43021" name="CaixaDeTexto 17">
            <a:extLst>
              <a:ext uri="{FF2B5EF4-FFF2-40B4-BE49-F238E27FC236}">
                <a16:creationId xmlns:a16="http://schemas.microsoft.com/office/drawing/2014/main" id="{F3443D77-A47D-4BE5-86ED-886D218DD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5294" y="2298949"/>
            <a:ext cx="3113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200" dirty="0">
                <a:latin typeface="+mj-lt"/>
              </a:rPr>
              <a:t>p</a:t>
            </a:r>
          </a:p>
        </p:txBody>
      </p:sp>
      <p:sp>
        <p:nvSpPr>
          <p:cNvPr id="43022" name="CaixaDeTexto 18">
            <a:extLst>
              <a:ext uri="{FF2B5EF4-FFF2-40B4-BE49-F238E27FC236}">
                <a16:creationId xmlns:a16="http://schemas.microsoft.com/office/drawing/2014/main" id="{68AAA03E-AD8A-4634-82B8-A3FCCC657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5018" y="2318000"/>
            <a:ext cx="342900" cy="43088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pt-BR" altLang="pt-BR" sz="2200">
              <a:latin typeface="+mj-lt"/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BBDA5CC9-AB8D-4E9E-B9EC-2C98DD89DEE4}"/>
              </a:ext>
            </a:extLst>
          </p:cNvPr>
          <p:cNvCxnSpPr>
            <a:endCxn id="13" idx="1"/>
          </p:cNvCxnSpPr>
          <p:nvPr/>
        </p:nvCxnSpPr>
        <p:spPr>
          <a:xfrm>
            <a:off x="9256468" y="2484688"/>
            <a:ext cx="528278" cy="1166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024" name="Grupo 31">
            <a:extLst>
              <a:ext uri="{FF2B5EF4-FFF2-40B4-BE49-F238E27FC236}">
                <a16:creationId xmlns:a16="http://schemas.microsoft.com/office/drawing/2014/main" id="{335E1DD8-64A4-40A2-B2E3-C88BD2325C84}"/>
              </a:ext>
            </a:extLst>
          </p:cNvPr>
          <p:cNvGrpSpPr>
            <a:grpSpLocks/>
          </p:cNvGrpSpPr>
          <p:nvPr/>
        </p:nvGrpSpPr>
        <p:grpSpPr bwMode="auto">
          <a:xfrm>
            <a:off x="9764596" y="3824364"/>
            <a:ext cx="2077001" cy="1481137"/>
            <a:chOff x="6228184" y="3963752"/>
            <a:chExt cx="1779682" cy="1481472"/>
          </a:xfrm>
          <a:solidFill>
            <a:srgbClr val="FFFCF3"/>
          </a:solidFill>
        </p:grpSpPr>
        <p:sp>
          <p:nvSpPr>
            <p:cNvPr id="33" name="Retângulo de cantos arredondados 32">
              <a:extLst>
                <a:ext uri="{FF2B5EF4-FFF2-40B4-BE49-F238E27FC236}">
                  <a16:creationId xmlns:a16="http://schemas.microsoft.com/office/drawing/2014/main" id="{47326A74-29A4-4135-AAE9-58F5E955C013}"/>
                </a:ext>
              </a:extLst>
            </p:cNvPr>
            <p:cNvSpPr/>
            <p:nvPr/>
          </p:nvSpPr>
          <p:spPr>
            <a:xfrm>
              <a:off x="6228184" y="3963752"/>
              <a:ext cx="1779682" cy="1481472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200" dirty="0">
                <a:latin typeface="+mj-lt"/>
              </a:endParaRPr>
            </a:p>
          </p:txBody>
        </p:sp>
        <p:sp>
          <p:nvSpPr>
            <p:cNvPr id="43043" name="CaixaDeTexto 16">
              <a:extLst>
                <a:ext uri="{FF2B5EF4-FFF2-40B4-BE49-F238E27FC236}">
                  <a16:creationId xmlns:a16="http://schemas.microsoft.com/office/drawing/2014/main" id="{5AB9AEE2-938A-4999-8726-BD9F562CD0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0832" y="4080230"/>
              <a:ext cx="742550" cy="43098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200" dirty="0">
                  <a:latin typeface="+mj-lt"/>
                </a:rPr>
                <a:t>nome</a:t>
              </a:r>
            </a:p>
          </p:txBody>
        </p:sp>
        <p:sp>
          <p:nvSpPr>
            <p:cNvPr id="43044" name="CaixaDeTexto 17">
              <a:extLst>
                <a:ext uri="{FF2B5EF4-FFF2-40B4-BE49-F238E27FC236}">
                  <a16:creationId xmlns:a16="http://schemas.microsoft.com/office/drawing/2014/main" id="{0A9FBD1D-34B8-4C72-802F-AF904970C7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0635" y="4450281"/>
              <a:ext cx="718504" cy="43098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200" dirty="0">
                  <a:latin typeface="+mj-lt"/>
                </a:rPr>
                <a:t>idade</a:t>
              </a:r>
            </a:p>
          </p:txBody>
        </p:sp>
        <p:sp>
          <p:nvSpPr>
            <p:cNvPr id="43045" name="CaixaDeTexto 18">
              <a:extLst>
                <a:ext uri="{FF2B5EF4-FFF2-40B4-BE49-F238E27FC236}">
                  <a16:creationId xmlns:a16="http://schemas.microsoft.com/office/drawing/2014/main" id="{62CF9A0E-8520-475D-8070-64719EA486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501597"/>
              <a:ext cx="924667" cy="430984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200">
                <a:latin typeface="+mj-lt"/>
              </a:endParaRPr>
            </a:p>
          </p:txBody>
        </p:sp>
        <p:sp>
          <p:nvSpPr>
            <p:cNvPr id="43046" name="CaixaDeTexto 19">
              <a:extLst>
                <a:ext uri="{FF2B5EF4-FFF2-40B4-BE49-F238E27FC236}">
                  <a16:creationId xmlns:a16="http://schemas.microsoft.com/office/drawing/2014/main" id="{6E606EDF-83BE-49B0-B5DF-C1DC01910A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101522"/>
              <a:ext cx="924667" cy="430984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200">
                <a:latin typeface="+mj-lt"/>
              </a:endParaRPr>
            </a:p>
          </p:txBody>
        </p:sp>
        <p:sp>
          <p:nvSpPr>
            <p:cNvPr id="43047" name="CaixaDeTexto 37">
              <a:extLst>
                <a:ext uri="{FF2B5EF4-FFF2-40B4-BE49-F238E27FC236}">
                  <a16:creationId xmlns:a16="http://schemas.microsoft.com/office/drawing/2014/main" id="{1E79769F-7121-4BB0-B492-EC625FC6DE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345" y="4839117"/>
              <a:ext cx="739793" cy="43098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200" dirty="0">
                  <a:latin typeface="+mj-lt"/>
                </a:rPr>
                <a:t>renda</a:t>
              </a:r>
            </a:p>
          </p:txBody>
        </p:sp>
        <p:sp>
          <p:nvSpPr>
            <p:cNvPr id="43048" name="CaixaDeTexto 38">
              <a:extLst>
                <a:ext uri="{FF2B5EF4-FFF2-40B4-BE49-F238E27FC236}">
                  <a16:creationId xmlns:a16="http://schemas.microsoft.com/office/drawing/2014/main" id="{BDD5EC51-B0E7-45EB-9997-956A7E7CE9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384" y="4882182"/>
              <a:ext cx="924667" cy="430984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200">
                <a:latin typeface="+mj-lt"/>
              </a:endParaRPr>
            </a:p>
          </p:txBody>
        </p:sp>
      </p:grpSp>
      <p:sp>
        <p:nvSpPr>
          <p:cNvPr id="43025" name="CaixaDeTexto 17">
            <a:extLst>
              <a:ext uri="{FF2B5EF4-FFF2-40B4-BE49-F238E27FC236}">
                <a16:creationId xmlns:a16="http://schemas.microsoft.com/office/drawing/2014/main" id="{C3BAC0E9-F843-4E28-A328-6E89421D6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5872" y="4260925"/>
            <a:ext cx="3113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200">
                <a:latin typeface="+mj-lt"/>
              </a:rPr>
              <a:t>p</a:t>
            </a:r>
          </a:p>
        </p:txBody>
      </p:sp>
      <p:sp>
        <p:nvSpPr>
          <p:cNvPr id="43026" name="CaixaDeTexto 18">
            <a:extLst>
              <a:ext uri="{FF2B5EF4-FFF2-40B4-BE49-F238E27FC236}">
                <a16:creationId xmlns:a16="http://schemas.microsoft.com/office/drawing/2014/main" id="{CF31D661-7FB5-40C9-ABC9-A16BA58D1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7185" y="4279976"/>
            <a:ext cx="341312" cy="43088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pt-BR" altLang="pt-BR" sz="2200">
              <a:latin typeface="+mj-lt"/>
            </a:endParaRPr>
          </a:p>
        </p:txBody>
      </p: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FE704843-AA2E-479B-B6FE-D6A05650F08F}"/>
              </a:ext>
            </a:extLst>
          </p:cNvPr>
          <p:cNvCxnSpPr>
            <a:endCxn id="33" idx="1"/>
          </p:cNvCxnSpPr>
          <p:nvPr/>
        </p:nvCxnSpPr>
        <p:spPr>
          <a:xfrm>
            <a:off x="9047047" y="4446664"/>
            <a:ext cx="717549" cy="1182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4D64E34F-2A50-4F57-952D-4BFF3F74EC04}"/>
              </a:ext>
            </a:extLst>
          </p:cNvPr>
          <p:cNvCxnSpPr>
            <a:cxnSpLocks/>
            <a:endCxn id="43018" idx="3"/>
          </p:cNvCxnSpPr>
          <p:nvPr/>
        </p:nvCxnSpPr>
        <p:spPr>
          <a:xfrm flipH="1">
            <a:off x="9662997" y="4177546"/>
            <a:ext cx="1304089" cy="9311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6B86AF55-13A0-4B8C-AC7D-CD66560DA7DF}"/>
              </a:ext>
            </a:extLst>
          </p:cNvPr>
          <p:cNvCxnSpPr>
            <a:cxnSpLocks/>
          </p:cNvCxnSpPr>
          <p:nvPr/>
        </p:nvCxnSpPr>
        <p:spPr>
          <a:xfrm flipH="1">
            <a:off x="9662999" y="4577530"/>
            <a:ext cx="1320712" cy="8740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F311CFE1-A16E-42BE-A22F-C63E27B2AC84}"/>
              </a:ext>
            </a:extLst>
          </p:cNvPr>
          <p:cNvCxnSpPr>
            <a:cxnSpLocks/>
          </p:cNvCxnSpPr>
          <p:nvPr/>
        </p:nvCxnSpPr>
        <p:spPr>
          <a:xfrm flipH="1">
            <a:off x="9655060" y="4972874"/>
            <a:ext cx="1312026" cy="899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31" name="CaixaDeTexto 16">
            <a:extLst>
              <a:ext uri="{FF2B5EF4-FFF2-40B4-BE49-F238E27FC236}">
                <a16:creationId xmlns:a16="http://schemas.microsoft.com/office/drawing/2014/main" id="{A1189A94-7782-4505-9198-729F56185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9790" y="1833562"/>
            <a:ext cx="92409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200" dirty="0" err="1">
                <a:latin typeface="+mj-lt"/>
              </a:rPr>
              <a:t>p.nome</a:t>
            </a:r>
            <a:endParaRPr lang="pt-BR" altLang="pt-BR" sz="2200" dirty="0">
              <a:latin typeface="+mj-lt"/>
            </a:endParaRPr>
          </a:p>
        </p:txBody>
      </p:sp>
      <p:sp>
        <p:nvSpPr>
          <p:cNvPr id="43032" name="CaixaDeTexto 17">
            <a:extLst>
              <a:ext uri="{FF2B5EF4-FFF2-40B4-BE49-F238E27FC236}">
                <a16:creationId xmlns:a16="http://schemas.microsoft.com/office/drawing/2014/main" id="{38E0C308-DCC2-4D8F-80A0-C8388DDD3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9356" y="2340302"/>
            <a:ext cx="90005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200" dirty="0" err="1">
                <a:latin typeface="+mj-lt"/>
              </a:rPr>
              <a:t>p.idade</a:t>
            </a:r>
            <a:endParaRPr lang="pt-BR" altLang="pt-BR" sz="2200" dirty="0">
              <a:latin typeface="+mj-lt"/>
            </a:endParaRPr>
          </a:p>
        </p:txBody>
      </p:sp>
      <p:sp>
        <p:nvSpPr>
          <p:cNvPr id="43033" name="CaixaDeTexto 18">
            <a:extLst>
              <a:ext uri="{FF2B5EF4-FFF2-40B4-BE49-F238E27FC236}">
                <a16:creationId xmlns:a16="http://schemas.microsoft.com/office/drawing/2014/main" id="{C69596EA-F790-4C63-843D-16240D15A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1503" y="2308266"/>
            <a:ext cx="819150" cy="3960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200">
                <a:latin typeface="+mj-lt"/>
              </a:rPr>
              <a:t>30</a:t>
            </a:r>
          </a:p>
        </p:txBody>
      </p:sp>
      <p:sp>
        <p:nvSpPr>
          <p:cNvPr id="43034" name="CaixaDeTexto 19">
            <a:extLst>
              <a:ext uri="{FF2B5EF4-FFF2-40B4-BE49-F238E27FC236}">
                <a16:creationId xmlns:a16="http://schemas.microsoft.com/office/drawing/2014/main" id="{E1163597-40E9-415E-A2E4-33F1FC908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1503" y="1826359"/>
            <a:ext cx="819150" cy="43088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200">
                <a:latin typeface="+mj-lt"/>
              </a:rPr>
              <a:t>Maria</a:t>
            </a:r>
          </a:p>
        </p:txBody>
      </p:sp>
      <p:sp>
        <p:nvSpPr>
          <p:cNvPr id="43035" name="CaixaDeTexto 17">
            <a:extLst>
              <a:ext uri="{FF2B5EF4-FFF2-40B4-BE49-F238E27FC236}">
                <a16:creationId xmlns:a16="http://schemas.microsoft.com/office/drawing/2014/main" id="{56AD8975-A172-4B12-B0B7-9EF75342D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8713" y="2773844"/>
            <a:ext cx="92134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200" dirty="0" err="1">
                <a:latin typeface="+mj-lt"/>
              </a:rPr>
              <a:t>p.renda</a:t>
            </a:r>
            <a:endParaRPr lang="pt-BR" altLang="pt-BR" sz="2200" dirty="0">
              <a:latin typeface="+mj-lt"/>
            </a:endParaRPr>
          </a:p>
        </p:txBody>
      </p:sp>
      <p:sp>
        <p:nvSpPr>
          <p:cNvPr id="43036" name="CaixaDeTexto 18">
            <a:extLst>
              <a:ext uri="{FF2B5EF4-FFF2-40B4-BE49-F238E27FC236}">
                <a16:creationId xmlns:a16="http://schemas.microsoft.com/office/drawing/2014/main" id="{FC0BDC0B-7DCC-4541-86B8-2A81CF862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3305" y="2787205"/>
            <a:ext cx="823912" cy="43088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200" dirty="0">
                <a:latin typeface="+mj-lt"/>
              </a:rPr>
              <a:t>500.0</a:t>
            </a:r>
          </a:p>
        </p:txBody>
      </p:sp>
      <p:sp>
        <p:nvSpPr>
          <p:cNvPr id="43037" name="CaixaDeTexto 7">
            <a:extLst>
              <a:ext uri="{FF2B5EF4-FFF2-40B4-BE49-F238E27FC236}">
                <a16:creationId xmlns:a16="http://schemas.microsoft.com/office/drawing/2014/main" id="{26E6D939-9B70-41EC-A2EF-38D0CBC8A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854" y="1233529"/>
            <a:ext cx="48173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200">
                <a:latin typeface="+mj-lt"/>
              </a:rPr>
              <a:t>(A)</a:t>
            </a:r>
          </a:p>
        </p:txBody>
      </p:sp>
      <p:sp>
        <p:nvSpPr>
          <p:cNvPr id="43038" name="CaixaDeTexto 53">
            <a:extLst>
              <a:ext uri="{FF2B5EF4-FFF2-40B4-BE49-F238E27FC236}">
                <a16:creationId xmlns:a16="http://schemas.microsoft.com/office/drawing/2014/main" id="{9646A079-040C-4EC2-BDC1-0398CB5C0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8381" y="1270249"/>
            <a:ext cx="47820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200">
                <a:latin typeface="+mj-lt"/>
              </a:rPr>
              <a:t>(B)</a:t>
            </a:r>
          </a:p>
        </p:txBody>
      </p:sp>
      <p:sp>
        <p:nvSpPr>
          <p:cNvPr id="43039" name="CaixaDeTexto 54">
            <a:extLst>
              <a:ext uri="{FF2B5EF4-FFF2-40B4-BE49-F238E27FC236}">
                <a16:creationId xmlns:a16="http://schemas.microsoft.com/office/drawing/2014/main" id="{9E69A457-7F39-4AA6-9BED-0EC08CDA0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8658" y="3797907"/>
            <a:ext cx="50045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200" dirty="0">
                <a:latin typeface="+mj-lt"/>
              </a:rPr>
              <a:t>(C)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ítulo 1">
            <a:extLst>
              <a:ext uri="{FF2B5EF4-FFF2-40B4-BE49-F238E27FC236}">
                <a16:creationId xmlns:a16="http://schemas.microsoft.com/office/drawing/2014/main" id="{6AC0B3FB-36E8-4F87-92BA-E6C5E19081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Desafio 2</a:t>
            </a:r>
          </a:p>
        </p:txBody>
      </p:sp>
      <p:sp>
        <p:nvSpPr>
          <p:cNvPr id="9" name="Seta para a direita 8">
            <a:extLst>
              <a:ext uri="{FF2B5EF4-FFF2-40B4-BE49-F238E27FC236}">
                <a16:creationId xmlns:a16="http://schemas.microsoft.com/office/drawing/2014/main" id="{1DE85400-434C-4152-B7D1-E4591CB71B17}"/>
              </a:ext>
            </a:extLst>
          </p:cNvPr>
          <p:cNvSpPr/>
          <p:nvPr/>
        </p:nvSpPr>
        <p:spPr>
          <a:xfrm rot="8847261">
            <a:off x="8767653" y="3232403"/>
            <a:ext cx="466725" cy="319087"/>
          </a:xfrm>
          <a:prstGeom prst="rightArrow">
            <a:avLst>
              <a:gd name="adj1" fmla="val 28699"/>
              <a:gd name="adj2" fmla="val 5455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000">
              <a:latin typeface="+mj-lt"/>
            </a:endParaRPr>
          </a:p>
        </p:txBody>
      </p:sp>
      <p:pic>
        <p:nvPicPr>
          <p:cNvPr id="44036" name="Imagem 1">
            <a:extLst>
              <a:ext uri="{FF2B5EF4-FFF2-40B4-BE49-F238E27FC236}">
                <a16:creationId xmlns:a16="http://schemas.microsoft.com/office/drawing/2014/main" id="{991EE1F9-8B51-4EE1-8297-F5175D0BB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69" y="1106176"/>
            <a:ext cx="7703156" cy="1938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49" name="CaixaDeTexto 17">
            <a:extLst>
              <a:ext uri="{FF2B5EF4-FFF2-40B4-BE49-F238E27FC236}">
                <a16:creationId xmlns:a16="http://schemas.microsoft.com/office/drawing/2014/main" id="{7BF721C2-9363-463A-B6AA-865C70440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350" y="3906460"/>
            <a:ext cx="67197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dirty="0">
                <a:latin typeface="+mj-lt"/>
              </a:rPr>
              <a:t>idade</a:t>
            </a:r>
          </a:p>
        </p:txBody>
      </p:sp>
      <p:sp>
        <p:nvSpPr>
          <p:cNvPr id="44050" name="CaixaDeTexto 18">
            <a:extLst>
              <a:ext uri="{FF2B5EF4-FFF2-40B4-BE49-F238E27FC236}">
                <a16:creationId xmlns:a16="http://schemas.microsoft.com/office/drawing/2014/main" id="{0E872155-FC6C-435A-9D1E-06D9801FA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495" y="3909958"/>
            <a:ext cx="488950" cy="40011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>
                <a:latin typeface="+mj-lt"/>
              </a:rPr>
              <a:t>35</a:t>
            </a:r>
          </a:p>
        </p:txBody>
      </p:sp>
      <p:grpSp>
        <p:nvGrpSpPr>
          <p:cNvPr id="44051" name="Grupo 53">
            <a:extLst>
              <a:ext uri="{FF2B5EF4-FFF2-40B4-BE49-F238E27FC236}">
                <a16:creationId xmlns:a16="http://schemas.microsoft.com/office/drawing/2014/main" id="{0E272D32-22F1-4A35-9B8E-052B06298F32}"/>
              </a:ext>
            </a:extLst>
          </p:cNvPr>
          <p:cNvGrpSpPr>
            <a:grpSpLocks/>
          </p:cNvGrpSpPr>
          <p:nvPr/>
        </p:nvGrpSpPr>
        <p:grpSpPr bwMode="auto">
          <a:xfrm>
            <a:off x="1721178" y="3621099"/>
            <a:ext cx="2311300" cy="1296324"/>
            <a:chOff x="6228184" y="3963752"/>
            <a:chExt cx="1554447" cy="1056161"/>
          </a:xfrm>
          <a:solidFill>
            <a:srgbClr val="FFFCF3"/>
          </a:solidFill>
        </p:grpSpPr>
        <p:sp>
          <p:nvSpPr>
            <p:cNvPr id="55" name="Retângulo de cantos arredondados 54">
              <a:extLst>
                <a:ext uri="{FF2B5EF4-FFF2-40B4-BE49-F238E27FC236}">
                  <a16:creationId xmlns:a16="http://schemas.microsoft.com/office/drawing/2014/main" id="{AF74CC81-2742-4305-A42A-472301F015D8}"/>
                </a:ext>
              </a:extLst>
            </p:cNvPr>
            <p:cNvSpPr/>
            <p:nvPr/>
          </p:nvSpPr>
          <p:spPr>
            <a:xfrm>
              <a:off x="6228184" y="3963752"/>
              <a:ext cx="1554447" cy="1056161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000" dirty="0">
                <a:latin typeface="+mj-lt"/>
              </a:endParaRPr>
            </a:p>
          </p:txBody>
        </p:sp>
        <p:sp>
          <p:nvSpPr>
            <p:cNvPr id="44115" name="CaixaDeTexto 16">
              <a:extLst>
                <a:ext uri="{FF2B5EF4-FFF2-40B4-BE49-F238E27FC236}">
                  <a16:creationId xmlns:a16="http://schemas.microsoft.com/office/drawing/2014/main" id="{59C68728-B7FC-440D-8A9D-F7776B5CEA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3189" y="4028746"/>
              <a:ext cx="694548" cy="4002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+mj-lt"/>
                </a:rPr>
                <a:t>nome</a:t>
              </a:r>
            </a:p>
          </p:txBody>
        </p:sp>
        <p:sp>
          <p:nvSpPr>
            <p:cNvPr id="44116" name="CaixaDeTexto 17">
              <a:extLst>
                <a:ext uri="{FF2B5EF4-FFF2-40B4-BE49-F238E27FC236}">
                  <a16:creationId xmlns:a16="http://schemas.microsoft.com/office/drawing/2014/main" id="{28A2F6DF-7094-4AEA-ACB5-C9D1F0F82E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9438" y="4326114"/>
              <a:ext cx="457117" cy="32598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+mj-lt"/>
                </a:rPr>
                <a:t>idade</a:t>
              </a:r>
            </a:p>
          </p:txBody>
        </p:sp>
        <p:sp>
          <p:nvSpPr>
            <p:cNvPr id="44117" name="CaixaDeTexto 18">
              <a:extLst>
                <a:ext uri="{FF2B5EF4-FFF2-40B4-BE49-F238E27FC236}">
                  <a16:creationId xmlns:a16="http://schemas.microsoft.com/office/drawing/2014/main" id="{56F1EE6F-4FED-47EC-BE38-EB97A158B3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3023" y="4354496"/>
              <a:ext cx="924667" cy="293305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000">
                <a:latin typeface="+mj-lt"/>
              </a:endParaRPr>
            </a:p>
          </p:txBody>
        </p:sp>
        <p:sp>
          <p:nvSpPr>
            <p:cNvPr id="44118" name="CaixaDeTexto 19">
              <a:extLst>
                <a:ext uri="{FF2B5EF4-FFF2-40B4-BE49-F238E27FC236}">
                  <a16:creationId xmlns:a16="http://schemas.microsoft.com/office/drawing/2014/main" id="{D56F13B8-43C1-41BA-BC0D-8E6EAB4DEF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3023" y="4023418"/>
              <a:ext cx="924667" cy="293305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>
                  <a:latin typeface="+mj-lt"/>
                </a:rPr>
                <a:t>Fulano1</a:t>
              </a:r>
            </a:p>
          </p:txBody>
        </p:sp>
        <p:sp>
          <p:nvSpPr>
            <p:cNvPr id="44119" name="CaixaDeTexto 59">
              <a:extLst>
                <a:ext uri="{FF2B5EF4-FFF2-40B4-BE49-F238E27FC236}">
                  <a16:creationId xmlns:a16="http://schemas.microsoft.com/office/drawing/2014/main" id="{1238363F-C4C5-44A9-802E-1B88977F2F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1063" y="4657669"/>
              <a:ext cx="506289" cy="26397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+mj-lt"/>
                </a:rPr>
                <a:t>renda</a:t>
              </a:r>
            </a:p>
          </p:txBody>
        </p:sp>
        <p:sp>
          <p:nvSpPr>
            <p:cNvPr id="44120" name="CaixaDeTexto 60">
              <a:extLst>
                <a:ext uri="{FF2B5EF4-FFF2-40B4-BE49-F238E27FC236}">
                  <a16:creationId xmlns:a16="http://schemas.microsoft.com/office/drawing/2014/main" id="{EC5EB313-8EFD-4D4A-82EF-048CE24CAE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3023" y="4670835"/>
              <a:ext cx="924667" cy="293305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>
                  <a:latin typeface="+mj-lt"/>
                </a:rPr>
                <a:t>1.0</a:t>
              </a:r>
            </a:p>
          </p:txBody>
        </p:sp>
      </p:grpSp>
      <p:sp>
        <p:nvSpPr>
          <p:cNvPr id="44052" name="CaixaDeTexto 17">
            <a:extLst>
              <a:ext uri="{FF2B5EF4-FFF2-40B4-BE49-F238E27FC236}">
                <a16:creationId xmlns:a16="http://schemas.microsoft.com/office/drawing/2014/main" id="{46422C7D-3DAB-41F5-BF4C-D0280C4A1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366" y="4540251"/>
            <a:ext cx="4154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dirty="0">
                <a:latin typeface="+mj-lt"/>
              </a:rPr>
              <a:t>p1</a:t>
            </a:r>
          </a:p>
        </p:txBody>
      </p:sp>
      <p:sp>
        <p:nvSpPr>
          <p:cNvPr id="44053" name="CaixaDeTexto 18">
            <a:extLst>
              <a:ext uri="{FF2B5EF4-FFF2-40B4-BE49-F238E27FC236}">
                <a16:creationId xmlns:a16="http://schemas.microsoft.com/office/drawing/2014/main" id="{9E15788D-637D-4559-AB54-F98E17A84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519" y="4547500"/>
            <a:ext cx="342900" cy="40011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pt-BR" altLang="pt-BR" sz="2000">
              <a:latin typeface="+mj-lt"/>
            </a:endParaRPr>
          </a:p>
        </p:txBody>
      </p:sp>
      <p:cxnSp>
        <p:nvCxnSpPr>
          <p:cNvPr id="64" name="Conector de seta reta 63">
            <a:extLst>
              <a:ext uri="{FF2B5EF4-FFF2-40B4-BE49-F238E27FC236}">
                <a16:creationId xmlns:a16="http://schemas.microsoft.com/office/drawing/2014/main" id="{BFED38E4-6474-456C-907A-82FE30B838DE}"/>
              </a:ext>
            </a:extLst>
          </p:cNvPr>
          <p:cNvCxnSpPr>
            <a:cxnSpLocks/>
            <a:endCxn id="55" idx="1"/>
          </p:cNvCxnSpPr>
          <p:nvPr/>
        </p:nvCxnSpPr>
        <p:spPr>
          <a:xfrm flipV="1">
            <a:off x="819415" y="4269261"/>
            <a:ext cx="901763" cy="4175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055" name="Grupo 64">
            <a:extLst>
              <a:ext uri="{FF2B5EF4-FFF2-40B4-BE49-F238E27FC236}">
                <a16:creationId xmlns:a16="http://schemas.microsoft.com/office/drawing/2014/main" id="{405B6E87-A6BB-4095-ACFE-BF3067A5DB86}"/>
              </a:ext>
            </a:extLst>
          </p:cNvPr>
          <p:cNvGrpSpPr>
            <a:grpSpLocks/>
          </p:cNvGrpSpPr>
          <p:nvPr/>
        </p:nvGrpSpPr>
        <p:grpSpPr bwMode="auto">
          <a:xfrm>
            <a:off x="1745045" y="5038323"/>
            <a:ext cx="2287434" cy="1225491"/>
            <a:chOff x="6221896" y="3963752"/>
            <a:chExt cx="1560735" cy="1056161"/>
          </a:xfrm>
        </p:grpSpPr>
        <p:sp>
          <p:nvSpPr>
            <p:cNvPr id="66" name="Retângulo de cantos arredondados 65">
              <a:extLst>
                <a:ext uri="{FF2B5EF4-FFF2-40B4-BE49-F238E27FC236}">
                  <a16:creationId xmlns:a16="http://schemas.microsoft.com/office/drawing/2014/main" id="{75F9C89F-F561-4A64-AC8F-189353423CD4}"/>
                </a:ext>
              </a:extLst>
            </p:cNvPr>
            <p:cNvSpPr/>
            <p:nvPr/>
          </p:nvSpPr>
          <p:spPr>
            <a:xfrm>
              <a:off x="6228184" y="3963752"/>
              <a:ext cx="1554447" cy="1056161"/>
            </a:xfrm>
            <a:prstGeom prst="roundRect">
              <a:avLst/>
            </a:prstGeom>
            <a:solidFill>
              <a:srgbClr val="FFFCF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000" dirty="0">
                <a:latin typeface="+mj-lt"/>
              </a:endParaRPr>
            </a:p>
          </p:txBody>
        </p:sp>
        <p:sp>
          <p:nvSpPr>
            <p:cNvPr id="44108" name="CaixaDeTexto 16">
              <a:extLst>
                <a:ext uri="{FF2B5EF4-FFF2-40B4-BE49-F238E27FC236}">
                  <a16:creationId xmlns:a16="http://schemas.microsoft.com/office/drawing/2014/main" id="{985BF2D7-9C27-4044-934F-AAACB2C6E8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1896" y="4007034"/>
              <a:ext cx="694548" cy="399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+mj-lt"/>
                </a:rPr>
                <a:t>nome</a:t>
              </a:r>
            </a:p>
          </p:txBody>
        </p:sp>
        <p:sp>
          <p:nvSpPr>
            <p:cNvPr id="44109" name="CaixaDeTexto 17">
              <a:extLst>
                <a:ext uri="{FF2B5EF4-FFF2-40B4-BE49-F238E27FC236}">
                  <a16:creationId xmlns:a16="http://schemas.microsoft.com/office/drawing/2014/main" id="{76784206-2879-4634-87A4-ADCA7E5630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9438" y="4326114"/>
              <a:ext cx="672102" cy="399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>
                  <a:latin typeface="+mj-lt"/>
                </a:rPr>
                <a:t>idade</a:t>
              </a:r>
            </a:p>
          </p:txBody>
        </p:sp>
        <p:sp>
          <p:nvSpPr>
            <p:cNvPr id="44110" name="CaixaDeTexto 18">
              <a:extLst>
                <a:ext uri="{FF2B5EF4-FFF2-40B4-BE49-F238E27FC236}">
                  <a16:creationId xmlns:a16="http://schemas.microsoft.com/office/drawing/2014/main" id="{52229C0D-0F0F-4CA3-8815-6FDF07B0B4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2024" y="4341125"/>
              <a:ext cx="924667" cy="310258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000">
                <a:latin typeface="+mj-lt"/>
              </a:endParaRPr>
            </a:p>
          </p:txBody>
        </p:sp>
        <p:sp>
          <p:nvSpPr>
            <p:cNvPr id="44111" name="CaixaDeTexto 19">
              <a:extLst>
                <a:ext uri="{FF2B5EF4-FFF2-40B4-BE49-F238E27FC236}">
                  <a16:creationId xmlns:a16="http://schemas.microsoft.com/office/drawing/2014/main" id="{A487EF64-EE61-4782-B880-CFF158EBDE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2024" y="4006355"/>
              <a:ext cx="924667" cy="310258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>
                  <a:latin typeface="+mj-lt"/>
                </a:rPr>
                <a:t>Fulano2</a:t>
              </a:r>
            </a:p>
          </p:txBody>
        </p:sp>
        <p:sp>
          <p:nvSpPr>
            <p:cNvPr id="44112" name="CaixaDeTexto 70">
              <a:extLst>
                <a:ext uri="{FF2B5EF4-FFF2-40B4-BE49-F238E27FC236}">
                  <a16:creationId xmlns:a16="http://schemas.microsoft.com/office/drawing/2014/main" id="{FCE71940-46F0-4FE9-9C79-81F62ADC89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9438" y="4614071"/>
              <a:ext cx="690443" cy="399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>
                  <a:latin typeface="+mj-lt"/>
                </a:rPr>
                <a:t>renda</a:t>
              </a:r>
            </a:p>
          </p:txBody>
        </p:sp>
        <p:sp>
          <p:nvSpPr>
            <p:cNvPr id="44113" name="CaixaDeTexto 71">
              <a:extLst>
                <a:ext uri="{FF2B5EF4-FFF2-40B4-BE49-F238E27FC236}">
                  <a16:creationId xmlns:a16="http://schemas.microsoft.com/office/drawing/2014/main" id="{A48E7E8F-DCB9-4B0E-9562-EC4038F9A2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2024" y="4674117"/>
              <a:ext cx="924667" cy="310258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>
                  <a:latin typeface="+mj-lt"/>
                </a:rPr>
                <a:t>2.0</a:t>
              </a:r>
            </a:p>
          </p:txBody>
        </p:sp>
      </p:grpSp>
      <p:sp>
        <p:nvSpPr>
          <p:cNvPr id="44056" name="CaixaDeTexto 17">
            <a:extLst>
              <a:ext uri="{FF2B5EF4-FFF2-40B4-BE49-F238E27FC236}">
                <a16:creationId xmlns:a16="http://schemas.microsoft.com/office/drawing/2014/main" id="{D5667079-060A-4804-95D4-4EFD730A4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366" y="5551769"/>
            <a:ext cx="4154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dirty="0">
                <a:latin typeface="+mj-lt"/>
              </a:rPr>
              <a:t>p2</a:t>
            </a:r>
          </a:p>
        </p:txBody>
      </p:sp>
      <p:sp>
        <p:nvSpPr>
          <p:cNvPr id="44057" name="CaixaDeTexto 18">
            <a:extLst>
              <a:ext uri="{FF2B5EF4-FFF2-40B4-BE49-F238E27FC236}">
                <a16:creationId xmlns:a16="http://schemas.microsoft.com/office/drawing/2014/main" id="{C024ED05-69EA-4E14-B611-A7DB29309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819" y="5565086"/>
            <a:ext cx="342900" cy="40011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pt-BR" altLang="pt-BR" sz="2000">
              <a:latin typeface="+mj-lt"/>
            </a:endParaRPr>
          </a:p>
        </p:txBody>
      </p:sp>
      <p:cxnSp>
        <p:nvCxnSpPr>
          <p:cNvPr id="75" name="Conector de seta reta 74">
            <a:extLst>
              <a:ext uri="{FF2B5EF4-FFF2-40B4-BE49-F238E27FC236}">
                <a16:creationId xmlns:a16="http://schemas.microsoft.com/office/drawing/2014/main" id="{5CE09F9B-A472-4302-8C15-98411AD6E07B}"/>
              </a:ext>
            </a:extLst>
          </p:cNvPr>
          <p:cNvCxnSpPr>
            <a:cxnSpLocks/>
            <a:endCxn id="66" idx="1"/>
          </p:cNvCxnSpPr>
          <p:nvPr/>
        </p:nvCxnSpPr>
        <p:spPr>
          <a:xfrm flipV="1">
            <a:off x="804969" y="5651069"/>
            <a:ext cx="949292" cy="300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>
            <a:extLst>
              <a:ext uri="{FF2B5EF4-FFF2-40B4-BE49-F238E27FC236}">
                <a16:creationId xmlns:a16="http://schemas.microsoft.com/office/drawing/2014/main" id="{6E6D6EFD-3530-471A-A7D2-4BF1B047359A}"/>
              </a:ext>
            </a:extLst>
          </p:cNvPr>
          <p:cNvCxnSpPr>
            <a:cxnSpLocks/>
          </p:cNvCxnSpPr>
          <p:nvPr/>
        </p:nvCxnSpPr>
        <p:spPr>
          <a:xfrm flipH="1" flipV="1">
            <a:off x="1309336" y="4149316"/>
            <a:ext cx="1341520" cy="2790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de seta reta 76">
            <a:extLst>
              <a:ext uri="{FF2B5EF4-FFF2-40B4-BE49-F238E27FC236}">
                <a16:creationId xmlns:a16="http://schemas.microsoft.com/office/drawing/2014/main" id="{032137A7-D9EB-417F-A9E7-FCBFD86F7C59}"/>
              </a:ext>
            </a:extLst>
          </p:cNvPr>
          <p:cNvCxnSpPr>
            <a:cxnSpLocks/>
            <a:endCxn id="44050" idx="2"/>
          </p:cNvCxnSpPr>
          <p:nvPr/>
        </p:nvCxnSpPr>
        <p:spPr>
          <a:xfrm flipH="1" flipV="1">
            <a:off x="1033970" y="4310068"/>
            <a:ext cx="1494578" cy="13244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81" name="CaixaDeTexto 133">
            <a:extLst>
              <a:ext uri="{FF2B5EF4-FFF2-40B4-BE49-F238E27FC236}">
                <a16:creationId xmlns:a16="http://schemas.microsoft.com/office/drawing/2014/main" id="{75602881-F4BE-4543-BAE2-D238F6580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366" y="3336786"/>
            <a:ext cx="45326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dirty="0">
                <a:latin typeface="+mj-lt"/>
              </a:rPr>
              <a:t>(A)</a:t>
            </a:r>
          </a:p>
        </p:txBody>
      </p:sp>
      <p:sp>
        <p:nvSpPr>
          <p:cNvPr id="196" name="CaixaDeTexto 17">
            <a:extLst>
              <a:ext uri="{FF2B5EF4-FFF2-40B4-BE49-F238E27FC236}">
                <a16:creationId xmlns:a16="http://schemas.microsoft.com/office/drawing/2014/main" id="{F2E609F3-33D8-4978-934F-2CC64CA8A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1309" y="3899319"/>
            <a:ext cx="67197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dirty="0">
                <a:latin typeface="+mj-lt"/>
              </a:rPr>
              <a:t>idade</a:t>
            </a:r>
          </a:p>
        </p:txBody>
      </p:sp>
      <p:sp>
        <p:nvSpPr>
          <p:cNvPr id="197" name="CaixaDeTexto 18">
            <a:extLst>
              <a:ext uri="{FF2B5EF4-FFF2-40B4-BE49-F238E27FC236}">
                <a16:creationId xmlns:a16="http://schemas.microsoft.com/office/drawing/2014/main" id="{AAAE54C3-631A-44AD-B0DC-4402BEAD3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454" y="3902817"/>
            <a:ext cx="488950" cy="40011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>
                <a:latin typeface="+mj-lt"/>
              </a:rPr>
              <a:t>35</a:t>
            </a:r>
          </a:p>
        </p:txBody>
      </p:sp>
      <p:sp>
        <p:nvSpPr>
          <p:cNvPr id="206" name="CaixaDeTexto 17">
            <a:extLst>
              <a:ext uri="{FF2B5EF4-FFF2-40B4-BE49-F238E27FC236}">
                <a16:creationId xmlns:a16="http://schemas.microsoft.com/office/drawing/2014/main" id="{70C86ED8-6E23-4754-A44E-2B5F5FBE5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5325" y="4533110"/>
            <a:ext cx="4154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dirty="0">
                <a:latin typeface="+mj-lt"/>
              </a:rPr>
              <a:t>p1</a:t>
            </a:r>
          </a:p>
        </p:txBody>
      </p:sp>
      <p:sp>
        <p:nvSpPr>
          <p:cNvPr id="207" name="CaixaDeTexto 18">
            <a:extLst>
              <a:ext uri="{FF2B5EF4-FFF2-40B4-BE49-F238E27FC236}">
                <a16:creationId xmlns:a16="http://schemas.microsoft.com/office/drawing/2014/main" id="{356DC1F9-3349-43E4-B243-AD0AEAD01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9478" y="4540359"/>
            <a:ext cx="342900" cy="40011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pt-BR" altLang="pt-BR" sz="2000">
              <a:latin typeface="+mj-lt"/>
            </a:endParaRPr>
          </a:p>
        </p:txBody>
      </p:sp>
      <p:cxnSp>
        <p:nvCxnSpPr>
          <p:cNvPr id="208" name="Conector de seta reta 63">
            <a:extLst>
              <a:ext uri="{FF2B5EF4-FFF2-40B4-BE49-F238E27FC236}">
                <a16:creationId xmlns:a16="http://schemas.microsoft.com/office/drawing/2014/main" id="{588A9250-7E0A-470A-A596-59AAF6DB4780}"/>
              </a:ext>
            </a:extLst>
          </p:cNvPr>
          <p:cNvCxnSpPr>
            <a:cxnSpLocks/>
            <a:endCxn id="212" idx="1"/>
          </p:cNvCxnSpPr>
          <p:nvPr/>
        </p:nvCxnSpPr>
        <p:spPr>
          <a:xfrm>
            <a:off x="4765374" y="4679676"/>
            <a:ext cx="962625" cy="3480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9" name="Grupo 64">
            <a:extLst>
              <a:ext uri="{FF2B5EF4-FFF2-40B4-BE49-F238E27FC236}">
                <a16:creationId xmlns:a16="http://schemas.microsoft.com/office/drawing/2014/main" id="{41DC5787-7B91-4011-AB48-28A5B13C1FE9}"/>
              </a:ext>
            </a:extLst>
          </p:cNvPr>
          <p:cNvGrpSpPr>
            <a:grpSpLocks/>
          </p:cNvGrpSpPr>
          <p:nvPr/>
        </p:nvGrpSpPr>
        <p:grpSpPr bwMode="auto">
          <a:xfrm>
            <a:off x="5702289" y="4318334"/>
            <a:ext cx="2287434" cy="1332735"/>
            <a:chOff x="6221896" y="3963752"/>
            <a:chExt cx="1560735" cy="1056161"/>
          </a:xfrm>
        </p:grpSpPr>
        <p:sp>
          <p:nvSpPr>
            <p:cNvPr id="210" name="Retângulo de cantos arredondados 65">
              <a:extLst>
                <a:ext uri="{FF2B5EF4-FFF2-40B4-BE49-F238E27FC236}">
                  <a16:creationId xmlns:a16="http://schemas.microsoft.com/office/drawing/2014/main" id="{0D354F95-529C-469B-8BAC-D212EAB30AF5}"/>
                </a:ext>
              </a:extLst>
            </p:cNvPr>
            <p:cNvSpPr/>
            <p:nvPr/>
          </p:nvSpPr>
          <p:spPr>
            <a:xfrm>
              <a:off x="6228184" y="3963752"/>
              <a:ext cx="1554447" cy="1056161"/>
            </a:xfrm>
            <a:prstGeom prst="roundRect">
              <a:avLst/>
            </a:prstGeom>
            <a:solidFill>
              <a:srgbClr val="FFFCF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000" dirty="0">
                <a:latin typeface="+mj-lt"/>
              </a:endParaRPr>
            </a:p>
          </p:txBody>
        </p:sp>
        <p:sp>
          <p:nvSpPr>
            <p:cNvPr id="211" name="CaixaDeTexto 16">
              <a:extLst>
                <a:ext uri="{FF2B5EF4-FFF2-40B4-BE49-F238E27FC236}">
                  <a16:creationId xmlns:a16="http://schemas.microsoft.com/office/drawing/2014/main" id="{C04CC3B4-E434-4624-B150-7BB59EE61D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1896" y="4007034"/>
              <a:ext cx="694548" cy="399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+mj-lt"/>
                </a:rPr>
                <a:t>nome</a:t>
              </a:r>
            </a:p>
          </p:txBody>
        </p:sp>
        <p:sp>
          <p:nvSpPr>
            <p:cNvPr id="212" name="CaixaDeTexto 17">
              <a:extLst>
                <a:ext uri="{FF2B5EF4-FFF2-40B4-BE49-F238E27FC236}">
                  <a16:creationId xmlns:a16="http://schemas.microsoft.com/office/drawing/2014/main" id="{4AC86EFB-4FBD-4EC3-B37C-3ED1DA2675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9438" y="4326114"/>
              <a:ext cx="672102" cy="399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>
                  <a:latin typeface="+mj-lt"/>
                </a:rPr>
                <a:t>idade</a:t>
              </a:r>
            </a:p>
          </p:txBody>
        </p:sp>
        <p:sp>
          <p:nvSpPr>
            <p:cNvPr id="213" name="CaixaDeTexto 18">
              <a:extLst>
                <a:ext uri="{FF2B5EF4-FFF2-40B4-BE49-F238E27FC236}">
                  <a16:creationId xmlns:a16="http://schemas.microsoft.com/office/drawing/2014/main" id="{F7966054-9D32-41ED-8586-FED6B36BD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2024" y="4368732"/>
              <a:ext cx="924667" cy="285291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+mj-lt"/>
                </a:rPr>
                <a:t>35</a:t>
              </a:r>
            </a:p>
          </p:txBody>
        </p:sp>
        <p:sp>
          <p:nvSpPr>
            <p:cNvPr id="214" name="CaixaDeTexto 19">
              <a:extLst>
                <a:ext uri="{FF2B5EF4-FFF2-40B4-BE49-F238E27FC236}">
                  <a16:creationId xmlns:a16="http://schemas.microsoft.com/office/drawing/2014/main" id="{ED3FC805-15CF-41D0-8548-F048AB94FF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2024" y="4006355"/>
              <a:ext cx="924667" cy="310258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>
                  <a:latin typeface="+mj-lt"/>
                </a:rPr>
                <a:t>Fulano2</a:t>
              </a:r>
            </a:p>
          </p:txBody>
        </p:sp>
        <p:sp>
          <p:nvSpPr>
            <p:cNvPr id="215" name="CaixaDeTexto 70">
              <a:extLst>
                <a:ext uri="{FF2B5EF4-FFF2-40B4-BE49-F238E27FC236}">
                  <a16:creationId xmlns:a16="http://schemas.microsoft.com/office/drawing/2014/main" id="{A9ED5593-8D8A-4B80-BE30-525EE06E8C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9438" y="4614071"/>
              <a:ext cx="690443" cy="399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>
                  <a:latin typeface="+mj-lt"/>
                </a:rPr>
                <a:t>renda</a:t>
              </a:r>
            </a:p>
          </p:txBody>
        </p:sp>
        <p:sp>
          <p:nvSpPr>
            <p:cNvPr id="216" name="CaixaDeTexto 71">
              <a:extLst>
                <a:ext uri="{FF2B5EF4-FFF2-40B4-BE49-F238E27FC236}">
                  <a16:creationId xmlns:a16="http://schemas.microsoft.com/office/drawing/2014/main" id="{1E6809FE-81A4-43C2-92FB-9689E5A81E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2024" y="4701723"/>
              <a:ext cx="924667" cy="285291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+mj-lt"/>
                </a:rPr>
                <a:t>1.0</a:t>
              </a:r>
            </a:p>
          </p:txBody>
        </p:sp>
      </p:grpSp>
      <p:sp>
        <p:nvSpPr>
          <p:cNvPr id="217" name="CaixaDeTexto 17">
            <a:extLst>
              <a:ext uri="{FF2B5EF4-FFF2-40B4-BE49-F238E27FC236}">
                <a16:creationId xmlns:a16="http://schemas.microsoft.com/office/drawing/2014/main" id="{B7C5A156-C1AC-410A-B946-DEC8FBA63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5325" y="5544628"/>
            <a:ext cx="4154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dirty="0">
                <a:latin typeface="+mj-lt"/>
              </a:rPr>
              <a:t>p2</a:t>
            </a:r>
          </a:p>
        </p:txBody>
      </p:sp>
      <p:sp>
        <p:nvSpPr>
          <p:cNvPr id="218" name="CaixaDeTexto 18">
            <a:extLst>
              <a:ext uri="{FF2B5EF4-FFF2-40B4-BE49-F238E27FC236}">
                <a16:creationId xmlns:a16="http://schemas.microsoft.com/office/drawing/2014/main" id="{8AD20316-0CA6-4F5D-ACAD-0D294F758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778" y="5557945"/>
            <a:ext cx="342900" cy="40011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pt-BR" altLang="pt-BR" sz="2000">
              <a:latin typeface="+mj-lt"/>
            </a:endParaRPr>
          </a:p>
        </p:txBody>
      </p:sp>
      <p:cxnSp>
        <p:nvCxnSpPr>
          <p:cNvPr id="219" name="Conector de seta reta 74">
            <a:extLst>
              <a:ext uri="{FF2B5EF4-FFF2-40B4-BE49-F238E27FC236}">
                <a16:creationId xmlns:a16="http://schemas.microsoft.com/office/drawing/2014/main" id="{F69F9B09-A924-47ED-BB4E-01772C3381D4}"/>
              </a:ext>
            </a:extLst>
          </p:cNvPr>
          <p:cNvCxnSpPr>
            <a:cxnSpLocks/>
          </p:cNvCxnSpPr>
          <p:nvPr/>
        </p:nvCxnSpPr>
        <p:spPr>
          <a:xfrm flipV="1">
            <a:off x="4856465" y="5038323"/>
            <a:ext cx="834539" cy="7761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CaixaDeTexto 133">
            <a:extLst>
              <a:ext uri="{FF2B5EF4-FFF2-40B4-BE49-F238E27FC236}">
                <a16:creationId xmlns:a16="http://schemas.microsoft.com/office/drawing/2014/main" id="{4F0E7839-D4A3-4D8B-AA78-CF9AE3E23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5325" y="3329645"/>
            <a:ext cx="45326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dirty="0">
                <a:latin typeface="+mj-lt"/>
              </a:rPr>
              <a:t>(B)</a:t>
            </a:r>
          </a:p>
        </p:txBody>
      </p:sp>
      <p:sp>
        <p:nvSpPr>
          <p:cNvPr id="250" name="CaixaDeTexto 17">
            <a:extLst>
              <a:ext uri="{FF2B5EF4-FFF2-40B4-BE49-F238E27FC236}">
                <a16:creationId xmlns:a16="http://schemas.microsoft.com/office/drawing/2014/main" id="{74E52391-6F8C-4040-B994-05945D954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1284" y="3865224"/>
            <a:ext cx="67197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dirty="0">
                <a:latin typeface="+mj-lt"/>
              </a:rPr>
              <a:t>idade</a:t>
            </a:r>
          </a:p>
        </p:txBody>
      </p:sp>
      <p:sp>
        <p:nvSpPr>
          <p:cNvPr id="251" name="CaixaDeTexto 18">
            <a:extLst>
              <a:ext uri="{FF2B5EF4-FFF2-40B4-BE49-F238E27FC236}">
                <a16:creationId xmlns:a16="http://schemas.microsoft.com/office/drawing/2014/main" id="{1D07F9F4-0088-4B7D-B2A6-30BDC0F1D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429" y="3868722"/>
            <a:ext cx="488950" cy="40011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>
                <a:latin typeface="+mj-lt"/>
              </a:rPr>
              <a:t>35</a:t>
            </a:r>
          </a:p>
        </p:txBody>
      </p:sp>
      <p:grpSp>
        <p:nvGrpSpPr>
          <p:cNvPr id="252" name="Grupo 53">
            <a:extLst>
              <a:ext uri="{FF2B5EF4-FFF2-40B4-BE49-F238E27FC236}">
                <a16:creationId xmlns:a16="http://schemas.microsoft.com/office/drawing/2014/main" id="{37EA9F7F-B594-45EB-B851-79C969B295BF}"/>
              </a:ext>
            </a:extLst>
          </p:cNvPr>
          <p:cNvGrpSpPr>
            <a:grpSpLocks/>
          </p:cNvGrpSpPr>
          <p:nvPr/>
        </p:nvGrpSpPr>
        <p:grpSpPr bwMode="auto">
          <a:xfrm>
            <a:off x="9717112" y="3579863"/>
            <a:ext cx="2311300" cy="1296324"/>
            <a:chOff x="6228184" y="3963752"/>
            <a:chExt cx="1554447" cy="1056161"/>
          </a:xfrm>
          <a:solidFill>
            <a:srgbClr val="FFFCF3"/>
          </a:solidFill>
        </p:grpSpPr>
        <p:sp>
          <p:nvSpPr>
            <p:cNvPr id="253" name="Retângulo de cantos arredondados 54">
              <a:extLst>
                <a:ext uri="{FF2B5EF4-FFF2-40B4-BE49-F238E27FC236}">
                  <a16:creationId xmlns:a16="http://schemas.microsoft.com/office/drawing/2014/main" id="{ED0CC629-6261-4D61-8C2D-D81EB912D8A0}"/>
                </a:ext>
              </a:extLst>
            </p:cNvPr>
            <p:cNvSpPr/>
            <p:nvPr/>
          </p:nvSpPr>
          <p:spPr>
            <a:xfrm>
              <a:off x="6228184" y="3963752"/>
              <a:ext cx="1554447" cy="1056161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000" dirty="0">
                <a:latin typeface="+mj-lt"/>
              </a:endParaRPr>
            </a:p>
          </p:txBody>
        </p:sp>
        <p:sp>
          <p:nvSpPr>
            <p:cNvPr id="254" name="CaixaDeTexto 16">
              <a:extLst>
                <a:ext uri="{FF2B5EF4-FFF2-40B4-BE49-F238E27FC236}">
                  <a16:creationId xmlns:a16="http://schemas.microsoft.com/office/drawing/2014/main" id="{8652CC90-DB80-4730-AAA7-3AB9C59B24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3189" y="4028746"/>
              <a:ext cx="694548" cy="4002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+mj-lt"/>
                </a:rPr>
                <a:t>nome</a:t>
              </a:r>
            </a:p>
          </p:txBody>
        </p:sp>
        <p:sp>
          <p:nvSpPr>
            <p:cNvPr id="255" name="CaixaDeTexto 17">
              <a:extLst>
                <a:ext uri="{FF2B5EF4-FFF2-40B4-BE49-F238E27FC236}">
                  <a16:creationId xmlns:a16="http://schemas.microsoft.com/office/drawing/2014/main" id="{F976EA84-AE30-4FAE-8B9C-6ADD908A16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9438" y="4326114"/>
              <a:ext cx="457117" cy="32598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+mj-lt"/>
                </a:rPr>
                <a:t>idade</a:t>
              </a:r>
            </a:p>
          </p:txBody>
        </p:sp>
        <p:sp>
          <p:nvSpPr>
            <p:cNvPr id="256" name="CaixaDeTexto 18">
              <a:extLst>
                <a:ext uri="{FF2B5EF4-FFF2-40B4-BE49-F238E27FC236}">
                  <a16:creationId xmlns:a16="http://schemas.microsoft.com/office/drawing/2014/main" id="{EE162A8E-C995-465A-B95D-089B000349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3023" y="4354496"/>
              <a:ext cx="924667" cy="293305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+mj-lt"/>
                </a:rPr>
                <a:t>35</a:t>
              </a:r>
            </a:p>
          </p:txBody>
        </p:sp>
        <p:sp>
          <p:nvSpPr>
            <p:cNvPr id="257" name="CaixaDeTexto 19">
              <a:extLst>
                <a:ext uri="{FF2B5EF4-FFF2-40B4-BE49-F238E27FC236}">
                  <a16:creationId xmlns:a16="http://schemas.microsoft.com/office/drawing/2014/main" id="{ADCA2ADB-A5A3-410D-B46D-EDF48AAE67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3023" y="4023418"/>
              <a:ext cx="924667" cy="293305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>
                  <a:latin typeface="+mj-lt"/>
                </a:rPr>
                <a:t>Fulano1</a:t>
              </a:r>
            </a:p>
          </p:txBody>
        </p:sp>
        <p:sp>
          <p:nvSpPr>
            <p:cNvPr id="258" name="CaixaDeTexto 59">
              <a:extLst>
                <a:ext uri="{FF2B5EF4-FFF2-40B4-BE49-F238E27FC236}">
                  <a16:creationId xmlns:a16="http://schemas.microsoft.com/office/drawing/2014/main" id="{0B379CC1-0852-4817-B14E-36BCFE753E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1063" y="4657669"/>
              <a:ext cx="506289" cy="26397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+mj-lt"/>
                </a:rPr>
                <a:t>renda</a:t>
              </a:r>
            </a:p>
          </p:txBody>
        </p:sp>
        <p:sp>
          <p:nvSpPr>
            <p:cNvPr id="259" name="CaixaDeTexto 60">
              <a:extLst>
                <a:ext uri="{FF2B5EF4-FFF2-40B4-BE49-F238E27FC236}">
                  <a16:creationId xmlns:a16="http://schemas.microsoft.com/office/drawing/2014/main" id="{CDD781A5-FE8B-48C2-85AD-F3D72CC381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3023" y="4670835"/>
              <a:ext cx="924667" cy="293305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>
                  <a:latin typeface="+mj-lt"/>
                </a:rPr>
                <a:t>1.0</a:t>
              </a:r>
            </a:p>
          </p:txBody>
        </p:sp>
      </p:grpSp>
      <p:sp>
        <p:nvSpPr>
          <p:cNvPr id="260" name="CaixaDeTexto 17">
            <a:extLst>
              <a:ext uri="{FF2B5EF4-FFF2-40B4-BE49-F238E27FC236}">
                <a16:creationId xmlns:a16="http://schemas.microsoft.com/office/drawing/2014/main" id="{C917487B-1B51-42F7-9FF3-C85404291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5300" y="4499015"/>
            <a:ext cx="4154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dirty="0">
                <a:latin typeface="+mj-lt"/>
              </a:rPr>
              <a:t>p1</a:t>
            </a:r>
          </a:p>
        </p:txBody>
      </p:sp>
      <p:sp>
        <p:nvSpPr>
          <p:cNvPr id="261" name="CaixaDeTexto 18">
            <a:extLst>
              <a:ext uri="{FF2B5EF4-FFF2-40B4-BE49-F238E27FC236}">
                <a16:creationId xmlns:a16="http://schemas.microsoft.com/office/drawing/2014/main" id="{CA07480E-ACC0-427A-8E85-A31829B26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9453" y="4506264"/>
            <a:ext cx="342900" cy="40011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pt-BR" altLang="pt-BR" sz="2000">
              <a:latin typeface="+mj-lt"/>
            </a:endParaRPr>
          </a:p>
        </p:txBody>
      </p:sp>
      <p:cxnSp>
        <p:nvCxnSpPr>
          <p:cNvPr id="262" name="Conector de seta reta 63">
            <a:extLst>
              <a:ext uri="{FF2B5EF4-FFF2-40B4-BE49-F238E27FC236}">
                <a16:creationId xmlns:a16="http://schemas.microsoft.com/office/drawing/2014/main" id="{43FD11FE-A122-4E2F-B68A-0108F66F255C}"/>
              </a:ext>
            </a:extLst>
          </p:cNvPr>
          <p:cNvCxnSpPr>
            <a:cxnSpLocks/>
            <a:endCxn id="253" idx="1"/>
          </p:cNvCxnSpPr>
          <p:nvPr/>
        </p:nvCxnSpPr>
        <p:spPr>
          <a:xfrm flipV="1">
            <a:off x="8815349" y="4228025"/>
            <a:ext cx="901763" cy="4175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3" name="Grupo 64">
            <a:extLst>
              <a:ext uri="{FF2B5EF4-FFF2-40B4-BE49-F238E27FC236}">
                <a16:creationId xmlns:a16="http://schemas.microsoft.com/office/drawing/2014/main" id="{E7E0B006-A4F4-4E26-8DB9-14FD127C62E3}"/>
              </a:ext>
            </a:extLst>
          </p:cNvPr>
          <p:cNvGrpSpPr>
            <a:grpSpLocks/>
          </p:cNvGrpSpPr>
          <p:nvPr/>
        </p:nvGrpSpPr>
        <p:grpSpPr bwMode="auto">
          <a:xfrm>
            <a:off x="9740979" y="4997087"/>
            <a:ext cx="2287434" cy="1225491"/>
            <a:chOff x="6221896" y="3963752"/>
            <a:chExt cx="1560735" cy="1056161"/>
          </a:xfrm>
        </p:grpSpPr>
        <p:sp>
          <p:nvSpPr>
            <p:cNvPr id="264" name="Retângulo de cantos arredondados 65">
              <a:extLst>
                <a:ext uri="{FF2B5EF4-FFF2-40B4-BE49-F238E27FC236}">
                  <a16:creationId xmlns:a16="http://schemas.microsoft.com/office/drawing/2014/main" id="{4EC87ECC-1417-48A0-AEA2-0212E47728DA}"/>
                </a:ext>
              </a:extLst>
            </p:cNvPr>
            <p:cNvSpPr/>
            <p:nvPr/>
          </p:nvSpPr>
          <p:spPr>
            <a:xfrm>
              <a:off x="6228184" y="3963752"/>
              <a:ext cx="1554447" cy="1056161"/>
            </a:xfrm>
            <a:prstGeom prst="roundRect">
              <a:avLst/>
            </a:prstGeom>
            <a:solidFill>
              <a:srgbClr val="FFFCF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sz="2000" dirty="0">
                <a:latin typeface="+mj-lt"/>
              </a:endParaRPr>
            </a:p>
          </p:txBody>
        </p:sp>
        <p:sp>
          <p:nvSpPr>
            <p:cNvPr id="265" name="CaixaDeTexto 16">
              <a:extLst>
                <a:ext uri="{FF2B5EF4-FFF2-40B4-BE49-F238E27FC236}">
                  <a16:creationId xmlns:a16="http://schemas.microsoft.com/office/drawing/2014/main" id="{AE194F7D-88B2-4671-B410-BF27D4D5C5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1896" y="4007034"/>
              <a:ext cx="694548" cy="399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+mj-lt"/>
                </a:rPr>
                <a:t>nome</a:t>
              </a:r>
            </a:p>
          </p:txBody>
        </p:sp>
        <p:sp>
          <p:nvSpPr>
            <p:cNvPr id="266" name="CaixaDeTexto 17">
              <a:extLst>
                <a:ext uri="{FF2B5EF4-FFF2-40B4-BE49-F238E27FC236}">
                  <a16:creationId xmlns:a16="http://schemas.microsoft.com/office/drawing/2014/main" id="{E76EF13C-F165-469F-ADB4-4CD3D1E08D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9438" y="4326114"/>
              <a:ext cx="672102" cy="399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>
                  <a:latin typeface="+mj-lt"/>
                </a:rPr>
                <a:t>idade</a:t>
              </a:r>
            </a:p>
          </p:txBody>
        </p:sp>
        <p:sp>
          <p:nvSpPr>
            <p:cNvPr id="267" name="CaixaDeTexto 18">
              <a:extLst>
                <a:ext uri="{FF2B5EF4-FFF2-40B4-BE49-F238E27FC236}">
                  <a16:creationId xmlns:a16="http://schemas.microsoft.com/office/drawing/2014/main" id="{02599488-37B9-4D10-8BEB-999726F107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2024" y="4341125"/>
              <a:ext cx="924667" cy="310258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+mj-lt"/>
                </a:rPr>
                <a:t>35</a:t>
              </a:r>
            </a:p>
          </p:txBody>
        </p:sp>
        <p:sp>
          <p:nvSpPr>
            <p:cNvPr id="268" name="CaixaDeTexto 19">
              <a:extLst>
                <a:ext uri="{FF2B5EF4-FFF2-40B4-BE49-F238E27FC236}">
                  <a16:creationId xmlns:a16="http://schemas.microsoft.com/office/drawing/2014/main" id="{1322593B-2BFB-483D-B57A-76954C0B6C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2024" y="4006355"/>
              <a:ext cx="924667" cy="310258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>
                  <a:latin typeface="+mj-lt"/>
                </a:rPr>
                <a:t>Fulano2</a:t>
              </a:r>
            </a:p>
          </p:txBody>
        </p:sp>
        <p:sp>
          <p:nvSpPr>
            <p:cNvPr id="269" name="CaixaDeTexto 70">
              <a:extLst>
                <a:ext uri="{FF2B5EF4-FFF2-40B4-BE49-F238E27FC236}">
                  <a16:creationId xmlns:a16="http://schemas.microsoft.com/office/drawing/2014/main" id="{AE6A7999-990D-4186-B866-F32FF78C59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9438" y="4614071"/>
              <a:ext cx="690443" cy="399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>
                  <a:latin typeface="+mj-lt"/>
                </a:rPr>
                <a:t>renda</a:t>
              </a:r>
            </a:p>
          </p:txBody>
        </p:sp>
        <p:sp>
          <p:nvSpPr>
            <p:cNvPr id="270" name="CaixaDeTexto 71">
              <a:extLst>
                <a:ext uri="{FF2B5EF4-FFF2-40B4-BE49-F238E27FC236}">
                  <a16:creationId xmlns:a16="http://schemas.microsoft.com/office/drawing/2014/main" id="{D80BAE0B-F76F-47AC-B54E-E02BC96868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2024" y="4674117"/>
              <a:ext cx="924667" cy="310258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>
                  <a:latin typeface="+mj-lt"/>
                </a:rPr>
                <a:t>2.0</a:t>
              </a:r>
            </a:p>
          </p:txBody>
        </p:sp>
      </p:grpSp>
      <p:sp>
        <p:nvSpPr>
          <p:cNvPr id="271" name="CaixaDeTexto 17">
            <a:extLst>
              <a:ext uri="{FF2B5EF4-FFF2-40B4-BE49-F238E27FC236}">
                <a16:creationId xmlns:a16="http://schemas.microsoft.com/office/drawing/2014/main" id="{F75AB7AF-24A3-478C-B4BD-7DA72C437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5300" y="5510533"/>
            <a:ext cx="4154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dirty="0">
                <a:latin typeface="+mj-lt"/>
              </a:rPr>
              <a:t>p2</a:t>
            </a:r>
          </a:p>
        </p:txBody>
      </p:sp>
      <p:sp>
        <p:nvSpPr>
          <p:cNvPr id="272" name="CaixaDeTexto 18">
            <a:extLst>
              <a:ext uri="{FF2B5EF4-FFF2-40B4-BE49-F238E27FC236}">
                <a16:creationId xmlns:a16="http://schemas.microsoft.com/office/drawing/2014/main" id="{7CE09D83-4CFC-4B3B-A46D-7F920BE62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3753" y="5523850"/>
            <a:ext cx="342900" cy="40011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pt-BR" altLang="pt-BR" sz="2000">
              <a:latin typeface="+mj-lt"/>
            </a:endParaRPr>
          </a:p>
        </p:txBody>
      </p:sp>
      <p:sp>
        <p:nvSpPr>
          <p:cNvPr id="276" name="CaixaDeTexto 133">
            <a:extLst>
              <a:ext uri="{FF2B5EF4-FFF2-40B4-BE49-F238E27FC236}">
                <a16:creationId xmlns:a16="http://schemas.microsoft.com/office/drawing/2014/main" id="{2645CFC5-6DAA-4BBC-8049-D2C6AEBE7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5300" y="3295550"/>
            <a:ext cx="4716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dirty="0">
                <a:latin typeface="+mj-lt"/>
              </a:rPr>
              <a:t>(C)</a:t>
            </a:r>
          </a:p>
        </p:txBody>
      </p:sp>
      <p:cxnSp>
        <p:nvCxnSpPr>
          <p:cNvPr id="277" name="Conector de seta reta 63">
            <a:extLst>
              <a:ext uri="{FF2B5EF4-FFF2-40B4-BE49-F238E27FC236}">
                <a16:creationId xmlns:a16="http://schemas.microsoft.com/office/drawing/2014/main" id="{F8949CFC-8B48-4A5B-9FFF-FFE67A183570}"/>
              </a:ext>
            </a:extLst>
          </p:cNvPr>
          <p:cNvCxnSpPr>
            <a:cxnSpLocks/>
          </p:cNvCxnSpPr>
          <p:nvPr/>
        </p:nvCxnSpPr>
        <p:spPr>
          <a:xfrm flipV="1">
            <a:off x="8929037" y="5690665"/>
            <a:ext cx="784924" cy="1208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Conector reto 277">
            <a:extLst>
              <a:ext uri="{FF2B5EF4-FFF2-40B4-BE49-F238E27FC236}">
                <a16:creationId xmlns:a16="http://schemas.microsoft.com/office/drawing/2014/main" id="{42824816-BB23-4BB7-AF63-4154A97271C9}"/>
              </a:ext>
            </a:extLst>
          </p:cNvPr>
          <p:cNvCxnSpPr/>
          <p:nvPr/>
        </p:nvCxnSpPr>
        <p:spPr>
          <a:xfrm>
            <a:off x="4131309" y="3268877"/>
            <a:ext cx="0" cy="2973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Conector reto 278">
            <a:extLst>
              <a:ext uri="{FF2B5EF4-FFF2-40B4-BE49-F238E27FC236}">
                <a16:creationId xmlns:a16="http://schemas.microsoft.com/office/drawing/2014/main" id="{4805A344-459D-49E3-AD2A-B8AC36D4AC28}"/>
              </a:ext>
            </a:extLst>
          </p:cNvPr>
          <p:cNvCxnSpPr/>
          <p:nvPr/>
        </p:nvCxnSpPr>
        <p:spPr>
          <a:xfrm>
            <a:off x="8112745" y="3302425"/>
            <a:ext cx="0" cy="2973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>
            <a:extLst>
              <a:ext uri="{FF2B5EF4-FFF2-40B4-BE49-F238E27FC236}">
                <a16:creationId xmlns:a16="http://schemas.microsoft.com/office/drawing/2014/main" id="{91E00F55-F766-4546-8299-F179F70CF7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Desafio 3</a:t>
            </a:r>
          </a:p>
        </p:txBody>
      </p:sp>
      <p:sp>
        <p:nvSpPr>
          <p:cNvPr id="45059" name="Espaço Reservado para Conteúdo 2">
            <a:extLst>
              <a:ext uri="{FF2B5EF4-FFF2-40B4-BE49-F238E27FC236}">
                <a16:creationId xmlns:a16="http://schemas.microsoft.com/office/drawing/2014/main" id="{49673CE8-42E6-4B08-976D-52D72F6AB9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3882" y="4183355"/>
            <a:ext cx="6311582" cy="101950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altLang="pt-BR" dirty="0"/>
              <a:t>O que será impresso no final da execução do código acima?</a:t>
            </a:r>
          </a:p>
        </p:txBody>
      </p:sp>
      <p:sp>
        <p:nvSpPr>
          <p:cNvPr id="7" name="Seta para a direita 6">
            <a:extLst>
              <a:ext uri="{FF2B5EF4-FFF2-40B4-BE49-F238E27FC236}">
                <a16:creationId xmlns:a16="http://schemas.microsoft.com/office/drawing/2014/main" id="{AAC65A2F-A390-4F0E-8CE0-B692F065497C}"/>
              </a:ext>
            </a:extLst>
          </p:cNvPr>
          <p:cNvSpPr/>
          <p:nvPr/>
        </p:nvSpPr>
        <p:spPr>
          <a:xfrm>
            <a:off x="7114647" y="4547056"/>
            <a:ext cx="344488" cy="292100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>
              <a:latin typeface="+mj-lt"/>
            </a:endParaRPr>
          </a:p>
        </p:txBody>
      </p:sp>
      <p:sp>
        <p:nvSpPr>
          <p:cNvPr id="45061" name="CaixaDeTexto 2">
            <a:extLst>
              <a:ext uri="{FF2B5EF4-FFF2-40B4-BE49-F238E27FC236}">
                <a16:creationId xmlns:a16="http://schemas.microsoft.com/office/drawing/2014/main" id="{F82DF99A-E57E-4653-B5A9-D0056F3AC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5235" y="4031118"/>
            <a:ext cx="34200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</a:rPr>
              <a:t>Nome: Fulano2, idade: 10</a:t>
            </a:r>
          </a:p>
        </p:txBody>
      </p:sp>
      <p:sp>
        <p:nvSpPr>
          <p:cNvPr id="45062" name="CaixaDeTexto 9">
            <a:extLst>
              <a:ext uri="{FF2B5EF4-FFF2-40B4-BE49-F238E27FC236}">
                <a16:creationId xmlns:a16="http://schemas.microsoft.com/office/drawing/2014/main" id="{AC4FE236-8D72-4646-8A1D-D6D1E0568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5235" y="4467682"/>
            <a:ext cx="34200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>
                <a:latin typeface="+mj-lt"/>
              </a:rPr>
              <a:t>Nome: Fulano2, idade: 20</a:t>
            </a:r>
          </a:p>
        </p:txBody>
      </p:sp>
      <p:sp>
        <p:nvSpPr>
          <p:cNvPr id="45063" name="CaixaDeTexto 10">
            <a:extLst>
              <a:ext uri="{FF2B5EF4-FFF2-40B4-BE49-F238E27FC236}">
                <a16:creationId xmlns:a16="http://schemas.microsoft.com/office/drawing/2014/main" id="{D69245A9-D685-40F0-8B15-405C6E8A8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5235" y="4894718"/>
            <a:ext cx="34200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>
                <a:latin typeface="+mj-lt"/>
              </a:rPr>
              <a:t>Nome: Fulano1, idade: 20</a:t>
            </a:r>
          </a:p>
        </p:txBody>
      </p:sp>
      <p:sp>
        <p:nvSpPr>
          <p:cNvPr id="45064" name="CaixaDeTexto 11">
            <a:extLst>
              <a:ext uri="{FF2B5EF4-FFF2-40B4-BE49-F238E27FC236}">
                <a16:creationId xmlns:a16="http://schemas.microsoft.com/office/drawing/2014/main" id="{673C580C-7E7D-4B26-9FC7-304FD258C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5235" y="5274132"/>
            <a:ext cx="34200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>
                <a:latin typeface="+mj-lt"/>
              </a:rPr>
              <a:t>Nome: Fulano1, idade: 50</a:t>
            </a:r>
          </a:p>
        </p:txBody>
      </p:sp>
      <p:sp>
        <p:nvSpPr>
          <p:cNvPr id="45065" name="CaixaDeTexto 3">
            <a:extLst>
              <a:ext uri="{FF2B5EF4-FFF2-40B4-BE49-F238E27FC236}">
                <a16:creationId xmlns:a16="http://schemas.microsoft.com/office/drawing/2014/main" id="{9DB212B9-D0DC-4112-9A1D-085B3806D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3260" y="4012068"/>
            <a:ext cx="560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>
                <a:solidFill>
                  <a:srgbClr val="0000FF"/>
                </a:solidFill>
                <a:latin typeface="+mj-lt"/>
              </a:rPr>
              <a:t>(A)</a:t>
            </a:r>
          </a:p>
        </p:txBody>
      </p:sp>
      <p:sp>
        <p:nvSpPr>
          <p:cNvPr id="45066" name="CaixaDeTexto 13">
            <a:extLst>
              <a:ext uri="{FF2B5EF4-FFF2-40B4-BE49-F238E27FC236}">
                <a16:creationId xmlns:a16="http://schemas.microsoft.com/office/drawing/2014/main" id="{846F0D14-A915-4E21-B4B1-396714460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135" y="4451807"/>
            <a:ext cx="55669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solidFill>
                  <a:srgbClr val="0000FF"/>
                </a:solidFill>
                <a:latin typeface="+mj-lt"/>
              </a:rPr>
              <a:t>(B)</a:t>
            </a:r>
          </a:p>
        </p:txBody>
      </p:sp>
      <p:sp>
        <p:nvSpPr>
          <p:cNvPr id="45067" name="CaixaDeTexto 14">
            <a:extLst>
              <a:ext uri="{FF2B5EF4-FFF2-40B4-BE49-F238E27FC236}">
                <a16:creationId xmlns:a16="http://schemas.microsoft.com/office/drawing/2014/main" id="{F18F3C03-F136-4738-BCE4-16923F62B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3260" y="4878843"/>
            <a:ext cx="5854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>
                <a:solidFill>
                  <a:srgbClr val="0000FF"/>
                </a:solidFill>
                <a:latin typeface="+mj-lt"/>
              </a:rPr>
              <a:t>(C)</a:t>
            </a:r>
          </a:p>
        </p:txBody>
      </p:sp>
      <p:sp>
        <p:nvSpPr>
          <p:cNvPr id="45068" name="CaixaDeTexto 15">
            <a:extLst>
              <a:ext uri="{FF2B5EF4-FFF2-40B4-BE49-F238E27FC236}">
                <a16:creationId xmlns:a16="http://schemas.microsoft.com/office/drawing/2014/main" id="{21608F00-BFE3-4B13-8751-3DDF8DB1F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4372" y="5280482"/>
            <a:ext cx="58381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>
                <a:solidFill>
                  <a:srgbClr val="0000FF"/>
                </a:solidFill>
                <a:latin typeface="+mj-lt"/>
              </a:rPr>
              <a:t>(D)</a:t>
            </a:r>
          </a:p>
        </p:txBody>
      </p:sp>
      <p:pic>
        <p:nvPicPr>
          <p:cNvPr id="45069" name="Imagem 4">
            <a:extLst>
              <a:ext uri="{FF2B5EF4-FFF2-40B4-BE49-F238E27FC236}">
                <a16:creationId xmlns:a16="http://schemas.microsoft.com/office/drawing/2014/main" id="{6AE2369A-0177-4D03-B64A-3EACB77C1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82" y="1125932"/>
            <a:ext cx="9880242" cy="2765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ítulo 1">
            <a:extLst>
              <a:ext uri="{FF2B5EF4-FFF2-40B4-BE49-F238E27FC236}">
                <a16:creationId xmlns:a16="http://schemas.microsoft.com/office/drawing/2014/main" id="{02355FFA-82AC-405E-B1A9-36BDD52200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Desafio 3 (resolução)</a:t>
            </a:r>
          </a:p>
        </p:txBody>
      </p:sp>
      <p:sp>
        <p:nvSpPr>
          <p:cNvPr id="46091" name="Retângulo 4">
            <a:extLst>
              <a:ext uri="{FF2B5EF4-FFF2-40B4-BE49-F238E27FC236}">
                <a16:creationId xmlns:a16="http://schemas.microsoft.com/office/drawing/2014/main" id="{FDC9A7F6-716D-41D1-B60E-18CCDB6C2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450" y="997180"/>
            <a:ext cx="567055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600" dirty="0">
                <a:solidFill>
                  <a:srgbClr val="C00000"/>
                </a:solidFill>
                <a:latin typeface="+mj-lt"/>
              </a:rPr>
              <a:t>Pessoa p1 = new Pessoa("Fulano1", 50, 1.0);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7B0C04A2-A7D5-4360-A914-606F3C8C9F5B}"/>
              </a:ext>
            </a:extLst>
          </p:cNvPr>
          <p:cNvGrpSpPr/>
          <p:nvPr/>
        </p:nvGrpSpPr>
        <p:grpSpPr>
          <a:xfrm>
            <a:off x="522260" y="1506606"/>
            <a:ext cx="3829935" cy="1296324"/>
            <a:chOff x="439140" y="1473934"/>
            <a:chExt cx="3829935" cy="1296324"/>
          </a:xfrm>
        </p:grpSpPr>
        <p:grpSp>
          <p:nvGrpSpPr>
            <p:cNvPr id="76" name="Grupo 53">
              <a:extLst>
                <a:ext uri="{FF2B5EF4-FFF2-40B4-BE49-F238E27FC236}">
                  <a16:creationId xmlns:a16="http://schemas.microsoft.com/office/drawing/2014/main" id="{023C4F60-14D6-4673-AA98-4B2D705C33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7775" y="1473934"/>
              <a:ext cx="2311300" cy="1296324"/>
              <a:chOff x="6228184" y="3963752"/>
              <a:chExt cx="1554447" cy="1056161"/>
            </a:xfrm>
            <a:solidFill>
              <a:srgbClr val="FFFCF3"/>
            </a:solidFill>
          </p:grpSpPr>
          <p:sp>
            <p:nvSpPr>
              <p:cNvPr id="78" name="Retângulo de cantos arredondados 54">
                <a:extLst>
                  <a:ext uri="{FF2B5EF4-FFF2-40B4-BE49-F238E27FC236}">
                    <a16:creationId xmlns:a16="http://schemas.microsoft.com/office/drawing/2014/main" id="{3A51B96C-8941-4EA0-AD81-F0D171C9C969}"/>
                  </a:ext>
                </a:extLst>
              </p:cNvPr>
              <p:cNvSpPr/>
              <p:nvPr/>
            </p:nvSpPr>
            <p:spPr>
              <a:xfrm>
                <a:off x="6228184" y="3963752"/>
                <a:ext cx="1554447" cy="1056161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sz="2000" dirty="0">
                  <a:latin typeface="+mj-lt"/>
                </a:endParaRPr>
              </a:p>
            </p:txBody>
          </p:sp>
          <p:sp>
            <p:nvSpPr>
              <p:cNvPr id="79" name="CaixaDeTexto 16">
                <a:extLst>
                  <a:ext uri="{FF2B5EF4-FFF2-40B4-BE49-F238E27FC236}">
                    <a16:creationId xmlns:a16="http://schemas.microsoft.com/office/drawing/2014/main" id="{211A234C-A697-4B63-B56A-652E93D981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63189" y="4028746"/>
                <a:ext cx="694548" cy="4002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nome</a:t>
                </a:r>
              </a:p>
            </p:txBody>
          </p:sp>
          <p:sp>
            <p:nvSpPr>
              <p:cNvPr id="80" name="CaixaDeTexto 17">
                <a:extLst>
                  <a:ext uri="{FF2B5EF4-FFF2-40B4-BE49-F238E27FC236}">
                    <a16:creationId xmlns:a16="http://schemas.microsoft.com/office/drawing/2014/main" id="{CDAFF736-2399-43D2-B797-B85B3CD988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39438" y="4326114"/>
                <a:ext cx="457117" cy="32598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idade</a:t>
                </a:r>
              </a:p>
            </p:txBody>
          </p:sp>
          <p:sp>
            <p:nvSpPr>
              <p:cNvPr id="81" name="CaixaDeTexto 18">
                <a:extLst>
                  <a:ext uri="{FF2B5EF4-FFF2-40B4-BE49-F238E27FC236}">
                    <a16:creationId xmlns:a16="http://schemas.microsoft.com/office/drawing/2014/main" id="{E0D7A004-9FF4-441C-AD99-6669F147E2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63023" y="4354496"/>
                <a:ext cx="924667" cy="293305"/>
              </a:xfrm>
              <a:prstGeom prst="rect">
                <a:avLst/>
              </a:prstGeom>
              <a:grp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50</a:t>
                </a:r>
              </a:p>
            </p:txBody>
          </p:sp>
          <p:sp>
            <p:nvSpPr>
              <p:cNvPr id="82" name="CaixaDeTexto 19">
                <a:extLst>
                  <a:ext uri="{FF2B5EF4-FFF2-40B4-BE49-F238E27FC236}">
                    <a16:creationId xmlns:a16="http://schemas.microsoft.com/office/drawing/2014/main" id="{FD44F3CB-0C9F-4D58-8B78-015A12F072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63023" y="4023418"/>
                <a:ext cx="924667" cy="293305"/>
              </a:xfrm>
              <a:prstGeom prst="rect">
                <a:avLst/>
              </a:prstGeom>
              <a:grp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>
                    <a:latin typeface="+mj-lt"/>
                  </a:rPr>
                  <a:t>Fulano1</a:t>
                </a:r>
              </a:p>
            </p:txBody>
          </p:sp>
          <p:sp>
            <p:nvSpPr>
              <p:cNvPr id="83" name="CaixaDeTexto 59">
                <a:extLst>
                  <a:ext uri="{FF2B5EF4-FFF2-40B4-BE49-F238E27FC236}">
                    <a16:creationId xmlns:a16="http://schemas.microsoft.com/office/drawing/2014/main" id="{469DF340-C97A-4392-A9A6-8D8723C902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61063" y="4657669"/>
                <a:ext cx="506289" cy="26397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renda</a:t>
                </a:r>
              </a:p>
            </p:txBody>
          </p:sp>
          <p:sp>
            <p:nvSpPr>
              <p:cNvPr id="84" name="CaixaDeTexto 60">
                <a:extLst>
                  <a:ext uri="{FF2B5EF4-FFF2-40B4-BE49-F238E27FC236}">
                    <a16:creationId xmlns:a16="http://schemas.microsoft.com/office/drawing/2014/main" id="{F076AB73-B6DA-47CA-B90D-A4B60149C5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63023" y="4670835"/>
                <a:ext cx="924667" cy="293305"/>
              </a:xfrm>
              <a:prstGeom prst="rect">
                <a:avLst/>
              </a:prstGeom>
              <a:grp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>
                    <a:latin typeface="+mj-lt"/>
                  </a:rPr>
                  <a:t>1.0</a:t>
                </a:r>
              </a:p>
            </p:txBody>
          </p:sp>
        </p:grpSp>
        <p:sp>
          <p:nvSpPr>
            <p:cNvPr id="85" name="CaixaDeTexto 17">
              <a:extLst>
                <a:ext uri="{FF2B5EF4-FFF2-40B4-BE49-F238E27FC236}">
                  <a16:creationId xmlns:a16="http://schemas.microsoft.com/office/drawing/2014/main" id="{29211704-FC2B-4649-A0B2-622989A05A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140" y="1595049"/>
              <a:ext cx="41549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+mj-lt"/>
                </a:rPr>
                <a:t>p1</a:t>
              </a:r>
            </a:p>
          </p:txBody>
        </p:sp>
        <p:sp>
          <p:nvSpPr>
            <p:cNvPr id="86" name="CaixaDeTexto 18">
              <a:extLst>
                <a:ext uri="{FF2B5EF4-FFF2-40B4-BE49-F238E27FC236}">
                  <a16:creationId xmlns:a16="http://schemas.microsoft.com/office/drawing/2014/main" id="{22977FF3-9815-4206-B30B-00AE449DC7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293" y="1602298"/>
              <a:ext cx="342900" cy="40011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000">
                <a:latin typeface="+mj-lt"/>
              </a:endParaRPr>
            </a:p>
          </p:txBody>
        </p:sp>
        <p:cxnSp>
          <p:nvCxnSpPr>
            <p:cNvPr id="87" name="Conector de seta reta 63">
              <a:extLst>
                <a:ext uri="{FF2B5EF4-FFF2-40B4-BE49-F238E27FC236}">
                  <a16:creationId xmlns:a16="http://schemas.microsoft.com/office/drawing/2014/main" id="{D8C75AC2-A6C7-45DB-B42D-34BEF762FDE9}"/>
                </a:ext>
              </a:extLst>
            </p:cNvPr>
            <p:cNvCxnSpPr>
              <a:cxnSpLocks/>
              <a:endCxn id="78" idx="1"/>
            </p:cNvCxnSpPr>
            <p:nvPr/>
          </p:nvCxnSpPr>
          <p:spPr>
            <a:xfrm>
              <a:off x="975360" y="1793966"/>
              <a:ext cx="982415" cy="3281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Retângulo 4">
            <a:extLst>
              <a:ext uri="{FF2B5EF4-FFF2-40B4-BE49-F238E27FC236}">
                <a16:creationId xmlns:a16="http://schemas.microsoft.com/office/drawing/2014/main" id="{786D8EDF-09E7-42F4-8ADE-185A14C89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58" y="2847144"/>
            <a:ext cx="567055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600" dirty="0">
                <a:solidFill>
                  <a:srgbClr val="C00000"/>
                </a:solidFill>
                <a:latin typeface="+mj-lt"/>
              </a:rPr>
              <a:t>p1 = p2</a:t>
            </a:r>
          </a:p>
        </p:txBody>
      </p:sp>
      <p:grpSp>
        <p:nvGrpSpPr>
          <p:cNvPr id="91" name="Agrupar 90">
            <a:extLst>
              <a:ext uri="{FF2B5EF4-FFF2-40B4-BE49-F238E27FC236}">
                <a16:creationId xmlns:a16="http://schemas.microsoft.com/office/drawing/2014/main" id="{F677A49D-2597-4597-92E5-DEE2484E6038}"/>
              </a:ext>
            </a:extLst>
          </p:cNvPr>
          <p:cNvGrpSpPr/>
          <p:nvPr/>
        </p:nvGrpSpPr>
        <p:grpSpPr>
          <a:xfrm>
            <a:off x="443883" y="3259297"/>
            <a:ext cx="3837428" cy="2713550"/>
            <a:chOff x="439140" y="56708"/>
            <a:chExt cx="3837428" cy="2713550"/>
          </a:xfrm>
        </p:grpSpPr>
        <p:grpSp>
          <p:nvGrpSpPr>
            <p:cNvPr id="92" name="Grupo 53">
              <a:extLst>
                <a:ext uri="{FF2B5EF4-FFF2-40B4-BE49-F238E27FC236}">
                  <a16:creationId xmlns:a16="http://schemas.microsoft.com/office/drawing/2014/main" id="{279307B9-50A9-40DE-8B5B-76B6B9D782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7773" y="56708"/>
              <a:ext cx="2318795" cy="2713550"/>
              <a:chOff x="6228184" y="2809088"/>
              <a:chExt cx="1559488" cy="2210825"/>
            </a:xfrm>
            <a:solidFill>
              <a:srgbClr val="FFFCF3"/>
            </a:solidFill>
          </p:grpSpPr>
          <p:sp>
            <p:nvSpPr>
              <p:cNvPr id="96" name="Retângulo de cantos arredondados 54">
                <a:extLst>
                  <a:ext uri="{FF2B5EF4-FFF2-40B4-BE49-F238E27FC236}">
                    <a16:creationId xmlns:a16="http://schemas.microsoft.com/office/drawing/2014/main" id="{FC58674E-5A43-41EA-ACB0-F16D7A522027}"/>
                  </a:ext>
                </a:extLst>
              </p:cNvPr>
              <p:cNvSpPr/>
              <p:nvPr/>
            </p:nvSpPr>
            <p:spPr>
              <a:xfrm>
                <a:off x="6228184" y="3963752"/>
                <a:ext cx="1554447" cy="1056161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sz="2000" dirty="0">
                  <a:latin typeface="+mj-lt"/>
                </a:endParaRPr>
              </a:p>
            </p:txBody>
          </p:sp>
          <p:sp>
            <p:nvSpPr>
              <p:cNvPr id="97" name="CaixaDeTexto 16">
                <a:extLst>
                  <a:ext uri="{FF2B5EF4-FFF2-40B4-BE49-F238E27FC236}">
                    <a16:creationId xmlns:a16="http://schemas.microsoft.com/office/drawing/2014/main" id="{E75F6AEE-8C3E-4117-80BB-FE4629F731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63189" y="4028746"/>
                <a:ext cx="694548" cy="4002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nome</a:t>
                </a:r>
              </a:p>
            </p:txBody>
          </p:sp>
          <p:sp>
            <p:nvSpPr>
              <p:cNvPr id="98" name="CaixaDeTexto 17">
                <a:extLst>
                  <a:ext uri="{FF2B5EF4-FFF2-40B4-BE49-F238E27FC236}">
                    <a16:creationId xmlns:a16="http://schemas.microsoft.com/office/drawing/2014/main" id="{481E0F84-D48B-4E1D-BF43-BE4DC2EED2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39438" y="4326114"/>
                <a:ext cx="457117" cy="32598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idade</a:t>
                </a:r>
              </a:p>
            </p:txBody>
          </p:sp>
          <p:sp>
            <p:nvSpPr>
              <p:cNvPr id="99" name="CaixaDeTexto 18">
                <a:extLst>
                  <a:ext uri="{FF2B5EF4-FFF2-40B4-BE49-F238E27FC236}">
                    <a16:creationId xmlns:a16="http://schemas.microsoft.com/office/drawing/2014/main" id="{A180DB20-1998-410C-B5B0-4BC2CB09C1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63023" y="4375782"/>
                <a:ext cx="924667" cy="293305"/>
              </a:xfrm>
              <a:prstGeom prst="rect">
                <a:avLst/>
              </a:prstGeom>
              <a:grp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10</a:t>
                </a:r>
              </a:p>
            </p:txBody>
          </p:sp>
          <p:sp>
            <p:nvSpPr>
              <p:cNvPr id="100" name="CaixaDeTexto 19">
                <a:extLst>
                  <a:ext uri="{FF2B5EF4-FFF2-40B4-BE49-F238E27FC236}">
                    <a16:creationId xmlns:a16="http://schemas.microsoft.com/office/drawing/2014/main" id="{D305C2BA-4953-46DB-A064-0553A91AE0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63023" y="4023418"/>
                <a:ext cx="924667" cy="325984"/>
              </a:xfrm>
              <a:prstGeom prst="rect">
                <a:avLst/>
              </a:prstGeom>
              <a:grp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Fulano2</a:t>
                </a:r>
              </a:p>
            </p:txBody>
          </p:sp>
          <p:sp>
            <p:nvSpPr>
              <p:cNvPr id="101" name="CaixaDeTexto 59">
                <a:extLst>
                  <a:ext uri="{FF2B5EF4-FFF2-40B4-BE49-F238E27FC236}">
                    <a16:creationId xmlns:a16="http://schemas.microsoft.com/office/drawing/2014/main" id="{EC014CC5-0932-4005-9712-E3A556E8D2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61063" y="4657669"/>
                <a:ext cx="506289" cy="26397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renda</a:t>
                </a:r>
              </a:p>
            </p:txBody>
          </p:sp>
          <p:sp>
            <p:nvSpPr>
              <p:cNvPr id="102" name="CaixaDeTexto 60">
                <a:extLst>
                  <a:ext uri="{FF2B5EF4-FFF2-40B4-BE49-F238E27FC236}">
                    <a16:creationId xmlns:a16="http://schemas.microsoft.com/office/drawing/2014/main" id="{818830E4-980E-40E0-980C-E88A2121A0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63023" y="4685026"/>
                <a:ext cx="924667" cy="293305"/>
              </a:xfrm>
              <a:prstGeom prst="rect">
                <a:avLst/>
              </a:prstGeom>
              <a:grp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2.0</a:t>
                </a:r>
              </a:p>
            </p:txBody>
          </p:sp>
          <p:sp>
            <p:nvSpPr>
              <p:cNvPr id="103" name="Retângulo de cantos arredondados 54">
                <a:extLst>
                  <a:ext uri="{FF2B5EF4-FFF2-40B4-BE49-F238E27FC236}">
                    <a16:creationId xmlns:a16="http://schemas.microsoft.com/office/drawing/2014/main" id="{A69B9531-DE0F-418E-A962-1AC94F36C2BE}"/>
                  </a:ext>
                </a:extLst>
              </p:cNvPr>
              <p:cNvSpPr/>
              <p:nvPr/>
            </p:nvSpPr>
            <p:spPr>
              <a:xfrm>
                <a:off x="6233225" y="2809088"/>
                <a:ext cx="1554447" cy="1056161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sz="2000" dirty="0">
                  <a:latin typeface="+mj-lt"/>
                </a:endParaRPr>
              </a:p>
            </p:txBody>
          </p:sp>
          <p:sp>
            <p:nvSpPr>
              <p:cNvPr id="104" name="CaixaDeTexto 16">
                <a:extLst>
                  <a:ext uri="{FF2B5EF4-FFF2-40B4-BE49-F238E27FC236}">
                    <a16:creationId xmlns:a16="http://schemas.microsoft.com/office/drawing/2014/main" id="{C90B17DB-355E-4CC3-9D66-60273C7B67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04648" y="2863093"/>
                <a:ext cx="694548" cy="4002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nome</a:t>
                </a:r>
              </a:p>
            </p:txBody>
          </p:sp>
          <p:sp>
            <p:nvSpPr>
              <p:cNvPr id="105" name="CaixaDeTexto 17">
                <a:extLst>
                  <a:ext uri="{FF2B5EF4-FFF2-40B4-BE49-F238E27FC236}">
                    <a16:creationId xmlns:a16="http://schemas.microsoft.com/office/drawing/2014/main" id="{5693BC89-DAA8-45D8-8484-FF9DC8C897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80897" y="3160461"/>
                <a:ext cx="457117" cy="32598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idade</a:t>
                </a:r>
              </a:p>
            </p:txBody>
          </p:sp>
          <p:sp>
            <p:nvSpPr>
              <p:cNvPr id="106" name="CaixaDeTexto 18">
                <a:extLst>
                  <a:ext uri="{FF2B5EF4-FFF2-40B4-BE49-F238E27FC236}">
                    <a16:creationId xmlns:a16="http://schemas.microsoft.com/office/drawing/2014/main" id="{BFD36B9C-9D80-4B1F-8515-10099FD2EC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04482" y="3195938"/>
                <a:ext cx="883208" cy="293305"/>
              </a:xfrm>
              <a:prstGeom prst="rect">
                <a:avLst/>
              </a:prstGeom>
              <a:grp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50</a:t>
                </a:r>
              </a:p>
            </p:txBody>
          </p:sp>
          <p:sp>
            <p:nvSpPr>
              <p:cNvPr id="107" name="CaixaDeTexto 19">
                <a:extLst>
                  <a:ext uri="{FF2B5EF4-FFF2-40B4-BE49-F238E27FC236}">
                    <a16:creationId xmlns:a16="http://schemas.microsoft.com/office/drawing/2014/main" id="{F6BB4EEB-DDA8-454C-A8A4-14B31C259A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04482" y="2857765"/>
                <a:ext cx="883208" cy="293305"/>
              </a:xfrm>
              <a:prstGeom prst="rect">
                <a:avLst/>
              </a:prstGeom>
              <a:grp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>
                    <a:latin typeface="+mj-lt"/>
                  </a:rPr>
                  <a:t>Fulano1</a:t>
                </a:r>
              </a:p>
            </p:txBody>
          </p:sp>
          <p:sp>
            <p:nvSpPr>
              <p:cNvPr id="108" name="CaixaDeTexto 59">
                <a:extLst>
                  <a:ext uri="{FF2B5EF4-FFF2-40B4-BE49-F238E27FC236}">
                    <a16:creationId xmlns:a16="http://schemas.microsoft.com/office/drawing/2014/main" id="{28B8E239-F26B-4931-9A0F-9D388EF786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02522" y="3492015"/>
                <a:ext cx="506289" cy="26397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renda</a:t>
                </a:r>
              </a:p>
            </p:txBody>
          </p:sp>
          <p:sp>
            <p:nvSpPr>
              <p:cNvPr id="109" name="CaixaDeTexto 60">
                <a:extLst>
                  <a:ext uri="{FF2B5EF4-FFF2-40B4-BE49-F238E27FC236}">
                    <a16:creationId xmlns:a16="http://schemas.microsoft.com/office/drawing/2014/main" id="{2008687F-5290-4481-90FE-8BC6BF55B3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04482" y="3533564"/>
                <a:ext cx="883208" cy="293305"/>
              </a:xfrm>
              <a:prstGeom prst="rect">
                <a:avLst/>
              </a:prstGeom>
              <a:grp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>
                    <a:latin typeface="+mj-lt"/>
                  </a:rPr>
                  <a:t>1.0</a:t>
                </a:r>
              </a:p>
            </p:txBody>
          </p:sp>
        </p:grpSp>
        <p:sp>
          <p:nvSpPr>
            <p:cNvPr id="93" name="CaixaDeTexto 17">
              <a:extLst>
                <a:ext uri="{FF2B5EF4-FFF2-40B4-BE49-F238E27FC236}">
                  <a16:creationId xmlns:a16="http://schemas.microsoft.com/office/drawing/2014/main" id="{41EE5DAE-9484-4934-AD38-2642815C19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140" y="1595049"/>
              <a:ext cx="41549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+mj-lt"/>
                </a:rPr>
                <a:t>p2</a:t>
              </a:r>
            </a:p>
          </p:txBody>
        </p:sp>
        <p:sp>
          <p:nvSpPr>
            <p:cNvPr id="94" name="CaixaDeTexto 18">
              <a:extLst>
                <a:ext uri="{FF2B5EF4-FFF2-40B4-BE49-F238E27FC236}">
                  <a16:creationId xmlns:a16="http://schemas.microsoft.com/office/drawing/2014/main" id="{8A5B81FF-16D9-4CEC-A211-1E9962E6B6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293" y="1602298"/>
              <a:ext cx="342900" cy="40011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000">
                <a:latin typeface="+mj-lt"/>
              </a:endParaRPr>
            </a:p>
          </p:txBody>
        </p:sp>
        <p:cxnSp>
          <p:nvCxnSpPr>
            <p:cNvPr id="95" name="Conector de seta reta 63">
              <a:extLst>
                <a:ext uri="{FF2B5EF4-FFF2-40B4-BE49-F238E27FC236}">
                  <a16:creationId xmlns:a16="http://schemas.microsoft.com/office/drawing/2014/main" id="{65BFB538-C2DB-4FBC-813B-12E5B22BDC63}"/>
                </a:ext>
              </a:extLst>
            </p:cNvPr>
            <p:cNvCxnSpPr>
              <a:cxnSpLocks/>
              <a:endCxn id="96" idx="1"/>
            </p:cNvCxnSpPr>
            <p:nvPr/>
          </p:nvCxnSpPr>
          <p:spPr>
            <a:xfrm>
              <a:off x="975360" y="1793966"/>
              <a:ext cx="982415" cy="3281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CaixaDeTexto 17">
              <a:extLst>
                <a:ext uri="{FF2B5EF4-FFF2-40B4-BE49-F238E27FC236}">
                  <a16:creationId xmlns:a16="http://schemas.microsoft.com/office/drawing/2014/main" id="{D828948C-4F3F-4400-9001-BBDC8C38ED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757" y="467920"/>
              <a:ext cx="41549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+mj-lt"/>
                </a:rPr>
                <a:t>p1</a:t>
              </a:r>
            </a:p>
          </p:txBody>
        </p:sp>
        <p:sp>
          <p:nvSpPr>
            <p:cNvPr id="111" name="CaixaDeTexto 18">
              <a:extLst>
                <a:ext uri="{FF2B5EF4-FFF2-40B4-BE49-F238E27FC236}">
                  <a16:creationId xmlns:a16="http://schemas.microsoft.com/office/drawing/2014/main" id="{C5A1AE79-DFDD-45D2-B00A-44E44D22AB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3910" y="475169"/>
              <a:ext cx="342900" cy="40011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000">
                <a:latin typeface="+mj-lt"/>
              </a:endParaRPr>
            </a:p>
          </p:txBody>
        </p:sp>
        <p:cxnSp>
          <p:nvCxnSpPr>
            <p:cNvPr id="113" name="Conector de seta reta 63">
              <a:extLst>
                <a:ext uri="{FF2B5EF4-FFF2-40B4-BE49-F238E27FC236}">
                  <a16:creationId xmlns:a16="http://schemas.microsoft.com/office/drawing/2014/main" id="{F5E2C313-6DF4-4A7D-97C7-099264D3A79D}"/>
                </a:ext>
              </a:extLst>
            </p:cNvPr>
            <p:cNvCxnSpPr>
              <a:cxnSpLocks/>
              <a:endCxn id="98" idx="1"/>
            </p:cNvCxnSpPr>
            <p:nvPr/>
          </p:nvCxnSpPr>
          <p:spPr>
            <a:xfrm>
              <a:off x="1053737" y="642224"/>
              <a:ext cx="920770" cy="14765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" name="Retângulo 4">
            <a:extLst>
              <a:ext uri="{FF2B5EF4-FFF2-40B4-BE49-F238E27FC236}">
                <a16:creationId xmlns:a16="http://schemas.microsoft.com/office/drawing/2014/main" id="{54016416-9BD7-4825-BC4C-0E94BED95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008665"/>
            <a:ext cx="567055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600" dirty="0">
                <a:solidFill>
                  <a:srgbClr val="C00000"/>
                </a:solidFill>
                <a:latin typeface="+mj-lt"/>
              </a:rPr>
              <a:t>Pessoa p2 = new Pessoa("Fulano2", 10, 2.0);</a:t>
            </a:r>
          </a:p>
        </p:txBody>
      </p:sp>
      <p:grpSp>
        <p:nvGrpSpPr>
          <p:cNvPr id="116" name="Agrupar 115">
            <a:extLst>
              <a:ext uri="{FF2B5EF4-FFF2-40B4-BE49-F238E27FC236}">
                <a16:creationId xmlns:a16="http://schemas.microsoft.com/office/drawing/2014/main" id="{B2AB1FBA-5C2E-49A3-B0DF-62DC1F365DE4}"/>
              </a:ext>
            </a:extLst>
          </p:cNvPr>
          <p:cNvGrpSpPr/>
          <p:nvPr/>
        </p:nvGrpSpPr>
        <p:grpSpPr>
          <a:xfrm>
            <a:off x="6138908" y="1568329"/>
            <a:ext cx="3829935" cy="1296324"/>
            <a:chOff x="439140" y="1473934"/>
            <a:chExt cx="3829935" cy="1296324"/>
          </a:xfrm>
        </p:grpSpPr>
        <p:grpSp>
          <p:nvGrpSpPr>
            <p:cNvPr id="117" name="Grupo 53">
              <a:extLst>
                <a:ext uri="{FF2B5EF4-FFF2-40B4-BE49-F238E27FC236}">
                  <a16:creationId xmlns:a16="http://schemas.microsoft.com/office/drawing/2014/main" id="{BD81637E-3BB7-45EE-8850-BA38A708E9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7775" y="1473934"/>
              <a:ext cx="2311300" cy="1296324"/>
              <a:chOff x="6228184" y="3963752"/>
              <a:chExt cx="1554447" cy="1056161"/>
            </a:xfrm>
            <a:solidFill>
              <a:srgbClr val="FFFCF3"/>
            </a:solidFill>
          </p:grpSpPr>
          <p:sp>
            <p:nvSpPr>
              <p:cNvPr id="121" name="Retângulo de cantos arredondados 54">
                <a:extLst>
                  <a:ext uri="{FF2B5EF4-FFF2-40B4-BE49-F238E27FC236}">
                    <a16:creationId xmlns:a16="http://schemas.microsoft.com/office/drawing/2014/main" id="{48525177-5312-4BAA-A9AA-93EDA5BC00D7}"/>
                  </a:ext>
                </a:extLst>
              </p:cNvPr>
              <p:cNvSpPr/>
              <p:nvPr/>
            </p:nvSpPr>
            <p:spPr>
              <a:xfrm>
                <a:off x="6228184" y="3963752"/>
                <a:ext cx="1554447" cy="1056161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sz="2000" dirty="0">
                  <a:latin typeface="+mj-lt"/>
                </a:endParaRPr>
              </a:p>
            </p:txBody>
          </p:sp>
          <p:sp>
            <p:nvSpPr>
              <p:cNvPr id="122" name="CaixaDeTexto 16">
                <a:extLst>
                  <a:ext uri="{FF2B5EF4-FFF2-40B4-BE49-F238E27FC236}">
                    <a16:creationId xmlns:a16="http://schemas.microsoft.com/office/drawing/2014/main" id="{5F598647-658C-4344-B425-CBE1835A42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63189" y="4028746"/>
                <a:ext cx="694548" cy="4002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nome</a:t>
                </a:r>
              </a:p>
            </p:txBody>
          </p:sp>
          <p:sp>
            <p:nvSpPr>
              <p:cNvPr id="123" name="CaixaDeTexto 17">
                <a:extLst>
                  <a:ext uri="{FF2B5EF4-FFF2-40B4-BE49-F238E27FC236}">
                    <a16:creationId xmlns:a16="http://schemas.microsoft.com/office/drawing/2014/main" id="{568FD3C7-7ABF-4B49-8222-94C6EAA312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39438" y="4326114"/>
                <a:ext cx="457117" cy="32598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idade</a:t>
                </a:r>
              </a:p>
            </p:txBody>
          </p:sp>
          <p:sp>
            <p:nvSpPr>
              <p:cNvPr id="124" name="CaixaDeTexto 18">
                <a:extLst>
                  <a:ext uri="{FF2B5EF4-FFF2-40B4-BE49-F238E27FC236}">
                    <a16:creationId xmlns:a16="http://schemas.microsoft.com/office/drawing/2014/main" id="{6AE147C1-A16F-438A-B754-B50A7156B3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57166" y="4347400"/>
                <a:ext cx="924667" cy="293305"/>
              </a:xfrm>
              <a:prstGeom prst="rect">
                <a:avLst/>
              </a:prstGeom>
              <a:grp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10</a:t>
                </a:r>
              </a:p>
            </p:txBody>
          </p:sp>
          <p:sp>
            <p:nvSpPr>
              <p:cNvPr id="125" name="CaixaDeTexto 19">
                <a:extLst>
                  <a:ext uri="{FF2B5EF4-FFF2-40B4-BE49-F238E27FC236}">
                    <a16:creationId xmlns:a16="http://schemas.microsoft.com/office/drawing/2014/main" id="{4F608C96-D03B-4847-941F-1B2CE2A5F6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57166" y="4009227"/>
                <a:ext cx="924667" cy="293305"/>
              </a:xfrm>
              <a:prstGeom prst="rect">
                <a:avLst/>
              </a:prstGeom>
              <a:grp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Fulano2</a:t>
                </a:r>
              </a:p>
            </p:txBody>
          </p:sp>
          <p:sp>
            <p:nvSpPr>
              <p:cNvPr id="126" name="CaixaDeTexto 59">
                <a:extLst>
                  <a:ext uri="{FF2B5EF4-FFF2-40B4-BE49-F238E27FC236}">
                    <a16:creationId xmlns:a16="http://schemas.microsoft.com/office/drawing/2014/main" id="{0A6725F2-674E-4F63-95A1-9A25DE35D7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61063" y="4657669"/>
                <a:ext cx="506289" cy="26397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renda</a:t>
                </a:r>
              </a:p>
            </p:txBody>
          </p:sp>
          <p:sp>
            <p:nvSpPr>
              <p:cNvPr id="127" name="CaixaDeTexto 60">
                <a:extLst>
                  <a:ext uri="{FF2B5EF4-FFF2-40B4-BE49-F238E27FC236}">
                    <a16:creationId xmlns:a16="http://schemas.microsoft.com/office/drawing/2014/main" id="{99CAAA72-C619-4622-994F-757FFBDC7B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57166" y="4670835"/>
                <a:ext cx="924667" cy="293305"/>
              </a:xfrm>
              <a:prstGeom prst="rect">
                <a:avLst/>
              </a:prstGeom>
              <a:grp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2.0</a:t>
                </a:r>
              </a:p>
            </p:txBody>
          </p:sp>
        </p:grpSp>
        <p:sp>
          <p:nvSpPr>
            <p:cNvPr id="118" name="CaixaDeTexto 17">
              <a:extLst>
                <a:ext uri="{FF2B5EF4-FFF2-40B4-BE49-F238E27FC236}">
                  <a16:creationId xmlns:a16="http://schemas.microsoft.com/office/drawing/2014/main" id="{07C518C8-CE15-4005-9ED5-193984865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140" y="1595049"/>
              <a:ext cx="41549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+mj-lt"/>
                </a:rPr>
                <a:t>p2</a:t>
              </a:r>
            </a:p>
          </p:txBody>
        </p:sp>
        <p:sp>
          <p:nvSpPr>
            <p:cNvPr id="119" name="CaixaDeTexto 18">
              <a:extLst>
                <a:ext uri="{FF2B5EF4-FFF2-40B4-BE49-F238E27FC236}">
                  <a16:creationId xmlns:a16="http://schemas.microsoft.com/office/drawing/2014/main" id="{92BDCB3E-7B9D-46B6-97D2-6A319E2AB1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293" y="1602298"/>
              <a:ext cx="342900" cy="40011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000">
                <a:latin typeface="+mj-lt"/>
              </a:endParaRPr>
            </a:p>
          </p:txBody>
        </p:sp>
        <p:cxnSp>
          <p:nvCxnSpPr>
            <p:cNvPr id="120" name="Conector de seta reta 63">
              <a:extLst>
                <a:ext uri="{FF2B5EF4-FFF2-40B4-BE49-F238E27FC236}">
                  <a16:creationId xmlns:a16="http://schemas.microsoft.com/office/drawing/2014/main" id="{52FBCF40-6ECF-4875-9821-17C58B0C1B2B}"/>
                </a:ext>
              </a:extLst>
            </p:cNvPr>
            <p:cNvCxnSpPr>
              <a:cxnSpLocks/>
              <a:endCxn id="121" idx="1"/>
            </p:cNvCxnSpPr>
            <p:nvPr/>
          </p:nvCxnSpPr>
          <p:spPr>
            <a:xfrm>
              <a:off x="975360" y="1793966"/>
              <a:ext cx="982415" cy="3281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Retângulo 4">
            <a:extLst>
              <a:ext uri="{FF2B5EF4-FFF2-40B4-BE49-F238E27FC236}">
                <a16:creationId xmlns:a16="http://schemas.microsoft.com/office/drawing/2014/main" id="{BAB18071-0946-4B6E-9931-1EE3F96D9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908" y="2862349"/>
            <a:ext cx="567055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600" dirty="0">
                <a:solidFill>
                  <a:srgbClr val="C00000"/>
                </a:solidFill>
                <a:latin typeface="+mj-lt"/>
              </a:rPr>
              <a:t>p1.idade = 20</a:t>
            </a:r>
          </a:p>
        </p:txBody>
      </p:sp>
      <p:grpSp>
        <p:nvGrpSpPr>
          <p:cNvPr id="129" name="Agrupar 128">
            <a:extLst>
              <a:ext uri="{FF2B5EF4-FFF2-40B4-BE49-F238E27FC236}">
                <a16:creationId xmlns:a16="http://schemas.microsoft.com/office/drawing/2014/main" id="{2274FFA2-A385-44F9-AF14-7B35489330E2}"/>
              </a:ext>
            </a:extLst>
          </p:cNvPr>
          <p:cNvGrpSpPr/>
          <p:nvPr/>
        </p:nvGrpSpPr>
        <p:grpSpPr>
          <a:xfrm>
            <a:off x="6138909" y="3274668"/>
            <a:ext cx="3837428" cy="2713550"/>
            <a:chOff x="439140" y="56708"/>
            <a:chExt cx="3837428" cy="2713550"/>
          </a:xfrm>
        </p:grpSpPr>
        <p:grpSp>
          <p:nvGrpSpPr>
            <p:cNvPr id="130" name="Grupo 53">
              <a:extLst>
                <a:ext uri="{FF2B5EF4-FFF2-40B4-BE49-F238E27FC236}">
                  <a16:creationId xmlns:a16="http://schemas.microsoft.com/office/drawing/2014/main" id="{829D99E6-BFF8-4AAB-A6AB-4FE7D1BC11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7773" y="56708"/>
              <a:ext cx="2318795" cy="2713550"/>
              <a:chOff x="6228184" y="2809088"/>
              <a:chExt cx="1559488" cy="2210825"/>
            </a:xfrm>
            <a:solidFill>
              <a:srgbClr val="FFFCF3"/>
            </a:solidFill>
          </p:grpSpPr>
          <p:sp>
            <p:nvSpPr>
              <p:cNvPr id="137" name="Retângulo de cantos arredondados 54">
                <a:extLst>
                  <a:ext uri="{FF2B5EF4-FFF2-40B4-BE49-F238E27FC236}">
                    <a16:creationId xmlns:a16="http://schemas.microsoft.com/office/drawing/2014/main" id="{D9CC51A9-6043-4D1E-8128-2497A0704779}"/>
                  </a:ext>
                </a:extLst>
              </p:cNvPr>
              <p:cNvSpPr/>
              <p:nvPr/>
            </p:nvSpPr>
            <p:spPr>
              <a:xfrm>
                <a:off x="6228184" y="3963752"/>
                <a:ext cx="1554447" cy="1056161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sz="2000" dirty="0">
                  <a:latin typeface="+mj-lt"/>
                </a:endParaRPr>
              </a:p>
            </p:txBody>
          </p:sp>
          <p:sp>
            <p:nvSpPr>
              <p:cNvPr id="138" name="CaixaDeTexto 16">
                <a:extLst>
                  <a:ext uri="{FF2B5EF4-FFF2-40B4-BE49-F238E27FC236}">
                    <a16:creationId xmlns:a16="http://schemas.microsoft.com/office/drawing/2014/main" id="{A3791B88-8F33-499F-9338-5642A612C2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63189" y="4028746"/>
                <a:ext cx="694548" cy="4002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nome</a:t>
                </a:r>
              </a:p>
            </p:txBody>
          </p:sp>
          <p:sp>
            <p:nvSpPr>
              <p:cNvPr id="139" name="CaixaDeTexto 17">
                <a:extLst>
                  <a:ext uri="{FF2B5EF4-FFF2-40B4-BE49-F238E27FC236}">
                    <a16:creationId xmlns:a16="http://schemas.microsoft.com/office/drawing/2014/main" id="{AFC4E408-DEC4-4659-BE98-D881C200BE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39438" y="4326114"/>
                <a:ext cx="457117" cy="32598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idade</a:t>
                </a:r>
              </a:p>
            </p:txBody>
          </p:sp>
          <p:sp>
            <p:nvSpPr>
              <p:cNvPr id="140" name="CaixaDeTexto 18">
                <a:extLst>
                  <a:ext uri="{FF2B5EF4-FFF2-40B4-BE49-F238E27FC236}">
                    <a16:creationId xmlns:a16="http://schemas.microsoft.com/office/drawing/2014/main" id="{32E71E7E-D937-42FC-93B2-B8DE2C9522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67353" y="4346269"/>
                <a:ext cx="924667" cy="293305"/>
              </a:xfrm>
              <a:prstGeom prst="rect">
                <a:avLst/>
              </a:prstGeom>
              <a:grpFill/>
              <a:ln w="9525">
                <a:solidFill>
                  <a:schemeClr val="tx2">
                    <a:lumMod val="60000"/>
                    <a:lumOff val="40000"/>
                  </a:schemeClr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20</a:t>
                </a:r>
              </a:p>
            </p:txBody>
          </p:sp>
          <p:sp>
            <p:nvSpPr>
              <p:cNvPr id="141" name="CaixaDeTexto 19">
                <a:extLst>
                  <a:ext uri="{FF2B5EF4-FFF2-40B4-BE49-F238E27FC236}">
                    <a16:creationId xmlns:a16="http://schemas.microsoft.com/office/drawing/2014/main" id="{D00CF23B-B45E-4D24-AB79-914F209F11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63023" y="4023418"/>
                <a:ext cx="924667" cy="293305"/>
              </a:xfrm>
              <a:prstGeom prst="rect">
                <a:avLst/>
              </a:prstGeom>
              <a:grp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Fulano2</a:t>
                </a:r>
              </a:p>
            </p:txBody>
          </p:sp>
          <p:sp>
            <p:nvSpPr>
              <p:cNvPr id="142" name="CaixaDeTexto 59">
                <a:extLst>
                  <a:ext uri="{FF2B5EF4-FFF2-40B4-BE49-F238E27FC236}">
                    <a16:creationId xmlns:a16="http://schemas.microsoft.com/office/drawing/2014/main" id="{3CE9C11C-C614-476A-83CD-1BA2734064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61063" y="4657669"/>
                <a:ext cx="506289" cy="26397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renda</a:t>
                </a:r>
              </a:p>
            </p:txBody>
          </p:sp>
          <p:sp>
            <p:nvSpPr>
              <p:cNvPr id="143" name="CaixaDeTexto 60">
                <a:extLst>
                  <a:ext uri="{FF2B5EF4-FFF2-40B4-BE49-F238E27FC236}">
                    <a16:creationId xmlns:a16="http://schemas.microsoft.com/office/drawing/2014/main" id="{5FF07005-23DE-4F29-B95B-75227803D9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63023" y="4685026"/>
                <a:ext cx="924667" cy="293305"/>
              </a:xfrm>
              <a:prstGeom prst="rect">
                <a:avLst/>
              </a:prstGeom>
              <a:grp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2.0</a:t>
                </a:r>
              </a:p>
            </p:txBody>
          </p:sp>
          <p:sp>
            <p:nvSpPr>
              <p:cNvPr id="144" name="Retângulo de cantos arredondados 54">
                <a:extLst>
                  <a:ext uri="{FF2B5EF4-FFF2-40B4-BE49-F238E27FC236}">
                    <a16:creationId xmlns:a16="http://schemas.microsoft.com/office/drawing/2014/main" id="{AB3D4504-55FF-45BA-8ED6-972F6492C631}"/>
                  </a:ext>
                </a:extLst>
              </p:cNvPr>
              <p:cNvSpPr/>
              <p:nvPr/>
            </p:nvSpPr>
            <p:spPr>
              <a:xfrm>
                <a:off x="6233225" y="2809088"/>
                <a:ext cx="1554447" cy="1056161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sz="2000" dirty="0">
                  <a:latin typeface="+mj-lt"/>
                </a:endParaRPr>
              </a:p>
            </p:txBody>
          </p:sp>
          <p:sp>
            <p:nvSpPr>
              <p:cNvPr id="145" name="CaixaDeTexto 16">
                <a:extLst>
                  <a:ext uri="{FF2B5EF4-FFF2-40B4-BE49-F238E27FC236}">
                    <a16:creationId xmlns:a16="http://schemas.microsoft.com/office/drawing/2014/main" id="{619E713B-9EF8-4007-BE9B-A99A41ED1D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04648" y="2863093"/>
                <a:ext cx="694548" cy="4002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nome</a:t>
                </a:r>
              </a:p>
            </p:txBody>
          </p:sp>
          <p:sp>
            <p:nvSpPr>
              <p:cNvPr id="146" name="CaixaDeTexto 17">
                <a:extLst>
                  <a:ext uri="{FF2B5EF4-FFF2-40B4-BE49-F238E27FC236}">
                    <a16:creationId xmlns:a16="http://schemas.microsoft.com/office/drawing/2014/main" id="{98DB451A-EB5F-4827-BD88-A1EF3F8D77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80897" y="3160461"/>
                <a:ext cx="457117" cy="32598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idade</a:t>
                </a:r>
              </a:p>
            </p:txBody>
          </p:sp>
          <p:sp>
            <p:nvSpPr>
              <p:cNvPr id="147" name="CaixaDeTexto 18">
                <a:extLst>
                  <a:ext uri="{FF2B5EF4-FFF2-40B4-BE49-F238E27FC236}">
                    <a16:creationId xmlns:a16="http://schemas.microsoft.com/office/drawing/2014/main" id="{0DA71FFB-0FE6-4BB5-98AD-3FCCBB657E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04482" y="3195938"/>
                <a:ext cx="883208" cy="293305"/>
              </a:xfrm>
              <a:prstGeom prst="rect">
                <a:avLst/>
              </a:prstGeom>
              <a:grp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50</a:t>
                </a:r>
              </a:p>
            </p:txBody>
          </p:sp>
          <p:sp>
            <p:nvSpPr>
              <p:cNvPr id="148" name="CaixaDeTexto 19">
                <a:extLst>
                  <a:ext uri="{FF2B5EF4-FFF2-40B4-BE49-F238E27FC236}">
                    <a16:creationId xmlns:a16="http://schemas.microsoft.com/office/drawing/2014/main" id="{E2568BF2-DDCB-41C7-BB9A-70BF977260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04482" y="2857765"/>
                <a:ext cx="883208" cy="293305"/>
              </a:xfrm>
              <a:prstGeom prst="rect">
                <a:avLst/>
              </a:prstGeom>
              <a:grp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>
                    <a:latin typeface="+mj-lt"/>
                  </a:rPr>
                  <a:t>Fulano1</a:t>
                </a:r>
              </a:p>
            </p:txBody>
          </p:sp>
          <p:sp>
            <p:nvSpPr>
              <p:cNvPr id="149" name="CaixaDeTexto 59">
                <a:extLst>
                  <a:ext uri="{FF2B5EF4-FFF2-40B4-BE49-F238E27FC236}">
                    <a16:creationId xmlns:a16="http://schemas.microsoft.com/office/drawing/2014/main" id="{57A9096D-267A-4852-A1FE-8238CA31F8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02522" y="3492015"/>
                <a:ext cx="506289" cy="26397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+mj-lt"/>
                  </a:rPr>
                  <a:t>renda</a:t>
                </a:r>
              </a:p>
            </p:txBody>
          </p:sp>
          <p:sp>
            <p:nvSpPr>
              <p:cNvPr id="150" name="CaixaDeTexto 60">
                <a:extLst>
                  <a:ext uri="{FF2B5EF4-FFF2-40B4-BE49-F238E27FC236}">
                    <a16:creationId xmlns:a16="http://schemas.microsoft.com/office/drawing/2014/main" id="{4DFA2634-DD2C-4F8F-8852-D581300807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04482" y="3533564"/>
                <a:ext cx="883208" cy="293305"/>
              </a:xfrm>
              <a:prstGeom prst="rect">
                <a:avLst/>
              </a:prstGeom>
              <a:grp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>
                    <a:latin typeface="+mj-lt"/>
                  </a:rPr>
                  <a:t>1.0</a:t>
                </a:r>
              </a:p>
            </p:txBody>
          </p:sp>
        </p:grpSp>
        <p:sp>
          <p:nvSpPr>
            <p:cNvPr id="131" name="CaixaDeTexto 17">
              <a:extLst>
                <a:ext uri="{FF2B5EF4-FFF2-40B4-BE49-F238E27FC236}">
                  <a16:creationId xmlns:a16="http://schemas.microsoft.com/office/drawing/2014/main" id="{7C37F7D0-C62E-47DC-9F99-920CDF7D22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140" y="1595049"/>
              <a:ext cx="41549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+mj-lt"/>
                </a:rPr>
                <a:t>p2</a:t>
              </a:r>
            </a:p>
          </p:txBody>
        </p:sp>
        <p:sp>
          <p:nvSpPr>
            <p:cNvPr id="132" name="CaixaDeTexto 18">
              <a:extLst>
                <a:ext uri="{FF2B5EF4-FFF2-40B4-BE49-F238E27FC236}">
                  <a16:creationId xmlns:a16="http://schemas.microsoft.com/office/drawing/2014/main" id="{812423EA-88C7-4B48-8BA2-C9771615E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293" y="1602298"/>
              <a:ext cx="342900" cy="40011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000">
                <a:latin typeface="+mj-lt"/>
              </a:endParaRPr>
            </a:p>
          </p:txBody>
        </p:sp>
        <p:cxnSp>
          <p:nvCxnSpPr>
            <p:cNvPr id="133" name="Conector de seta reta 63">
              <a:extLst>
                <a:ext uri="{FF2B5EF4-FFF2-40B4-BE49-F238E27FC236}">
                  <a16:creationId xmlns:a16="http://schemas.microsoft.com/office/drawing/2014/main" id="{97010F79-A356-4CAE-859F-7F8C14302172}"/>
                </a:ext>
              </a:extLst>
            </p:cNvPr>
            <p:cNvCxnSpPr>
              <a:cxnSpLocks/>
              <a:endCxn id="137" idx="1"/>
            </p:cNvCxnSpPr>
            <p:nvPr/>
          </p:nvCxnSpPr>
          <p:spPr>
            <a:xfrm>
              <a:off x="975360" y="1793966"/>
              <a:ext cx="982415" cy="3281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CaixaDeTexto 17">
              <a:extLst>
                <a:ext uri="{FF2B5EF4-FFF2-40B4-BE49-F238E27FC236}">
                  <a16:creationId xmlns:a16="http://schemas.microsoft.com/office/drawing/2014/main" id="{E89E43E8-0963-47FD-B941-E5BA29037C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757" y="467920"/>
              <a:ext cx="41549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+mj-lt"/>
                </a:rPr>
                <a:t>p1</a:t>
              </a:r>
            </a:p>
          </p:txBody>
        </p:sp>
        <p:sp>
          <p:nvSpPr>
            <p:cNvPr id="135" name="CaixaDeTexto 18">
              <a:extLst>
                <a:ext uri="{FF2B5EF4-FFF2-40B4-BE49-F238E27FC236}">
                  <a16:creationId xmlns:a16="http://schemas.microsoft.com/office/drawing/2014/main" id="{28FAB7A1-48E7-4F36-B770-8BED2CF2A4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3910" y="475169"/>
              <a:ext cx="342900" cy="40011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2000">
                <a:latin typeface="+mj-lt"/>
              </a:endParaRPr>
            </a:p>
          </p:txBody>
        </p:sp>
        <p:cxnSp>
          <p:nvCxnSpPr>
            <p:cNvPr id="136" name="Conector de seta reta 63">
              <a:extLst>
                <a:ext uri="{FF2B5EF4-FFF2-40B4-BE49-F238E27FC236}">
                  <a16:creationId xmlns:a16="http://schemas.microsoft.com/office/drawing/2014/main" id="{A6069898-42FB-4472-8BC6-F8FAFCED900D}"/>
                </a:ext>
              </a:extLst>
            </p:cNvPr>
            <p:cNvCxnSpPr>
              <a:cxnSpLocks/>
              <a:endCxn id="139" idx="1"/>
            </p:cNvCxnSpPr>
            <p:nvPr/>
          </p:nvCxnSpPr>
          <p:spPr>
            <a:xfrm>
              <a:off x="1053737" y="642224"/>
              <a:ext cx="920770" cy="14765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aixaDeTexto 84">
            <a:extLst>
              <a:ext uri="{FF2B5EF4-FFF2-40B4-BE49-F238E27FC236}">
                <a16:creationId xmlns:a16="http://schemas.microsoft.com/office/drawing/2014/main" id="{5D222B4F-8B4D-499B-A2B0-BAB52117C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791" y="5874440"/>
            <a:ext cx="61106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800" dirty="0">
                <a:solidFill>
                  <a:srgbClr val="0000FF"/>
                </a:solidFill>
                <a:latin typeface="+mj-lt"/>
              </a:rPr>
              <a:t>Será impresso “Nome: Fulano2, idade: 20”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  <p:bldP spid="115" grpId="0"/>
      <p:bldP spid="128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ítulo 1">
            <a:extLst>
              <a:ext uri="{FF2B5EF4-FFF2-40B4-BE49-F238E27FC236}">
                <a16:creationId xmlns:a16="http://schemas.microsoft.com/office/drawing/2014/main" id="{0D81CA49-A2D9-49B8-A6E1-5B0E3BA4FF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Desafio 4</a:t>
            </a:r>
          </a:p>
        </p:txBody>
      </p:sp>
      <p:sp>
        <p:nvSpPr>
          <p:cNvPr id="48131" name="Espaço Reservado para Conteúdo 2">
            <a:extLst>
              <a:ext uri="{FF2B5EF4-FFF2-40B4-BE49-F238E27FC236}">
                <a16:creationId xmlns:a16="http://schemas.microsoft.com/office/drawing/2014/main" id="{83A3416C-223F-4623-85B3-2E671D0CAD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90439" y="4308561"/>
            <a:ext cx="8260714" cy="1909359"/>
          </a:xfrm>
        </p:spPr>
        <p:txBody>
          <a:bodyPr>
            <a:noAutofit/>
          </a:bodyPr>
          <a:lstStyle/>
          <a:p>
            <a:r>
              <a:rPr lang="pt-BR" altLang="pt-BR" dirty="0"/>
              <a:t>Qual o valor que será impresso para idade?</a:t>
            </a:r>
          </a:p>
          <a:p>
            <a:pPr marL="201168" lvl="1" indent="0">
              <a:buClrTx/>
              <a:buNone/>
            </a:pPr>
            <a:r>
              <a:rPr lang="pt-BR" altLang="pt-BR" dirty="0"/>
              <a:t>(A) 10</a:t>
            </a:r>
          </a:p>
          <a:p>
            <a:pPr marL="201168" lvl="1" indent="0">
              <a:buClrTx/>
              <a:buNone/>
            </a:pPr>
            <a:r>
              <a:rPr lang="pt-BR" altLang="pt-BR" dirty="0"/>
              <a:t>(B) 30</a:t>
            </a:r>
          </a:p>
          <a:p>
            <a:pPr marL="201168" lvl="1" indent="0">
              <a:buClrTx/>
              <a:buNone/>
            </a:pPr>
            <a:r>
              <a:rPr lang="pt-BR" altLang="pt-BR" dirty="0"/>
              <a:t>(C) Erro de compilação</a:t>
            </a:r>
          </a:p>
        </p:txBody>
      </p:sp>
      <p:sp>
        <p:nvSpPr>
          <p:cNvPr id="6" name="Seta para a direita 5">
            <a:extLst>
              <a:ext uri="{FF2B5EF4-FFF2-40B4-BE49-F238E27FC236}">
                <a16:creationId xmlns:a16="http://schemas.microsoft.com/office/drawing/2014/main" id="{872301E0-E8FB-464B-908E-D39FA13E65C0}"/>
              </a:ext>
            </a:extLst>
          </p:cNvPr>
          <p:cNvSpPr/>
          <p:nvPr/>
        </p:nvSpPr>
        <p:spPr>
          <a:xfrm>
            <a:off x="1767840" y="4759008"/>
            <a:ext cx="522599" cy="43180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pic>
        <p:nvPicPr>
          <p:cNvPr id="48133" name="Imagem 1">
            <a:extLst>
              <a:ext uri="{FF2B5EF4-FFF2-40B4-BE49-F238E27FC236}">
                <a16:creationId xmlns:a16="http://schemas.microsoft.com/office/drawing/2014/main" id="{D99877ED-C36E-4D02-B78C-E14544231B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69" y="1120070"/>
            <a:ext cx="9389321" cy="285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57DC6148-A16E-4242-AFD4-3DA4C0A95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881" y="1983542"/>
            <a:ext cx="3472272" cy="4257460"/>
          </a:xfrm>
          <a:prstGeom prst="rect">
            <a:avLst/>
          </a:prstGeom>
          <a:noFill/>
        </p:spPr>
      </p:pic>
      <p:sp>
        <p:nvSpPr>
          <p:cNvPr id="9" name="Título 4">
            <a:extLst>
              <a:ext uri="{FF2B5EF4-FFF2-40B4-BE49-F238E27FC236}">
                <a16:creationId xmlns:a16="http://schemas.microsoft.com/office/drawing/2014/main" id="{A453F6B8-B3AB-42E3-82EC-26F05CC4C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/>
          <a:lstStyle/>
          <a:p>
            <a:r>
              <a:rPr lang="pt-BR" dirty="0"/>
              <a:t>Métodos</a:t>
            </a:r>
          </a:p>
        </p:txBody>
      </p:sp>
      <p:pic>
        <p:nvPicPr>
          <p:cNvPr id="1026" name="Picture 2" descr="Java Methods: Trabalhando com métodos em Java">
            <a:extLst>
              <a:ext uri="{FF2B5EF4-FFF2-40B4-BE49-F238E27FC236}">
                <a16:creationId xmlns:a16="http://schemas.microsoft.com/office/drawing/2014/main" id="{6BEB5B6C-99BA-405C-A4D6-6C3F3160B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83" y="1789366"/>
            <a:ext cx="6246223" cy="3279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49662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9CD9027-7F2E-41C5-B014-9876820A9A43}"/>
              </a:ext>
            </a:extLst>
          </p:cNvPr>
          <p:cNvSpPr/>
          <p:nvPr/>
        </p:nvSpPr>
        <p:spPr bwMode="auto">
          <a:xfrm>
            <a:off x="3637221" y="1048764"/>
            <a:ext cx="4248150" cy="1534943"/>
          </a:xfrm>
          <a:prstGeom prst="rect">
            <a:avLst/>
          </a:prstGeom>
          <a:solidFill>
            <a:srgbClr val="FFFCF3"/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7411" name="Text Box 4">
            <a:extLst>
              <a:ext uri="{FF2B5EF4-FFF2-40B4-BE49-F238E27FC236}">
                <a16:creationId xmlns:a16="http://schemas.microsoft.com/office/drawing/2014/main" id="{9380A522-CF9B-4AD3-A4CE-087ECEA98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1246" y="1476362"/>
            <a:ext cx="12255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3200" b="1" dirty="0">
                <a:latin typeface="+mj-lt"/>
              </a:rPr>
              <a:t>Classe</a:t>
            </a:r>
            <a:endParaRPr lang="pt-BR" altLang="pt-BR" sz="3200" dirty="0">
              <a:latin typeface="+mj-lt"/>
            </a:endParaRPr>
          </a:p>
        </p:txBody>
      </p:sp>
      <p:sp>
        <p:nvSpPr>
          <p:cNvPr id="17413" name="Text Box 4">
            <a:extLst>
              <a:ext uri="{FF2B5EF4-FFF2-40B4-BE49-F238E27FC236}">
                <a16:creationId xmlns:a16="http://schemas.microsoft.com/office/drawing/2014/main" id="{EB166FE0-5C0A-4EF3-9436-82A628E89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7221" y="1133810"/>
            <a:ext cx="4248149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 b="1" dirty="0">
                <a:solidFill>
                  <a:srgbClr val="00B050"/>
                </a:solidFill>
                <a:latin typeface="+mj-lt"/>
              </a:rPr>
              <a:t>Atributos (Propriedades)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 b="1" dirty="0">
                <a:solidFill>
                  <a:srgbClr val="00B050"/>
                </a:solidFill>
                <a:latin typeface="+mj-lt"/>
              </a:rPr>
              <a:t>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 b="1" dirty="0">
                <a:solidFill>
                  <a:srgbClr val="0070C0"/>
                </a:solidFill>
                <a:latin typeface="+mj-lt"/>
              </a:rPr>
              <a:t>Métodos (Comportamento)</a:t>
            </a:r>
            <a:endParaRPr lang="pt-BR" altLang="pt-BR" sz="28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2" name="Mais 1">
            <a:extLst>
              <a:ext uri="{FF2B5EF4-FFF2-40B4-BE49-F238E27FC236}">
                <a16:creationId xmlns:a16="http://schemas.microsoft.com/office/drawing/2014/main" id="{24B3301E-6AF9-4640-9050-1250257ED6DF}"/>
              </a:ext>
            </a:extLst>
          </p:cNvPr>
          <p:cNvSpPr/>
          <p:nvPr/>
        </p:nvSpPr>
        <p:spPr bwMode="auto">
          <a:xfrm>
            <a:off x="5581114" y="1695101"/>
            <a:ext cx="360362" cy="368300"/>
          </a:xfrm>
          <a:prstGeom prst="mathPlus">
            <a:avLst/>
          </a:prstGeom>
          <a:solidFill>
            <a:srgbClr val="FF0000"/>
          </a:solidFill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endParaRPr lang="pt-BR">
              <a:solidFill>
                <a:schemeClr val="tx1"/>
              </a:solidFill>
            </a:endParaRPr>
          </a:p>
        </p:txBody>
      </p:sp>
      <p:sp>
        <p:nvSpPr>
          <p:cNvPr id="17417" name="CaixaDeTexto 9">
            <a:extLst>
              <a:ext uri="{FF2B5EF4-FFF2-40B4-BE49-F238E27FC236}">
                <a16:creationId xmlns:a16="http://schemas.microsoft.com/office/drawing/2014/main" id="{932B9420-F19A-4F66-BAF0-C30B17515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9601" y="2643565"/>
            <a:ext cx="3980028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800" b="1" dirty="0">
                <a:latin typeface="+mj-lt"/>
              </a:rPr>
              <a:t>Propriedades:</a:t>
            </a:r>
          </a:p>
          <a:p>
            <a:pPr marL="914400" lvl="1" indent="-45720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pt-BR" altLang="pt-BR" sz="2800" dirty="0">
                <a:latin typeface="+mj-lt"/>
              </a:rPr>
              <a:t>marca</a:t>
            </a:r>
          </a:p>
          <a:p>
            <a:pPr marL="914400" lvl="1" indent="-45720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pt-BR" altLang="pt-BR" sz="2800" dirty="0">
                <a:latin typeface="+mj-lt"/>
              </a:rPr>
              <a:t>modelo</a:t>
            </a:r>
          </a:p>
          <a:p>
            <a:pPr marL="914400" lvl="1" indent="-45720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pt-BR" altLang="pt-BR" sz="2800" dirty="0">
                <a:latin typeface="+mj-lt"/>
              </a:rPr>
              <a:t>Sistema operacional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800" b="1" dirty="0">
                <a:latin typeface="+mj-lt"/>
              </a:rPr>
              <a:t>Comportamentos:</a:t>
            </a:r>
          </a:p>
          <a:p>
            <a:pPr marL="914400" lvl="1" indent="-45720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pt-BR" altLang="pt-BR" sz="2800" dirty="0">
                <a:latin typeface="+mj-lt"/>
              </a:rPr>
              <a:t>liga</a:t>
            </a:r>
          </a:p>
          <a:p>
            <a:pPr marL="914400" lvl="1" indent="-45720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pt-BR" altLang="pt-BR" sz="2800" dirty="0">
                <a:latin typeface="+mj-lt"/>
              </a:rPr>
              <a:t>desliga</a:t>
            </a:r>
          </a:p>
          <a:p>
            <a:pPr marL="914400" lvl="1" indent="-45720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pt-BR" altLang="pt-BR" sz="2800" dirty="0">
                <a:latin typeface="+mj-lt"/>
              </a:rPr>
              <a:t>envia mensagem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07D17E10-9D40-4504-B307-48F7C6997E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159694"/>
              </p:ext>
            </p:extLst>
          </p:nvPr>
        </p:nvGraphicFramePr>
        <p:xfrm>
          <a:off x="7708605" y="2676190"/>
          <a:ext cx="4359349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59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4641">
                <a:tc>
                  <a:txBody>
                    <a:bodyPr/>
                    <a:lstStyle/>
                    <a:p>
                      <a:pPr algn="ctr"/>
                      <a:r>
                        <a:rPr lang="pt-BR" sz="2600" dirty="0"/>
                        <a:t>Celular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879">
                <a:tc>
                  <a:txBody>
                    <a:bodyPr/>
                    <a:lstStyle/>
                    <a:p>
                      <a:r>
                        <a:rPr lang="pt-BR" sz="2600" dirty="0"/>
                        <a:t>marca: string</a:t>
                      </a:r>
                    </a:p>
                    <a:p>
                      <a:r>
                        <a:rPr lang="pt-BR" sz="2600" dirty="0"/>
                        <a:t>modelo: string</a:t>
                      </a:r>
                    </a:p>
                    <a:p>
                      <a:r>
                        <a:rPr lang="pt-BR" sz="2600" dirty="0" err="1"/>
                        <a:t>so</a:t>
                      </a:r>
                      <a:r>
                        <a:rPr lang="pt-BR" sz="2600" dirty="0"/>
                        <a:t>: </a:t>
                      </a:r>
                      <a:r>
                        <a:rPr lang="pt-BR" sz="2600" dirty="0" err="1"/>
                        <a:t>string</a:t>
                      </a:r>
                      <a:endParaRPr lang="pt-BR" sz="26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19">
                <a:tc>
                  <a:txBody>
                    <a:bodyPr/>
                    <a:lstStyle/>
                    <a:p>
                      <a:r>
                        <a:rPr lang="pt-BR" sz="2600" dirty="0"/>
                        <a:t>ligar(): </a:t>
                      </a:r>
                      <a:r>
                        <a:rPr lang="pt-BR" sz="2600" dirty="0" err="1"/>
                        <a:t>void</a:t>
                      </a:r>
                      <a:endParaRPr lang="pt-BR" sz="2600" dirty="0"/>
                    </a:p>
                    <a:p>
                      <a:r>
                        <a:rPr lang="pt-BR" sz="2600" dirty="0"/>
                        <a:t>desligar():</a:t>
                      </a:r>
                      <a:r>
                        <a:rPr lang="pt-BR" sz="2600" baseline="0" dirty="0"/>
                        <a:t> </a:t>
                      </a:r>
                      <a:r>
                        <a:rPr lang="pt-BR" sz="2600" baseline="0" dirty="0" err="1"/>
                        <a:t>void</a:t>
                      </a:r>
                      <a:endParaRPr lang="pt-BR" sz="2600" baseline="0" dirty="0"/>
                    </a:p>
                    <a:p>
                      <a:r>
                        <a:rPr lang="pt-BR" sz="2600" dirty="0" err="1"/>
                        <a:t>enviarMensagem</a:t>
                      </a:r>
                      <a:r>
                        <a:rPr lang="pt-BR" sz="2600" dirty="0"/>
                        <a:t>(</a:t>
                      </a:r>
                      <a:r>
                        <a:rPr lang="pt-BR" sz="2600" dirty="0" err="1"/>
                        <a:t>msg</a:t>
                      </a:r>
                      <a:r>
                        <a:rPr lang="pt-BR" sz="2600" dirty="0"/>
                        <a:t>: string): </a:t>
                      </a:r>
                      <a:r>
                        <a:rPr lang="pt-BR" sz="2600" dirty="0" err="1"/>
                        <a:t>void</a:t>
                      </a:r>
                      <a:endParaRPr lang="pt-BR" sz="26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ítulo 4">
            <a:extLst>
              <a:ext uri="{FF2B5EF4-FFF2-40B4-BE49-F238E27FC236}">
                <a16:creationId xmlns:a16="http://schemas.microsoft.com/office/drawing/2014/main" id="{B4658E21-3D00-48CD-A16B-1487800E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</a:t>
            </a:r>
          </a:p>
        </p:txBody>
      </p:sp>
      <p:sp>
        <p:nvSpPr>
          <p:cNvPr id="8" name="Igual a 7">
            <a:extLst>
              <a:ext uri="{FF2B5EF4-FFF2-40B4-BE49-F238E27FC236}">
                <a16:creationId xmlns:a16="http://schemas.microsoft.com/office/drawing/2014/main" id="{886DD65B-0252-4562-8FFB-E74C48DD6F3C}"/>
              </a:ext>
            </a:extLst>
          </p:cNvPr>
          <p:cNvSpPr/>
          <p:nvPr/>
        </p:nvSpPr>
        <p:spPr>
          <a:xfrm>
            <a:off x="2996796" y="1650533"/>
            <a:ext cx="412805" cy="333047"/>
          </a:xfrm>
          <a:prstGeom prst="mathEqual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626AEBD-954F-45A1-A63D-18B8DA9A8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53" y="2504129"/>
            <a:ext cx="1740194" cy="3415938"/>
          </a:xfrm>
          <a:prstGeom prst="rect">
            <a:avLst/>
          </a:prstGeom>
        </p:spPr>
      </p:pic>
      <p:pic>
        <p:nvPicPr>
          <p:cNvPr id="26" name="Gráfico 25" descr="Seta de linha: curva ligeira">
            <a:extLst>
              <a:ext uri="{FF2B5EF4-FFF2-40B4-BE49-F238E27FC236}">
                <a16:creationId xmlns:a16="http://schemas.microsoft.com/office/drawing/2014/main" id="{6F1C0C3D-D952-46AA-9577-5E413269AA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2398291" y="2498507"/>
            <a:ext cx="1072777" cy="914400"/>
          </a:xfrm>
          <a:prstGeom prst="rect">
            <a:avLst/>
          </a:prstGeom>
        </p:spPr>
      </p:pic>
      <p:pic>
        <p:nvPicPr>
          <p:cNvPr id="35" name="Gráfico 34" descr="Seta de linha: curva ligeira">
            <a:extLst>
              <a:ext uri="{FF2B5EF4-FFF2-40B4-BE49-F238E27FC236}">
                <a16:creationId xmlns:a16="http://schemas.microsoft.com/office/drawing/2014/main" id="{19F78A8D-BBFB-42C7-BD6E-ED5406CC2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98291" y="4153166"/>
            <a:ext cx="1011310" cy="914400"/>
          </a:xfrm>
          <a:prstGeom prst="rect">
            <a:avLst/>
          </a:prstGeom>
        </p:spPr>
      </p:pic>
      <p:pic>
        <p:nvPicPr>
          <p:cNvPr id="36" name="Gráfico 35" descr="Seta de linha: curva ligeira">
            <a:extLst>
              <a:ext uri="{FF2B5EF4-FFF2-40B4-BE49-F238E27FC236}">
                <a16:creationId xmlns:a16="http://schemas.microsoft.com/office/drawing/2014/main" id="{20937B43-ABF4-42F5-86B1-50B553C082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475846" flipV="1">
            <a:off x="5285992" y="2411886"/>
            <a:ext cx="2548760" cy="1719283"/>
          </a:xfrm>
          <a:prstGeom prst="rect">
            <a:avLst/>
          </a:prstGeom>
        </p:spPr>
      </p:pic>
      <p:pic>
        <p:nvPicPr>
          <p:cNvPr id="32" name="Gráfico 31" descr="Seta para Direita">
            <a:extLst>
              <a:ext uri="{FF2B5EF4-FFF2-40B4-BE49-F238E27FC236}">
                <a16:creationId xmlns:a16="http://schemas.microsoft.com/office/drawing/2014/main" id="{5D5D376F-77F5-406D-87EC-AB5BE36920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58758">
            <a:off x="5823374" y="4352241"/>
            <a:ext cx="1806536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4658E21-3D00-48CD-A16B-1487800E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</a:t>
            </a:r>
          </a:p>
        </p:txBody>
      </p:sp>
      <p:sp>
        <p:nvSpPr>
          <p:cNvPr id="3" name="Retângulo 14">
            <a:extLst>
              <a:ext uri="{FF2B5EF4-FFF2-40B4-BE49-F238E27FC236}">
                <a16:creationId xmlns:a16="http://schemas.microsoft.com/office/drawing/2014/main" id="{91A237DC-E331-48BB-9AD4-609E26E78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82" y="1007364"/>
            <a:ext cx="1139005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+mj-lt"/>
                <a:cs typeface="Raavi" panose="020B0502040204020203" pitchFamily="34" charset="0"/>
              </a:rPr>
              <a:t>São conjuntos de instruções que cumprem uma tarefa específica e devolvem ou não um valor ao programa que o chamou.</a:t>
            </a:r>
          </a:p>
        </p:txBody>
      </p:sp>
      <p:pic>
        <p:nvPicPr>
          <p:cNvPr id="7" name="Imagem 6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8C6CC328-4BD7-4E82-9FE7-E4797F345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  <p:grpSp>
        <p:nvGrpSpPr>
          <p:cNvPr id="8" name="Agrupar 7">
            <a:extLst>
              <a:ext uri="{FF2B5EF4-FFF2-40B4-BE49-F238E27FC236}">
                <a16:creationId xmlns:a16="http://schemas.microsoft.com/office/drawing/2014/main" id="{0CEDBED9-3ADD-4200-A025-6712A2D99DAF}"/>
              </a:ext>
            </a:extLst>
          </p:cNvPr>
          <p:cNvGrpSpPr/>
          <p:nvPr/>
        </p:nvGrpSpPr>
        <p:grpSpPr>
          <a:xfrm>
            <a:off x="539933" y="2394217"/>
            <a:ext cx="7254238" cy="2324099"/>
            <a:chOff x="3997671" y="2192890"/>
            <a:chExt cx="6624147" cy="4032419"/>
          </a:xfrm>
        </p:grpSpPr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F3C0700D-2F32-4D13-95AB-97332023A486}"/>
                </a:ext>
              </a:extLst>
            </p:cNvPr>
            <p:cNvGrpSpPr/>
            <p:nvPr/>
          </p:nvGrpSpPr>
          <p:grpSpPr>
            <a:xfrm>
              <a:off x="3997671" y="2192890"/>
              <a:ext cx="6624147" cy="4032419"/>
              <a:chOff x="5643415" y="1856509"/>
              <a:chExt cx="5148000" cy="2160000"/>
            </a:xfrm>
          </p:grpSpPr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98F5A7C8-0E21-471E-AC99-60A0D84722F2}"/>
                  </a:ext>
                </a:extLst>
              </p:cNvPr>
              <p:cNvSpPr/>
              <p:nvPr/>
            </p:nvSpPr>
            <p:spPr>
              <a:xfrm>
                <a:off x="5735782" y="1958109"/>
                <a:ext cx="4959927" cy="197658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200">
                  <a:latin typeface="Consolas" panose="020B0609020204030204" pitchFamily="49" charset="0"/>
                </a:endParaRPr>
              </a:p>
            </p:txBody>
          </p:sp>
          <p:sp>
            <p:nvSpPr>
              <p:cNvPr id="12" name="Retângulo 11">
                <a:extLst>
                  <a:ext uri="{FF2B5EF4-FFF2-40B4-BE49-F238E27FC236}">
                    <a16:creationId xmlns:a16="http://schemas.microsoft.com/office/drawing/2014/main" id="{E67E54BC-E720-455A-8AFE-B7FFA64184CF}"/>
                  </a:ext>
                </a:extLst>
              </p:cNvPr>
              <p:cNvSpPr/>
              <p:nvPr/>
            </p:nvSpPr>
            <p:spPr>
              <a:xfrm>
                <a:off x="5643415" y="1856509"/>
                <a:ext cx="5148000" cy="2160000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200"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0C7FC05C-6504-4444-B186-9704CD2A593A}"/>
                </a:ext>
              </a:extLst>
            </p:cNvPr>
            <p:cNvSpPr txBox="1"/>
            <p:nvPr/>
          </p:nvSpPr>
          <p:spPr>
            <a:xfrm>
              <a:off x="4325725" y="2612690"/>
              <a:ext cx="5963741" cy="3611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 hangingPunct="1">
                <a:buClr>
                  <a:schemeClr val="accent1"/>
                </a:buClr>
                <a:buSzPct val="85000"/>
                <a:buFont typeface="Wingdings" panose="05000000000000000000" pitchFamily="2" charset="2"/>
                <a:buNone/>
              </a:pPr>
              <a:r>
                <a:rPr lang="pt-BR" altLang="pt-BR" sz="2200" b="1" dirty="0">
                  <a:solidFill>
                    <a:srgbClr val="0066FF"/>
                  </a:solidFill>
                  <a:latin typeface="Consolas" panose="020B0609020204030204" pitchFamily="49" charset="0"/>
                  <a:cs typeface="Raavi" panose="020B0502040204020203" pitchFamily="34" charset="0"/>
                </a:rPr>
                <a:t>tipo de retorno </a:t>
              </a:r>
              <a:r>
                <a:rPr lang="pt-BR" altLang="pt-BR" sz="2200" dirty="0">
                  <a:latin typeface="Consolas" panose="020B0609020204030204" pitchFamily="49" charset="0"/>
                  <a:cs typeface="Raavi" panose="020B0502040204020203" pitchFamily="34" charset="0"/>
                </a:rPr>
                <a:t>nome(parâmetros) </a:t>
              </a:r>
            </a:p>
            <a:p>
              <a:pPr eaLnBrk="1" hangingPunct="1">
                <a:buClr>
                  <a:schemeClr val="accent1"/>
                </a:buClr>
                <a:buSzPct val="85000"/>
                <a:buFont typeface="Wingdings" panose="05000000000000000000" pitchFamily="2" charset="2"/>
                <a:buNone/>
              </a:pPr>
              <a:r>
                <a:rPr lang="pt-BR" altLang="pt-BR" sz="2200" dirty="0">
                  <a:latin typeface="Consolas" panose="020B0609020204030204" pitchFamily="49" charset="0"/>
                  <a:cs typeface="Raavi" panose="020B0502040204020203" pitchFamily="34" charset="0"/>
                </a:rPr>
                <a:t>{</a:t>
              </a:r>
            </a:p>
            <a:p>
              <a:pPr eaLnBrk="1" hangingPunct="1">
                <a:buClr>
                  <a:schemeClr val="accent1"/>
                </a:buClr>
                <a:buSzPct val="85000"/>
                <a:buFont typeface="Wingdings" panose="05000000000000000000" pitchFamily="2" charset="2"/>
                <a:buNone/>
              </a:pPr>
              <a:r>
                <a:rPr lang="pt-BR" altLang="pt-BR" sz="2200" dirty="0">
                  <a:latin typeface="Consolas" panose="020B0609020204030204" pitchFamily="49" charset="0"/>
                  <a:cs typeface="Raavi" panose="020B0502040204020203" pitchFamily="34" charset="0"/>
                </a:rPr>
                <a:t>		instruções;</a:t>
              </a:r>
            </a:p>
            <a:p>
              <a:pPr eaLnBrk="1" hangingPunct="1">
                <a:buClr>
                  <a:schemeClr val="accent1"/>
                </a:buClr>
                <a:buSzPct val="85000"/>
                <a:buFont typeface="Wingdings" panose="05000000000000000000" pitchFamily="2" charset="2"/>
                <a:buNone/>
              </a:pPr>
              <a:r>
                <a:rPr lang="pt-BR" altLang="pt-BR" sz="2200" dirty="0">
                  <a:latin typeface="Consolas" panose="020B0609020204030204" pitchFamily="49" charset="0"/>
                  <a:cs typeface="Raavi" panose="020B0502040204020203" pitchFamily="34" charset="0"/>
                </a:rPr>
                <a:t>   	&lt;</a:t>
              </a:r>
              <a:r>
                <a:rPr lang="pt-BR" altLang="pt-BR" sz="2200" dirty="0" err="1">
                  <a:latin typeface="Consolas" panose="020B0609020204030204" pitchFamily="49" charset="0"/>
                  <a:cs typeface="Raavi" panose="020B0502040204020203" pitchFamily="34" charset="0"/>
                </a:rPr>
                <a:t>return</a:t>
              </a:r>
              <a:r>
                <a:rPr lang="pt-BR" altLang="pt-BR" sz="2200" dirty="0">
                  <a:latin typeface="Consolas" panose="020B0609020204030204" pitchFamily="49" charset="0"/>
                  <a:cs typeface="Raavi" panose="020B0502040204020203" pitchFamily="34" charset="0"/>
                </a:rPr>
                <a:t> resposta&gt;;</a:t>
              </a:r>
            </a:p>
            <a:p>
              <a:pPr eaLnBrk="1" hangingPunct="1">
                <a:buClr>
                  <a:schemeClr val="accent1"/>
                </a:buClr>
                <a:buSzPct val="85000"/>
                <a:buFont typeface="Wingdings" panose="05000000000000000000" pitchFamily="2" charset="2"/>
                <a:buNone/>
              </a:pPr>
              <a:r>
                <a:rPr lang="pt-BR" altLang="pt-BR" sz="2200" dirty="0">
                  <a:latin typeface="Consolas" panose="020B0609020204030204" pitchFamily="49" charset="0"/>
                  <a:cs typeface="Raavi" panose="020B0502040204020203" pitchFamily="34" charset="0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69536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4658E21-3D00-48CD-A16B-1487800E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</a:t>
            </a:r>
          </a:p>
        </p:txBody>
      </p:sp>
      <p:pic>
        <p:nvPicPr>
          <p:cNvPr id="7" name="Imagem 6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8C6CC328-4BD7-4E82-9FE7-E4797F345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  <p:sp>
        <p:nvSpPr>
          <p:cNvPr id="2" name="Text Box 5">
            <a:extLst>
              <a:ext uri="{FF2B5EF4-FFF2-40B4-BE49-F238E27FC236}">
                <a16:creationId xmlns:a16="http://schemas.microsoft.com/office/drawing/2014/main" id="{7826F4CA-9FB0-4CFF-B29E-014925027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83" y="1012752"/>
            <a:ext cx="9050991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anchor="ctr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627063" indent="-542925" algn="just">
              <a:spcBef>
                <a:spcPct val="0"/>
              </a:spcBef>
              <a:buBlip>
                <a:blip r:embed="rId3"/>
              </a:buBlip>
            </a:pPr>
            <a:r>
              <a:rPr lang="pt-BR" altLang="pt-BR" sz="2800" dirty="0">
                <a:latin typeface="+mj-lt"/>
              </a:rPr>
              <a:t>Os métodos também possuem padrão de nomenclatura. Eles sempre começam com a primeira inicial minúscula e as outras iniciais maiúsculas.</a:t>
            </a:r>
          </a:p>
          <a:p>
            <a:pPr marL="1520825" lvl="1" indent="-523875" algn="just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pt-BR" altLang="pt-BR" sz="28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pegarInformacao</a:t>
            </a:r>
            <a:r>
              <a:rPr lang="pt-BR" altLang="pt-BR" sz="28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()</a:t>
            </a:r>
            <a:r>
              <a:rPr lang="pt-BR" altLang="pt-BR" sz="280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pPr marL="1520825" lvl="1" indent="-523875" algn="just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pt-BR" altLang="pt-BR" sz="28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executarComandoInicial</a:t>
            </a:r>
            <a:r>
              <a:rPr lang="pt-BR" altLang="pt-BR" sz="28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()</a:t>
            </a:r>
          </a:p>
          <a:p>
            <a:pPr marL="84138" indent="0" algn="just">
              <a:spcBef>
                <a:spcPct val="0"/>
              </a:spcBef>
              <a:buNone/>
            </a:pPr>
            <a:endParaRPr lang="pt-BR" altLang="pt-BR" sz="2800" dirty="0">
              <a:latin typeface="+mj-lt"/>
            </a:endParaRPr>
          </a:p>
          <a:p>
            <a:pPr marL="627063" indent="-542925" algn="just">
              <a:spcBef>
                <a:spcPct val="0"/>
              </a:spcBef>
              <a:buBlip>
                <a:blip r:embed="rId3"/>
              </a:buBlip>
            </a:pPr>
            <a:r>
              <a:rPr lang="pt-BR" altLang="pt-BR" sz="2800" dirty="0">
                <a:latin typeface="+mj-lt"/>
              </a:rPr>
              <a:t>Os métodos geralmente são ações que podem ser efetuadas entre os atributos do objeto.</a:t>
            </a:r>
          </a:p>
          <a:p>
            <a:pPr marL="627063" indent="-542925" algn="just">
              <a:spcBef>
                <a:spcPct val="0"/>
              </a:spcBef>
              <a:buBlip>
                <a:blip r:embed="rId3"/>
              </a:buBlip>
            </a:pPr>
            <a:r>
              <a:rPr lang="pt-BR" altLang="pt-BR" sz="2800" dirty="0">
                <a:latin typeface="+mj-lt"/>
              </a:rPr>
              <a:t>Métodos que não retornam valores, apenas executam ações, são do tipo </a:t>
            </a:r>
            <a:r>
              <a:rPr lang="pt-BR" altLang="pt-BR" sz="2800" i="1" dirty="0" err="1">
                <a:latin typeface="+mj-lt"/>
              </a:rPr>
              <a:t>void</a:t>
            </a:r>
            <a:r>
              <a:rPr lang="pt-BR" altLang="pt-BR" sz="28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12527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4658E21-3D00-48CD-A16B-1487800E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</a:t>
            </a:r>
          </a:p>
        </p:txBody>
      </p:sp>
      <p:pic>
        <p:nvPicPr>
          <p:cNvPr id="7" name="Imagem 6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8C6CC328-4BD7-4E82-9FE7-E4797F345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  <p:sp>
        <p:nvSpPr>
          <p:cNvPr id="2" name="Text Box 5">
            <a:extLst>
              <a:ext uri="{FF2B5EF4-FFF2-40B4-BE49-F238E27FC236}">
                <a16:creationId xmlns:a16="http://schemas.microsoft.com/office/drawing/2014/main" id="{7826F4CA-9FB0-4CFF-B29E-014925027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83" y="1006471"/>
            <a:ext cx="10215408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anchor="ctr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627063" indent="-542925" algn="just">
              <a:spcBef>
                <a:spcPct val="0"/>
              </a:spcBef>
              <a:buBlip>
                <a:blip r:embed="rId3"/>
              </a:buBlip>
            </a:pPr>
            <a:r>
              <a:rPr lang="pt-BR" altLang="pt-BR" sz="2800" dirty="0">
                <a:latin typeface="+mj-lt"/>
              </a:rPr>
              <a:t>Os métodos podem ou não assumir tipos de dados, caso não assumam, são chamados de </a:t>
            </a:r>
            <a:r>
              <a:rPr lang="pt-BR" altLang="pt-BR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procedimentos</a:t>
            </a:r>
            <a:r>
              <a:rPr lang="pt-BR" altLang="pt-BR" sz="2800" dirty="0">
                <a:latin typeface="+mj-lt"/>
              </a:rPr>
              <a:t>, pois executam um conjunto de instruções sem devolverem valor algum a quem os chamou. </a:t>
            </a:r>
          </a:p>
          <a:p>
            <a:pPr marL="627063" indent="-542925" algn="just">
              <a:spcBef>
                <a:spcPct val="0"/>
              </a:spcBef>
              <a:buBlip>
                <a:blip r:embed="rId3"/>
              </a:buBlip>
            </a:pPr>
            <a:r>
              <a:rPr lang="pt-BR" altLang="pt-BR" sz="2800" dirty="0">
                <a:latin typeface="+mj-lt"/>
              </a:rPr>
              <a:t>Um método sem tipo recebe em sua definição a palavra-chave </a:t>
            </a:r>
            <a:r>
              <a:rPr lang="pt-BR" altLang="pt-BR" sz="28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void</a:t>
            </a:r>
            <a:r>
              <a:rPr lang="pt-BR" altLang="pt-BR" sz="2800" dirty="0">
                <a:latin typeface="+mj-lt"/>
              </a:rPr>
              <a:t> no lugar do tipo.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107405F0-A38E-44EA-9CC1-3E7F79B40000}"/>
              </a:ext>
            </a:extLst>
          </p:cNvPr>
          <p:cNvGrpSpPr/>
          <p:nvPr/>
        </p:nvGrpSpPr>
        <p:grpSpPr>
          <a:xfrm>
            <a:off x="1292106" y="3543798"/>
            <a:ext cx="7938980" cy="1993301"/>
            <a:chOff x="3997671" y="2192890"/>
            <a:chExt cx="6624147" cy="4032419"/>
          </a:xfrm>
        </p:grpSpPr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id="{59EF22DC-3BDE-4AFD-9350-DD920C4BFF2F}"/>
                </a:ext>
              </a:extLst>
            </p:cNvPr>
            <p:cNvGrpSpPr/>
            <p:nvPr/>
          </p:nvGrpSpPr>
          <p:grpSpPr>
            <a:xfrm>
              <a:off x="3997671" y="2192890"/>
              <a:ext cx="6624147" cy="4032419"/>
              <a:chOff x="5643415" y="1856509"/>
              <a:chExt cx="5148000" cy="2160000"/>
            </a:xfrm>
          </p:grpSpPr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9B7CE72C-47C2-4D0A-BA9B-A9544A88C01C}"/>
                  </a:ext>
                </a:extLst>
              </p:cNvPr>
              <p:cNvSpPr/>
              <p:nvPr/>
            </p:nvSpPr>
            <p:spPr>
              <a:xfrm>
                <a:off x="5735782" y="1958109"/>
                <a:ext cx="4959927" cy="197658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200">
                  <a:latin typeface="Consolas" panose="020B0609020204030204" pitchFamily="49" charset="0"/>
                </a:endParaRPr>
              </a:p>
            </p:txBody>
          </p:sp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D54E2FB6-E997-4043-84C8-8CD5CF0F53AC}"/>
                  </a:ext>
                </a:extLst>
              </p:cNvPr>
              <p:cNvSpPr/>
              <p:nvPr/>
            </p:nvSpPr>
            <p:spPr>
              <a:xfrm>
                <a:off x="5643415" y="1856509"/>
                <a:ext cx="5148000" cy="2160000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200"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9A3141E9-9CFA-49A9-B6A8-270A6B8F4EF1}"/>
                </a:ext>
              </a:extLst>
            </p:cNvPr>
            <p:cNvSpPr txBox="1"/>
            <p:nvPr/>
          </p:nvSpPr>
          <p:spPr>
            <a:xfrm>
              <a:off x="4325725" y="2612690"/>
              <a:ext cx="5963741" cy="3063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defRPr/>
              </a:pPr>
              <a:r>
                <a:rPr lang="pt-BR" sz="2200" dirty="0">
                  <a:solidFill>
                    <a:srgbClr val="339933"/>
                  </a:solidFill>
                  <a:latin typeface="Consolas" panose="020B0609020204030204" pitchFamily="49" charset="0"/>
                </a:rPr>
                <a:t>//Procedimento sem parâmetro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defRPr/>
              </a:pPr>
              <a:r>
                <a:rPr lang="pt-BR" sz="2200" dirty="0" err="1">
                  <a:solidFill>
                    <a:srgbClr val="0066FF"/>
                  </a:solidFill>
                  <a:latin typeface="Consolas" panose="020B0609020204030204" pitchFamily="49" charset="0"/>
                </a:rPr>
                <a:t>void</a:t>
              </a:r>
              <a:r>
                <a:rPr lang="pt-BR" sz="2200" dirty="0">
                  <a:latin typeface="Consolas" panose="020B0609020204030204" pitchFamily="49" charset="0"/>
                </a:rPr>
                <a:t> imprime() {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defRPr/>
              </a:pPr>
              <a:r>
                <a:rPr lang="pt-BR" sz="2200" dirty="0">
                  <a:latin typeface="Consolas" panose="020B0609020204030204" pitchFamily="49" charset="0"/>
                </a:rPr>
                <a:t>	</a:t>
              </a:r>
              <a:r>
                <a:rPr lang="pt-BR" sz="2200" dirty="0" err="1">
                  <a:solidFill>
                    <a:srgbClr val="003399"/>
                  </a:solidFill>
                  <a:latin typeface="Consolas" panose="020B0609020204030204" pitchFamily="49" charset="0"/>
                </a:rPr>
                <a:t>System</a:t>
              </a:r>
              <a:r>
                <a:rPr lang="pt-BR" sz="2200" dirty="0" err="1">
                  <a:latin typeface="Consolas" panose="020B0609020204030204" pitchFamily="49" charset="0"/>
                </a:rPr>
                <a:t>.out.println</a:t>
              </a:r>
              <a:r>
                <a:rPr lang="pt-BR" sz="2200" dirty="0">
                  <a:latin typeface="Consolas" panose="020B0609020204030204" pitchFamily="49" charset="0"/>
                </a:rPr>
                <a:t>(“Estamos imprimindo!”);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defRPr/>
              </a:pPr>
              <a:r>
                <a:rPr lang="pt-BR" sz="2200" dirty="0">
                  <a:latin typeface="Consolas" panose="020B0609020204030204" pitchFamily="49" charset="0"/>
                </a:rPr>
                <a:t>}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78028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4658E21-3D00-48CD-A16B-1487800E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</a:t>
            </a:r>
          </a:p>
        </p:txBody>
      </p:sp>
      <p:pic>
        <p:nvPicPr>
          <p:cNvPr id="7" name="Imagem 6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8C6CC328-4BD7-4E82-9FE7-E4797F345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  <p:sp>
        <p:nvSpPr>
          <p:cNvPr id="2" name="Text Box 5">
            <a:extLst>
              <a:ext uri="{FF2B5EF4-FFF2-40B4-BE49-F238E27FC236}">
                <a16:creationId xmlns:a16="http://schemas.microsoft.com/office/drawing/2014/main" id="{7826F4CA-9FB0-4CFF-B29E-014925027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83" y="1016764"/>
            <a:ext cx="10215408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anchor="ctr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627063" indent="-542925" algn="just">
              <a:spcBef>
                <a:spcPct val="0"/>
              </a:spcBef>
              <a:buBlip>
                <a:blip r:embed="rId3"/>
              </a:buBlip>
            </a:pPr>
            <a:r>
              <a:rPr lang="pt-BR" altLang="pt-BR" sz="2800" dirty="0">
                <a:latin typeface="+mj-lt"/>
              </a:rPr>
              <a:t>Quando os métodos assumem algum tipo, eles são chamados de </a:t>
            </a:r>
            <a:r>
              <a:rPr lang="pt-BR" altLang="pt-BR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funções </a:t>
            </a:r>
            <a:r>
              <a:rPr lang="pt-BR" altLang="pt-BR" sz="2800" dirty="0">
                <a:latin typeface="+mj-lt"/>
              </a:rPr>
              <a:t>e precisam do comando </a:t>
            </a:r>
            <a:r>
              <a:rPr lang="pt-BR" altLang="pt-BR" sz="28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return</a:t>
            </a:r>
            <a:r>
              <a:rPr lang="pt-BR" altLang="pt-BR" sz="2800" dirty="0">
                <a:latin typeface="+mj-lt"/>
              </a:rPr>
              <a:t> para devolver o valor resultante da execução de suas instruções internas. 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47A9B7B-EEA9-4E53-AC03-AE5C59680179}"/>
              </a:ext>
            </a:extLst>
          </p:cNvPr>
          <p:cNvGrpSpPr/>
          <p:nvPr/>
        </p:nvGrpSpPr>
        <p:grpSpPr>
          <a:xfrm>
            <a:off x="792481" y="2564673"/>
            <a:ext cx="5512526" cy="2434048"/>
            <a:chOff x="862149" y="3239845"/>
            <a:chExt cx="8518962" cy="2618809"/>
          </a:xfrm>
        </p:grpSpPr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id="{59EF22DC-3BDE-4AFD-9350-DD920C4BFF2F}"/>
                </a:ext>
              </a:extLst>
            </p:cNvPr>
            <p:cNvGrpSpPr/>
            <p:nvPr/>
          </p:nvGrpSpPr>
          <p:grpSpPr>
            <a:xfrm>
              <a:off x="862149" y="3239845"/>
              <a:ext cx="8518962" cy="2618809"/>
              <a:chOff x="5643415" y="1856509"/>
              <a:chExt cx="5148000" cy="2160000"/>
            </a:xfrm>
          </p:grpSpPr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9B7CE72C-47C2-4D0A-BA9B-A9544A88C01C}"/>
                  </a:ext>
                </a:extLst>
              </p:cNvPr>
              <p:cNvSpPr/>
              <p:nvPr/>
            </p:nvSpPr>
            <p:spPr>
              <a:xfrm>
                <a:off x="5735782" y="1958109"/>
                <a:ext cx="4959927" cy="19742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200">
                  <a:latin typeface="Consolas" panose="020B0609020204030204" pitchFamily="49" charset="0"/>
                </a:endParaRPr>
              </a:p>
            </p:txBody>
          </p:sp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D54E2FB6-E997-4043-84C8-8CD5CF0F53AC}"/>
                  </a:ext>
                </a:extLst>
              </p:cNvPr>
              <p:cNvSpPr/>
              <p:nvPr/>
            </p:nvSpPr>
            <p:spPr>
              <a:xfrm>
                <a:off x="5643415" y="1856509"/>
                <a:ext cx="5148000" cy="2160000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200" dirty="0"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9A3141E9-9CFA-49A9-B6A8-270A6B8F4EF1}"/>
                </a:ext>
              </a:extLst>
            </p:cNvPr>
            <p:cNvSpPr txBox="1"/>
            <p:nvPr/>
          </p:nvSpPr>
          <p:spPr>
            <a:xfrm>
              <a:off x="1361498" y="3534921"/>
              <a:ext cx="7669649" cy="18866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defRPr/>
              </a:pPr>
              <a:r>
                <a:rPr lang="pt-BR" sz="2200" dirty="0">
                  <a:solidFill>
                    <a:srgbClr val="339933"/>
                  </a:solidFill>
                  <a:latin typeface="Consolas" panose="020B0609020204030204" pitchFamily="49" charset="0"/>
                </a:rPr>
                <a:t>//Função sem parâmetro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defRPr/>
              </a:pPr>
              <a:r>
                <a:rPr lang="pt-BR" sz="2200" dirty="0" err="1">
                  <a:solidFill>
                    <a:srgbClr val="0066FF"/>
                  </a:solidFill>
                  <a:latin typeface="Consolas" panose="020B0609020204030204" pitchFamily="49" charset="0"/>
                </a:rPr>
                <a:t>int</a:t>
              </a:r>
              <a:r>
                <a:rPr lang="pt-BR" sz="2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numero() {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defRPr/>
              </a:pPr>
              <a:r>
                <a:rPr lang="pt-BR" sz="2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	</a:t>
              </a:r>
              <a:r>
                <a:rPr lang="pt-BR" sz="2200" dirty="0" err="1">
                  <a:solidFill>
                    <a:srgbClr val="0066FF"/>
                  </a:solidFill>
                  <a:latin typeface="Consolas" panose="020B0609020204030204" pitchFamily="49" charset="0"/>
                </a:rPr>
                <a:t>int</a:t>
              </a:r>
              <a:r>
                <a:rPr lang="pt-BR" sz="2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num = </a:t>
              </a:r>
              <a:r>
                <a:rPr lang="pt-BR" sz="2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Math.random</a:t>
              </a:r>
              <a:r>
                <a:rPr lang="pt-BR" sz="2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();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defRPr/>
              </a:pPr>
              <a:r>
                <a:rPr lang="pt-BR" sz="2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	</a:t>
              </a:r>
              <a:r>
                <a:rPr lang="pt-BR" sz="2200" dirty="0" err="1">
                  <a:solidFill>
                    <a:srgbClr val="0066FF"/>
                  </a:solidFill>
                  <a:latin typeface="Consolas" panose="020B0609020204030204" pitchFamily="49" charset="0"/>
                </a:rPr>
                <a:t>return</a:t>
              </a:r>
              <a:r>
                <a:rPr lang="pt-BR" sz="2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num;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defRPr/>
              </a:pPr>
              <a:r>
                <a:rPr lang="pt-BR" sz="2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04619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4658E21-3D00-48CD-A16B-1487800E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</a:t>
            </a: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7826F4CA-9FB0-4CFF-B29E-014925027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83" y="1012053"/>
            <a:ext cx="10215408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anchor="ctr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627063" indent="-542925" algn="just">
              <a:spcBef>
                <a:spcPct val="0"/>
              </a:spcBef>
              <a:buBlip>
                <a:blip r:embed="rId2"/>
              </a:buBlip>
            </a:pPr>
            <a:r>
              <a:rPr lang="pt-BR" altLang="pt-BR" sz="2800" dirty="0">
                <a:latin typeface="+mj-lt"/>
              </a:rPr>
              <a:t>Os métodos podem receber dados para serem utilizados internamente, os quais são chamados de </a:t>
            </a:r>
            <a:r>
              <a:rPr lang="pt-BR" altLang="pt-BR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parâmetros</a:t>
            </a:r>
            <a:r>
              <a:rPr lang="pt-BR" altLang="pt-BR" sz="2800" dirty="0">
                <a:latin typeface="+mj-lt"/>
              </a:rPr>
              <a:t> ou de </a:t>
            </a:r>
            <a:r>
              <a:rPr lang="pt-BR" altLang="pt-BR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argumentos</a:t>
            </a:r>
            <a:r>
              <a:rPr lang="pt-BR" altLang="pt-BR" sz="2800" dirty="0">
                <a:latin typeface="+mj-lt"/>
              </a:rPr>
              <a:t>.</a:t>
            </a:r>
          </a:p>
          <a:p>
            <a:pPr marL="627063" indent="-542925" algn="just">
              <a:spcBef>
                <a:spcPct val="0"/>
              </a:spcBef>
              <a:buBlip>
                <a:blip r:embed="rId2"/>
              </a:buBlip>
            </a:pPr>
            <a:r>
              <a:rPr lang="pt-BR" altLang="pt-BR" sz="2800" dirty="0">
                <a:latin typeface="+mj-lt"/>
              </a:rPr>
              <a:t>Quando os parâmetros são passados para os métodos, é criada uma cópia dos valores. 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47A9B7B-EEA9-4E53-AC03-AE5C59680179}"/>
              </a:ext>
            </a:extLst>
          </p:cNvPr>
          <p:cNvGrpSpPr/>
          <p:nvPr/>
        </p:nvGrpSpPr>
        <p:grpSpPr>
          <a:xfrm>
            <a:off x="591929" y="2851082"/>
            <a:ext cx="5251523" cy="3013021"/>
            <a:chOff x="862149" y="3239845"/>
            <a:chExt cx="8518962" cy="2618809"/>
          </a:xfrm>
        </p:grpSpPr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id="{59EF22DC-3BDE-4AFD-9350-DD920C4BFF2F}"/>
                </a:ext>
              </a:extLst>
            </p:cNvPr>
            <p:cNvGrpSpPr/>
            <p:nvPr/>
          </p:nvGrpSpPr>
          <p:grpSpPr>
            <a:xfrm>
              <a:off x="862149" y="3239845"/>
              <a:ext cx="8518962" cy="2618809"/>
              <a:chOff x="5643415" y="1856509"/>
              <a:chExt cx="5148000" cy="2160000"/>
            </a:xfrm>
          </p:grpSpPr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9B7CE72C-47C2-4D0A-BA9B-A9544A88C01C}"/>
                  </a:ext>
                </a:extLst>
              </p:cNvPr>
              <p:cNvSpPr/>
              <p:nvPr/>
            </p:nvSpPr>
            <p:spPr>
              <a:xfrm>
                <a:off x="5735782" y="1958109"/>
                <a:ext cx="4959927" cy="19742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300">
                  <a:latin typeface="Consolas" panose="020B0609020204030204" pitchFamily="49" charset="0"/>
                </a:endParaRPr>
              </a:p>
            </p:txBody>
          </p:sp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D54E2FB6-E997-4043-84C8-8CD5CF0F53AC}"/>
                  </a:ext>
                </a:extLst>
              </p:cNvPr>
              <p:cNvSpPr/>
              <p:nvPr/>
            </p:nvSpPr>
            <p:spPr>
              <a:xfrm>
                <a:off x="5643415" y="1856509"/>
                <a:ext cx="5148000" cy="2160000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300"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9A3141E9-9CFA-49A9-B6A8-270A6B8F4EF1}"/>
                </a:ext>
              </a:extLst>
            </p:cNvPr>
            <p:cNvSpPr txBox="1"/>
            <p:nvPr/>
          </p:nvSpPr>
          <p:spPr>
            <a:xfrm>
              <a:off x="1361498" y="3534921"/>
              <a:ext cx="7669649" cy="19422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defRPr/>
              </a:pPr>
              <a:r>
                <a:rPr lang="pt-BR" sz="2200" dirty="0">
                  <a:solidFill>
                    <a:srgbClr val="339933"/>
                  </a:solidFill>
                  <a:latin typeface="Consolas" panose="020B0609020204030204" pitchFamily="49" charset="0"/>
                </a:rPr>
                <a:t>//Procedimento com parâmetro</a:t>
              </a:r>
            </a:p>
            <a:p>
              <a:pPr marL="342900" indent="-342900">
                <a:spcBef>
                  <a:spcPct val="20000"/>
                </a:spcBef>
                <a:buClr>
                  <a:schemeClr val="bg2"/>
                </a:buClr>
                <a:buSzPct val="75000"/>
                <a:defRPr/>
              </a:pPr>
              <a:r>
                <a:rPr lang="pt-BR" sz="2200" dirty="0" err="1">
                  <a:solidFill>
                    <a:srgbClr val="0066FF"/>
                  </a:solidFill>
                  <a:latin typeface="Consolas" panose="020B0609020204030204" pitchFamily="49" charset="0"/>
                </a:rPr>
                <a:t>void</a:t>
              </a:r>
              <a:r>
                <a:rPr lang="pt-BR" sz="2200" dirty="0">
                  <a:latin typeface="Consolas" panose="020B0609020204030204" pitchFamily="49" charset="0"/>
                </a:rPr>
                <a:t> dobro (</a:t>
              </a:r>
              <a:r>
                <a:rPr lang="pt-BR" sz="2200" dirty="0" err="1">
                  <a:solidFill>
                    <a:srgbClr val="0066FF"/>
                  </a:solidFill>
                  <a:latin typeface="Consolas" panose="020B0609020204030204" pitchFamily="49" charset="0"/>
                </a:rPr>
                <a:t>int</a:t>
              </a:r>
              <a:r>
                <a:rPr lang="pt-BR" sz="2200" dirty="0">
                  <a:latin typeface="Consolas" panose="020B0609020204030204" pitchFamily="49" charset="0"/>
                </a:rPr>
                <a:t> n) </a:t>
              </a:r>
              <a:r>
                <a:rPr lang="en-US" sz="2200" dirty="0">
                  <a:latin typeface="Consolas" panose="020B0609020204030204" pitchFamily="49" charset="0"/>
                </a:rPr>
                <a:t>{</a:t>
              </a:r>
            </a:p>
            <a:p>
              <a:pPr marL="342900" indent="-342900">
                <a:spcBef>
                  <a:spcPct val="20000"/>
                </a:spcBef>
                <a:buClr>
                  <a:schemeClr val="bg2"/>
                </a:buClr>
                <a:buSzPct val="75000"/>
                <a:defRPr/>
              </a:pPr>
              <a:r>
                <a:rPr lang="pt-BR" sz="2200" dirty="0">
                  <a:solidFill>
                    <a:srgbClr val="003399"/>
                  </a:solidFill>
                  <a:latin typeface="Consolas" panose="020B0609020204030204" pitchFamily="49" charset="0"/>
                </a:rPr>
                <a:t>     </a:t>
              </a:r>
              <a:r>
                <a:rPr lang="pt-BR" sz="2200" dirty="0" err="1">
                  <a:solidFill>
                    <a:srgbClr val="003399"/>
                  </a:solidFill>
                  <a:latin typeface="Consolas" panose="020B0609020204030204" pitchFamily="49" charset="0"/>
                </a:rPr>
                <a:t>int</a:t>
              </a:r>
              <a:r>
                <a:rPr lang="pt-BR" sz="2200" dirty="0">
                  <a:solidFill>
                    <a:srgbClr val="003399"/>
                  </a:solidFill>
                  <a:latin typeface="Consolas" panose="020B0609020204030204" pitchFamily="49" charset="0"/>
                </a:rPr>
                <a:t> </a:t>
              </a:r>
              <a:r>
                <a:rPr lang="pt-BR" sz="2200" dirty="0" err="1">
                  <a:latin typeface="Consolas" panose="020B0609020204030204" pitchFamily="49" charset="0"/>
                </a:rPr>
                <a:t>resp</a:t>
              </a:r>
              <a:r>
                <a:rPr lang="pt-BR" sz="2200" dirty="0">
                  <a:solidFill>
                    <a:srgbClr val="003399"/>
                  </a:solidFill>
                  <a:latin typeface="Consolas" panose="020B0609020204030204" pitchFamily="49" charset="0"/>
                </a:rPr>
                <a:t>;</a:t>
              </a:r>
            </a:p>
            <a:p>
              <a:pPr marL="342900" indent="-342900">
                <a:spcBef>
                  <a:spcPct val="20000"/>
                </a:spcBef>
                <a:buClr>
                  <a:schemeClr val="bg2"/>
                </a:buClr>
                <a:buSzPct val="75000"/>
                <a:defRPr/>
              </a:pPr>
              <a:r>
                <a:rPr lang="pt-BR" sz="2200" dirty="0">
                  <a:solidFill>
                    <a:srgbClr val="003399"/>
                  </a:solidFill>
                  <a:latin typeface="Consolas" panose="020B0609020204030204" pitchFamily="49" charset="0"/>
                </a:rPr>
                <a:t>     </a:t>
              </a:r>
              <a:r>
                <a:rPr lang="pt-BR" sz="2200" dirty="0" err="1">
                  <a:latin typeface="Consolas" panose="020B0609020204030204" pitchFamily="49" charset="0"/>
                </a:rPr>
                <a:t>resp</a:t>
              </a:r>
              <a:r>
                <a:rPr lang="pt-BR" sz="2200" dirty="0">
                  <a:latin typeface="Consolas" panose="020B0609020204030204" pitchFamily="49" charset="0"/>
                </a:rPr>
                <a:t> = n * 2;</a:t>
              </a:r>
            </a:p>
            <a:p>
              <a:pPr marL="342900" indent="-342900">
                <a:spcBef>
                  <a:spcPct val="20000"/>
                </a:spcBef>
                <a:buClr>
                  <a:schemeClr val="bg2"/>
                </a:buClr>
                <a:buSzPct val="75000"/>
                <a:defRPr/>
              </a:pPr>
              <a:r>
                <a:rPr lang="pt-BR" sz="2200" dirty="0">
                  <a:solidFill>
                    <a:srgbClr val="003399"/>
                  </a:solidFill>
                  <a:latin typeface="Consolas" panose="020B0609020204030204" pitchFamily="49" charset="0"/>
                </a:rPr>
                <a:t>	</a:t>
              </a:r>
              <a:r>
                <a:rPr lang="pt-BR" sz="2200" dirty="0" err="1">
                  <a:solidFill>
                    <a:srgbClr val="003399"/>
                  </a:solidFill>
                  <a:latin typeface="Consolas" panose="020B0609020204030204" pitchFamily="49" charset="0"/>
                </a:rPr>
                <a:t>System</a:t>
              </a:r>
              <a:r>
                <a:rPr lang="pt-BR" sz="2200" dirty="0" err="1">
                  <a:latin typeface="Consolas" panose="020B0609020204030204" pitchFamily="49" charset="0"/>
                </a:rPr>
                <a:t>.out.println</a:t>
              </a:r>
              <a:r>
                <a:rPr lang="pt-BR" sz="2200" dirty="0">
                  <a:latin typeface="Consolas" panose="020B0609020204030204" pitchFamily="49" charset="0"/>
                </a:rPr>
                <a:t>(</a:t>
              </a:r>
              <a:r>
                <a:rPr lang="pt-BR" sz="2200" dirty="0" err="1">
                  <a:latin typeface="Consolas" panose="020B0609020204030204" pitchFamily="49" charset="0"/>
                </a:rPr>
                <a:t>resp</a:t>
              </a:r>
              <a:r>
                <a:rPr lang="pt-BR" sz="2200" dirty="0">
                  <a:latin typeface="Consolas" panose="020B0609020204030204" pitchFamily="49" charset="0"/>
                </a:rPr>
                <a:t>);</a:t>
              </a:r>
            </a:p>
            <a:p>
              <a:pPr marL="342900" indent="-342900">
                <a:spcBef>
                  <a:spcPct val="20000"/>
                </a:spcBef>
                <a:buClr>
                  <a:schemeClr val="bg2"/>
                </a:buClr>
                <a:buSzPct val="75000"/>
                <a:defRPr/>
              </a:pPr>
              <a:r>
                <a:rPr lang="pt-BR" sz="2200" dirty="0">
                  <a:latin typeface="Consolas" panose="020B0609020204030204" pitchFamily="49" charset="0"/>
                </a:rPr>
                <a:t>} </a:t>
              </a: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551AC406-CA7A-4EC2-BBCD-52695486F322}"/>
              </a:ext>
            </a:extLst>
          </p:cNvPr>
          <p:cNvGrpSpPr/>
          <p:nvPr/>
        </p:nvGrpSpPr>
        <p:grpSpPr>
          <a:xfrm>
            <a:off x="6188770" y="2827935"/>
            <a:ext cx="5251523" cy="2994865"/>
            <a:chOff x="862149" y="3239845"/>
            <a:chExt cx="8518962" cy="2618809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368C7D62-EF34-4F4F-BB71-4991C17D82C1}"/>
                </a:ext>
              </a:extLst>
            </p:cNvPr>
            <p:cNvGrpSpPr/>
            <p:nvPr/>
          </p:nvGrpSpPr>
          <p:grpSpPr>
            <a:xfrm>
              <a:off x="862149" y="3239845"/>
              <a:ext cx="8518962" cy="2618809"/>
              <a:chOff x="5643415" y="1856509"/>
              <a:chExt cx="5148000" cy="2160000"/>
            </a:xfrm>
          </p:grpSpPr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4E42BAB-6B15-4ED1-A6E0-0D56A63A4AD6}"/>
                  </a:ext>
                </a:extLst>
              </p:cNvPr>
              <p:cNvSpPr/>
              <p:nvPr/>
            </p:nvSpPr>
            <p:spPr>
              <a:xfrm>
                <a:off x="5735782" y="1958109"/>
                <a:ext cx="4959927" cy="19742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300">
                  <a:latin typeface="Consolas" panose="020B0609020204030204" pitchFamily="49" charset="0"/>
                </a:endParaRPr>
              </a:p>
            </p:txBody>
          </p:sp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0C93B449-4302-4B8C-832E-A9D5EBBB6623}"/>
                  </a:ext>
                </a:extLst>
              </p:cNvPr>
              <p:cNvSpPr/>
              <p:nvPr/>
            </p:nvSpPr>
            <p:spPr>
              <a:xfrm>
                <a:off x="5643415" y="1856509"/>
                <a:ext cx="5148000" cy="2160000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300"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A302B371-3F30-4C1D-9D65-3BB9E9C851F4}"/>
                </a:ext>
              </a:extLst>
            </p:cNvPr>
            <p:cNvSpPr txBox="1"/>
            <p:nvPr/>
          </p:nvSpPr>
          <p:spPr>
            <a:xfrm>
              <a:off x="1355974" y="3492459"/>
              <a:ext cx="7669649" cy="19635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defRPr/>
              </a:pPr>
              <a:r>
                <a:rPr lang="pt-BR" sz="2200" dirty="0">
                  <a:solidFill>
                    <a:srgbClr val="339933"/>
                  </a:solidFill>
                  <a:latin typeface="Consolas" panose="020B0609020204030204" pitchFamily="49" charset="0"/>
                </a:rPr>
                <a:t>//Função com parâmetro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defRPr/>
              </a:pPr>
              <a:r>
                <a:rPr lang="pt-BR" sz="2200" dirty="0" err="1">
                  <a:solidFill>
                    <a:srgbClr val="0066FF"/>
                  </a:solidFill>
                  <a:latin typeface="Consolas" panose="020B0609020204030204" pitchFamily="49" charset="0"/>
                </a:rPr>
                <a:t>int</a:t>
              </a:r>
              <a:r>
                <a:rPr lang="pt-BR" sz="2200" dirty="0">
                  <a:latin typeface="Consolas" panose="020B0609020204030204" pitchFamily="49" charset="0"/>
                </a:rPr>
                <a:t> soma(</a:t>
              </a:r>
              <a:r>
                <a:rPr lang="pt-BR" sz="2200" dirty="0" err="1">
                  <a:solidFill>
                    <a:srgbClr val="0066FF"/>
                  </a:solidFill>
                  <a:latin typeface="Consolas" panose="020B0609020204030204" pitchFamily="49" charset="0"/>
                </a:rPr>
                <a:t>int</a:t>
              </a:r>
              <a:r>
                <a:rPr lang="pt-BR" sz="2200" dirty="0">
                  <a:latin typeface="Consolas" panose="020B0609020204030204" pitchFamily="49" charset="0"/>
                </a:rPr>
                <a:t> n, </a:t>
              </a:r>
              <a:r>
                <a:rPr lang="pt-BR" sz="2200" dirty="0" err="1">
                  <a:solidFill>
                    <a:srgbClr val="0066FF"/>
                  </a:solidFill>
                  <a:latin typeface="Consolas" panose="020B0609020204030204" pitchFamily="49" charset="0"/>
                </a:rPr>
                <a:t>int</a:t>
              </a:r>
              <a:r>
                <a:rPr lang="pt-BR" sz="2200" dirty="0">
                  <a:latin typeface="Consolas" panose="020B0609020204030204" pitchFamily="49" charset="0"/>
                </a:rPr>
                <a:t> m) {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defRPr/>
              </a:pPr>
              <a:r>
                <a:rPr lang="pt-BR" sz="2200" dirty="0">
                  <a:latin typeface="Consolas" panose="020B0609020204030204" pitchFamily="49" charset="0"/>
                </a:rPr>
                <a:t>	</a:t>
              </a:r>
              <a:r>
                <a:rPr lang="pt-BR" sz="2200" dirty="0" err="1">
                  <a:solidFill>
                    <a:srgbClr val="0066FF"/>
                  </a:solidFill>
                  <a:latin typeface="Consolas" panose="020B0609020204030204" pitchFamily="49" charset="0"/>
                </a:rPr>
                <a:t>int</a:t>
              </a:r>
              <a:r>
                <a:rPr lang="pt-BR" sz="2200" dirty="0">
                  <a:latin typeface="Consolas" panose="020B0609020204030204" pitchFamily="49" charset="0"/>
                </a:rPr>
                <a:t> s;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defRPr/>
              </a:pPr>
              <a:r>
                <a:rPr lang="pt-BR" sz="2200" dirty="0">
                  <a:latin typeface="Consolas" panose="020B0609020204030204" pitchFamily="49" charset="0"/>
                </a:rPr>
                <a:t>	s = n + m;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defRPr/>
              </a:pPr>
              <a:r>
                <a:rPr lang="pt-BR" sz="2200" dirty="0">
                  <a:latin typeface="Consolas" panose="020B0609020204030204" pitchFamily="49" charset="0"/>
                </a:rPr>
                <a:t>	</a:t>
              </a:r>
              <a:r>
                <a:rPr lang="pt-BR" sz="2200" dirty="0" err="1">
                  <a:solidFill>
                    <a:srgbClr val="0066FF"/>
                  </a:solidFill>
                  <a:latin typeface="Consolas" panose="020B0609020204030204" pitchFamily="49" charset="0"/>
                </a:rPr>
                <a:t>return</a:t>
              </a:r>
              <a:r>
                <a:rPr lang="pt-BR" sz="2200" dirty="0">
                  <a:latin typeface="Consolas" panose="020B0609020204030204" pitchFamily="49" charset="0"/>
                </a:rPr>
                <a:t> s;</a:t>
              </a: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defRPr/>
              </a:pPr>
              <a:r>
                <a:rPr lang="pt-BR" sz="2200" dirty="0">
                  <a:latin typeface="Consolas" panose="020B0609020204030204" pitchFamily="49" charset="0"/>
                </a:rPr>
                <a:t>}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73808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4658E21-3D00-48CD-A16B-1487800E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</a:t>
            </a:r>
          </a:p>
        </p:txBody>
      </p:sp>
      <p:pic>
        <p:nvPicPr>
          <p:cNvPr id="7" name="Imagem 6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8C6CC328-4BD7-4E82-9FE7-E4797F345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  <p:sp>
        <p:nvSpPr>
          <p:cNvPr id="2" name="Text Box 5">
            <a:extLst>
              <a:ext uri="{FF2B5EF4-FFF2-40B4-BE49-F238E27FC236}">
                <a16:creationId xmlns:a16="http://schemas.microsoft.com/office/drawing/2014/main" id="{7826F4CA-9FB0-4CFF-B29E-014925027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83" y="1000331"/>
            <a:ext cx="1021540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anchor="ctr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627063" indent="-542925" algn="just">
              <a:spcBef>
                <a:spcPct val="0"/>
              </a:spcBef>
              <a:buBlip>
                <a:blip r:embed="rId3"/>
              </a:buBlip>
            </a:pPr>
            <a:r>
              <a:rPr lang="pt-BR" altLang="pt-BR" sz="2800" dirty="0">
                <a:latin typeface="+mj-lt"/>
              </a:rPr>
              <a:t>Podemos passar vários parâmetros para os métodos, inclusive de tipos diferentes. 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47A9B7B-EEA9-4E53-AC03-AE5C59680179}"/>
              </a:ext>
            </a:extLst>
          </p:cNvPr>
          <p:cNvGrpSpPr/>
          <p:nvPr/>
        </p:nvGrpSpPr>
        <p:grpSpPr>
          <a:xfrm>
            <a:off x="792481" y="2211976"/>
            <a:ext cx="5512526" cy="2434048"/>
            <a:chOff x="862149" y="3239845"/>
            <a:chExt cx="8518962" cy="2618809"/>
          </a:xfrm>
        </p:grpSpPr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id="{59EF22DC-3BDE-4AFD-9350-DD920C4BFF2F}"/>
                </a:ext>
              </a:extLst>
            </p:cNvPr>
            <p:cNvGrpSpPr/>
            <p:nvPr/>
          </p:nvGrpSpPr>
          <p:grpSpPr>
            <a:xfrm>
              <a:off x="862149" y="3239845"/>
              <a:ext cx="8518962" cy="2618809"/>
              <a:chOff x="5643415" y="1856509"/>
              <a:chExt cx="5148000" cy="2160000"/>
            </a:xfrm>
          </p:grpSpPr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9B7CE72C-47C2-4D0A-BA9B-A9544A88C01C}"/>
                  </a:ext>
                </a:extLst>
              </p:cNvPr>
              <p:cNvSpPr/>
              <p:nvPr/>
            </p:nvSpPr>
            <p:spPr>
              <a:xfrm>
                <a:off x="5735782" y="1958109"/>
                <a:ext cx="4959927" cy="19742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200">
                  <a:latin typeface="Consolas" panose="020B0609020204030204" pitchFamily="49" charset="0"/>
                </a:endParaRPr>
              </a:p>
            </p:txBody>
          </p:sp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D54E2FB6-E997-4043-84C8-8CD5CF0F53AC}"/>
                  </a:ext>
                </a:extLst>
              </p:cNvPr>
              <p:cNvSpPr/>
              <p:nvPr/>
            </p:nvSpPr>
            <p:spPr>
              <a:xfrm>
                <a:off x="5643415" y="1856509"/>
                <a:ext cx="5148000" cy="2160000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200" dirty="0"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9A3141E9-9CFA-49A9-B6A8-270A6B8F4EF1}"/>
                </a:ext>
              </a:extLst>
            </p:cNvPr>
            <p:cNvSpPr txBox="1"/>
            <p:nvPr/>
          </p:nvSpPr>
          <p:spPr>
            <a:xfrm>
              <a:off x="1361498" y="3534921"/>
              <a:ext cx="7669649" cy="21755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defRPr/>
              </a:pPr>
              <a:r>
                <a:rPr lang="pt-BR" sz="2200" dirty="0">
                  <a:solidFill>
                    <a:srgbClr val="339933"/>
                  </a:solidFill>
                  <a:latin typeface="Consolas" panose="020B0609020204030204" pitchFamily="49" charset="0"/>
                </a:rPr>
                <a:t>//Procedimento com parâmetro</a:t>
              </a:r>
            </a:p>
            <a:p>
              <a:pPr marL="342900" indent="-342900">
                <a:spcBef>
                  <a:spcPct val="20000"/>
                </a:spcBef>
                <a:buClr>
                  <a:schemeClr val="bg2"/>
                </a:buClr>
                <a:buSzPct val="75000"/>
                <a:defRPr/>
              </a:pPr>
              <a:r>
                <a:rPr lang="pt-BR" sz="2200" dirty="0" err="1">
                  <a:solidFill>
                    <a:srgbClr val="0066FF"/>
                  </a:solidFill>
                  <a:latin typeface="Consolas" panose="020B0609020204030204" pitchFamily="49" charset="0"/>
                </a:rPr>
                <a:t>void</a:t>
              </a:r>
              <a:r>
                <a:rPr lang="pt-BR" sz="2200" dirty="0">
                  <a:latin typeface="Consolas" panose="020B0609020204030204" pitchFamily="49" charset="0"/>
                </a:rPr>
                <a:t> linha (</a:t>
              </a:r>
              <a:r>
                <a:rPr lang="pt-BR" sz="2200" dirty="0" err="1">
                  <a:solidFill>
                    <a:srgbClr val="0066FF"/>
                  </a:solidFill>
                  <a:latin typeface="Consolas" panose="020B0609020204030204" pitchFamily="49" charset="0"/>
                </a:rPr>
                <a:t>int</a:t>
              </a:r>
              <a:r>
                <a:rPr lang="pt-BR" sz="2200" dirty="0">
                  <a:latin typeface="Consolas" panose="020B0609020204030204" pitchFamily="49" charset="0"/>
                </a:rPr>
                <a:t> n, </a:t>
              </a:r>
              <a:r>
                <a:rPr lang="pt-BR" sz="2200" dirty="0">
                  <a:solidFill>
                    <a:srgbClr val="0066FF"/>
                  </a:solidFill>
                  <a:latin typeface="Consolas" panose="020B0609020204030204" pitchFamily="49" charset="0"/>
                </a:rPr>
                <a:t>char</a:t>
              </a:r>
              <a:r>
                <a:rPr lang="pt-BR" sz="2200" dirty="0">
                  <a:latin typeface="Consolas" panose="020B0609020204030204" pitchFamily="49" charset="0"/>
                </a:rPr>
                <a:t> </a:t>
              </a:r>
              <a:r>
                <a:rPr lang="pt-BR" sz="2200" dirty="0" err="1">
                  <a:latin typeface="Consolas" panose="020B0609020204030204" pitchFamily="49" charset="0"/>
                </a:rPr>
                <a:t>ch</a:t>
              </a:r>
              <a:r>
                <a:rPr lang="pt-BR" sz="2200" dirty="0">
                  <a:latin typeface="Consolas" panose="020B0609020204030204" pitchFamily="49" charset="0"/>
                </a:rPr>
                <a:t>) </a:t>
              </a:r>
              <a:r>
                <a:rPr lang="en-US" sz="2200" dirty="0">
                  <a:latin typeface="Consolas" panose="020B0609020204030204" pitchFamily="49" charset="0"/>
                </a:rPr>
                <a:t>{</a:t>
              </a:r>
            </a:p>
            <a:p>
              <a:pPr marL="342900" indent="-342900">
                <a:spcBef>
                  <a:spcPct val="20000"/>
                </a:spcBef>
                <a:buClr>
                  <a:schemeClr val="bg2"/>
                </a:buClr>
                <a:buSzPct val="75000"/>
                <a:defRPr/>
              </a:pPr>
              <a:r>
                <a:rPr lang="pt-BR" sz="2200" dirty="0">
                  <a:solidFill>
                    <a:srgbClr val="003399"/>
                  </a:solidFill>
                  <a:latin typeface="Consolas" panose="020B0609020204030204" pitchFamily="49" charset="0"/>
                </a:rPr>
                <a:t>	 </a:t>
              </a:r>
              <a:r>
                <a:rPr lang="pt-BR" sz="2200" dirty="0" err="1">
                  <a:solidFill>
                    <a:srgbClr val="003399"/>
                  </a:solidFill>
                  <a:latin typeface="Consolas" panose="020B0609020204030204" pitchFamily="49" charset="0"/>
                </a:rPr>
                <a:t>System</a:t>
              </a:r>
              <a:r>
                <a:rPr lang="pt-BR" sz="2200" dirty="0" err="1">
                  <a:latin typeface="Consolas" panose="020B0609020204030204" pitchFamily="49" charset="0"/>
                </a:rPr>
                <a:t>.out.println</a:t>
              </a:r>
              <a:r>
                <a:rPr lang="pt-BR" sz="2200" dirty="0">
                  <a:latin typeface="Consolas" panose="020B0609020204030204" pitchFamily="49" charset="0"/>
                </a:rPr>
                <a:t>(</a:t>
              </a:r>
              <a:r>
                <a:rPr lang="pt-BR" sz="2200" dirty="0" err="1">
                  <a:latin typeface="Consolas" panose="020B0609020204030204" pitchFamily="49" charset="0"/>
                </a:rPr>
                <a:t>ch</a:t>
              </a:r>
              <a:r>
                <a:rPr lang="pt-BR" sz="2200" dirty="0">
                  <a:latin typeface="Consolas" panose="020B0609020204030204" pitchFamily="49" charset="0"/>
                </a:rPr>
                <a:t>);</a:t>
              </a:r>
            </a:p>
            <a:p>
              <a:pPr marL="342900" indent="-342900">
                <a:spcBef>
                  <a:spcPct val="20000"/>
                </a:spcBef>
                <a:buClr>
                  <a:schemeClr val="bg2"/>
                </a:buClr>
                <a:buSzPct val="75000"/>
                <a:defRPr/>
              </a:pPr>
              <a:r>
                <a:rPr lang="pt-BR" sz="2200" dirty="0">
                  <a:solidFill>
                    <a:srgbClr val="003399"/>
                  </a:solidFill>
                  <a:latin typeface="Consolas" panose="020B0609020204030204" pitchFamily="49" charset="0"/>
                </a:rPr>
                <a:t>     </a:t>
              </a:r>
              <a:r>
                <a:rPr lang="pt-BR" sz="2200" dirty="0" err="1">
                  <a:solidFill>
                    <a:srgbClr val="003399"/>
                  </a:solidFill>
                  <a:latin typeface="Consolas" panose="020B0609020204030204" pitchFamily="49" charset="0"/>
                </a:rPr>
                <a:t>System</a:t>
              </a:r>
              <a:r>
                <a:rPr lang="pt-BR" sz="2200" dirty="0" err="1">
                  <a:latin typeface="Consolas" panose="020B0609020204030204" pitchFamily="49" charset="0"/>
                </a:rPr>
                <a:t>.out.println</a:t>
              </a:r>
              <a:r>
                <a:rPr lang="pt-BR" sz="2200" dirty="0">
                  <a:latin typeface="Consolas" panose="020B0609020204030204" pitchFamily="49" charset="0"/>
                </a:rPr>
                <a:t>(n);</a:t>
              </a:r>
            </a:p>
            <a:p>
              <a:pPr marL="342900" indent="-342900">
                <a:spcBef>
                  <a:spcPct val="20000"/>
                </a:spcBef>
                <a:buClr>
                  <a:schemeClr val="bg2"/>
                </a:buClr>
                <a:buSzPct val="75000"/>
                <a:defRPr/>
              </a:pPr>
              <a:r>
                <a:rPr lang="pt-BR" sz="2200" dirty="0">
                  <a:latin typeface="Consolas" panose="020B0609020204030204" pitchFamily="49" charset="0"/>
                </a:rPr>
                <a:t>}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08891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4658E21-3D00-48CD-A16B-1487800E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</a:t>
            </a:r>
          </a:p>
        </p:txBody>
      </p:sp>
      <p:pic>
        <p:nvPicPr>
          <p:cNvPr id="7" name="Imagem 6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8C6CC328-4BD7-4E82-9FE7-E4797F345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647A9B7B-EEA9-4E53-AC03-AE5C59680179}"/>
              </a:ext>
            </a:extLst>
          </p:cNvPr>
          <p:cNvGrpSpPr/>
          <p:nvPr/>
        </p:nvGrpSpPr>
        <p:grpSpPr>
          <a:xfrm>
            <a:off x="497877" y="1079863"/>
            <a:ext cx="6138054" cy="5118314"/>
            <a:chOff x="862149" y="3239844"/>
            <a:chExt cx="8518962" cy="5506830"/>
          </a:xfrm>
        </p:grpSpPr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id="{59EF22DC-3BDE-4AFD-9350-DD920C4BFF2F}"/>
                </a:ext>
              </a:extLst>
            </p:cNvPr>
            <p:cNvGrpSpPr/>
            <p:nvPr/>
          </p:nvGrpSpPr>
          <p:grpSpPr>
            <a:xfrm>
              <a:off x="862149" y="3239844"/>
              <a:ext cx="8518962" cy="5506830"/>
              <a:chOff x="5643415" y="1856508"/>
              <a:chExt cx="5148000" cy="4542047"/>
            </a:xfrm>
          </p:grpSpPr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9B7CE72C-47C2-4D0A-BA9B-A9544A88C01C}"/>
                  </a:ext>
                </a:extLst>
              </p:cNvPr>
              <p:cNvSpPr/>
              <p:nvPr/>
            </p:nvSpPr>
            <p:spPr>
              <a:xfrm>
                <a:off x="5735782" y="1958109"/>
                <a:ext cx="4959927" cy="436974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200">
                  <a:latin typeface="Consolas" panose="020B0609020204030204" pitchFamily="49" charset="0"/>
                </a:endParaRPr>
              </a:p>
            </p:txBody>
          </p:sp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D54E2FB6-E997-4043-84C8-8CD5CF0F53AC}"/>
                  </a:ext>
                </a:extLst>
              </p:cNvPr>
              <p:cNvSpPr/>
              <p:nvPr/>
            </p:nvSpPr>
            <p:spPr>
              <a:xfrm>
                <a:off x="5643415" y="1856508"/>
                <a:ext cx="5148000" cy="4542047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200" dirty="0"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9A3141E9-9CFA-49A9-B6A8-270A6B8F4EF1}"/>
                </a:ext>
              </a:extLst>
            </p:cNvPr>
            <p:cNvSpPr txBox="1"/>
            <p:nvPr/>
          </p:nvSpPr>
          <p:spPr>
            <a:xfrm>
              <a:off x="1361498" y="3534921"/>
              <a:ext cx="7669649" cy="5126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74320" indent="-274320">
                <a:spcBef>
                  <a:spcPct val="20000"/>
                </a:spcBef>
                <a:buClr>
                  <a:schemeClr val="accent2"/>
                </a:buClr>
                <a:defRPr/>
              </a:pPr>
              <a:r>
                <a:rPr lang="pt-BR" sz="2200" kern="0" dirty="0">
                  <a:solidFill>
                    <a:srgbClr val="008000"/>
                  </a:solidFill>
                  <a:latin typeface="Consolas" panose="020B0609020204030204" pitchFamily="49" charset="0"/>
                </a:rPr>
                <a:t>//definição das funções</a:t>
              </a:r>
            </a:p>
            <a:p>
              <a:pPr marL="274320" indent="-274320">
                <a:spcBef>
                  <a:spcPct val="20000"/>
                </a:spcBef>
                <a:buClr>
                  <a:schemeClr val="accent2"/>
                </a:buClr>
                <a:defRPr/>
              </a:pPr>
              <a:r>
                <a:rPr lang="pt-BR" sz="2200" kern="0" dirty="0" err="1">
                  <a:solidFill>
                    <a:srgbClr val="0066FF"/>
                  </a:solidFill>
                  <a:latin typeface="Consolas" panose="020B0609020204030204" pitchFamily="49" charset="0"/>
                </a:rPr>
                <a:t>float</a:t>
              </a:r>
              <a:r>
                <a:rPr lang="pt-BR" sz="2200" kern="0" dirty="0">
                  <a:latin typeface="Consolas" panose="020B0609020204030204" pitchFamily="49" charset="0"/>
                </a:rPr>
                <a:t> </a:t>
              </a:r>
              <a:r>
                <a:rPr lang="pt-BR" sz="2200" kern="0" dirty="0" err="1">
                  <a:latin typeface="Consolas" panose="020B0609020204030204" pitchFamily="49" charset="0"/>
                </a:rPr>
                <a:t>quad</a:t>
              </a:r>
              <a:r>
                <a:rPr lang="pt-BR" sz="2200" kern="0" dirty="0">
                  <a:latin typeface="Consolas" panose="020B0609020204030204" pitchFamily="49" charset="0"/>
                </a:rPr>
                <a:t> (</a:t>
              </a:r>
              <a:r>
                <a:rPr lang="pt-BR" sz="2200" kern="0" dirty="0" err="1">
                  <a:solidFill>
                    <a:srgbClr val="0066FF"/>
                  </a:solidFill>
                  <a:latin typeface="Consolas" panose="020B0609020204030204" pitchFamily="49" charset="0"/>
                </a:rPr>
                <a:t>float</a:t>
              </a:r>
              <a:r>
                <a:rPr lang="pt-BR" sz="2200" kern="0" dirty="0">
                  <a:latin typeface="Consolas" panose="020B0609020204030204" pitchFamily="49" charset="0"/>
                </a:rPr>
                <a:t> z) {</a:t>
              </a:r>
            </a:p>
            <a:p>
              <a:pPr marL="274320" indent="-274320">
                <a:spcBef>
                  <a:spcPct val="20000"/>
                </a:spcBef>
                <a:buClr>
                  <a:schemeClr val="accent2"/>
                </a:buClr>
                <a:defRPr/>
              </a:pPr>
              <a:r>
                <a:rPr lang="pt-BR" sz="2200" kern="0" dirty="0">
                  <a:latin typeface="Consolas" panose="020B0609020204030204" pitchFamily="49" charset="0"/>
                </a:rPr>
                <a:t>	</a:t>
              </a:r>
              <a:r>
                <a:rPr lang="pt-BR" sz="2200" kern="0" dirty="0" err="1">
                  <a:solidFill>
                    <a:srgbClr val="0066FF"/>
                  </a:solidFill>
                  <a:latin typeface="Consolas" panose="020B0609020204030204" pitchFamily="49" charset="0"/>
                </a:rPr>
                <a:t>return</a:t>
              </a:r>
              <a:r>
                <a:rPr lang="pt-BR" sz="2200" kern="0" dirty="0">
                  <a:latin typeface="Consolas" panose="020B0609020204030204" pitchFamily="49" charset="0"/>
                </a:rPr>
                <a:t> (z * z);</a:t>
              </a:r>
            </a:p>
            <a:p>
              <a:pPr marL="274320" indent="-274320">
                <a:spcBef>
                  <a:spcPct val="20000"/>
                </a:spcBef>
                <a:buClr>
                  <a:schemeClr val="accent2"/>
                </a:buClr>
                <a:defRPr/>
              </a:pPr>
              <a:r>
                <a:rPr lang="pt-BR" sz="2200" kern="0" dirty="0">
                  <a:latin typeface="Consolas" panose="020B0609020204030204" pitchFamily="49" charset="0"/>
                </a:rPr>
                <a:t>}</a:t>
              </a:r>
            </a:p>
            <a:p>
              <a:pPr marL="274320" indent="-274320">
                <a:spcBef>
                  <a:spcPct val="20000"/>
                </a:spcBef>
                <a:buClr>
                  <a:schemeClr val="accent2"/>
                </a:buClr>
                <a:defRPr/>
              </a:pPr>
              <a:r>
                <a:rPr lang="pt-BR" sz="2200" kern="0" dirty="0" err="1">
                  <a:solidFill>
                    <a:srgbClr val="0066FF"/>
                  </a:solidFill>
                  <a:latin typeface="Consolas" panose="020B0609020204030204" pitchFamily="49" charset="0"/>
                </a:rPr>
                <a:t>float</a:t>
              </a:r>
              <a:r>
                <a:rPr lang="pt-BR" sz="2200" kern="0" dirty="0">
                  <a:latin typeface="Consolas" panose="020B0609020204030204" pitchFamily="49" charset="0"/>
                </a:rPr>
                <a:t> soma (</a:t>
              </a:r>
              <a:r>
                <a:rPr lang="pt-BR" sz="2200" kern="0" dirty="0" err="1">
                  <a:solidFill>
                    <a:srgbClr val="0066FF"/>
                  </a:solidFill>
                  <a:latin typeface="Consolas" panose="020B0609020204030204" pitchFamily="49" charset="0"/>
                </a:rPr>
                <a:t>float</a:t>
              </a:r>
              <a:r>
                <a:rPr lang="pt-BR" sz="2200" kern="0" dirty="0">
                  <a:latin typeface="Consolas" panose="020B0609020204030204" pitchFamily="49" charset="0"/>
                </a:rPr>
                <a:t> m, </a:t>
              </a:r>
              <a:r>
                <a:rPr lang="pt-BR" sz="2200" kern="0" dirty="0" err="1">
                  <a:solidFill>
                    <a:srgbClr val="0066FF"/>
                  </a:solidFill>
                  <a:latin typeface="Consolas" panose="020B0609020204030204" pitchFamily="49" charset="0"/>
                </a:rPr>
                <a:t>float</a:t>
              </a:r>
              <a:r>
                <a:rPr lang="pt-BR" sz="2200" kern="0" dirty="0">
                  <a:latin typeface="Consolas" panose="020B0609020204030204" pitchFamily="49" charset="0"/>
                </a:rPr>
                <a:t> n) {</a:t>
              </a:r>
            </a:p>
            <a:p>
              <a:pPr marL="274320" indent="-274320">
                <a:spcBef>
                  <a:spcPct val="20000"/>
                </a:spcBef>
                <a:buClr>
                  <a:schemeClr val="accent2"/>
                </a:buClr>
                <a:defRPr/>
              </a:pPr>
              <a:r>
                <a:rPr lang="pt-BR" sz="2200" kern="0" dirty="0">
                  <a:latin typeface="Consolas" panose="020B0609020204030204" pitchFamily="49" charset="0"/>
                </a:rPr>
                <a:t>	</a:t>
              </a:r>
              <a:r>
                <a:rPr lang="pt-BR" sz="2200" kern="0" dirty="0" err="1">
                  <a:solidFill>
                    <a:srgbClr val="0066FF"/>
                  </a:solidFill>
                  <a:latin typeface="Consolas" panose="020B0609020204030204" pitchFamily="49" charset="0"/>
                </a:rPr>
                <a:t>return</a:t>
              </a:r>
              <a:r>
                <a:rPr lang="pt-BR" sz="2200" kern="0" dirty="0">
                  <a:latin typeface="Consolas" panose="020B0609020204030204" pitchFamily="49" charset="0"/>
                </a:rPr>
                <a:t> (m + n);</a:t>
              </a:r>
            </a:p>
            <a:p>
              <a:pPr marL="274320" indent="-274320">
                <a:spcBef>
                  <a:spcPct val="20000"/>
                </a:spcBef>
                <a:buClr>
                  <a:schemeClr val="accent2"/>
                </a:buClr>
                <a:defRPr/>
              </a:pPr>
              <a:r>
                <a:rPr lang="pt-BR" sz="2200" kern="0" dirty="0">
                  <a:latin typeface="Consolas" panose="020B0609020204030204" pitchFamily="49" charset="0"/>
                </a:rPr>
                <a:t>}</a:t>
              </a:r>
            </a:p>
            <a:p>
              <a:pPr marL="274320" indent="-274320">
                <a:spcBef>
                  <a:spcPct val="20000"/>
                </a:spcBef>
                <a:buClr>
                  <a:schemeClr val="accent2"/>
                </a:buClr>
                <a:defRPr/>
              </a:pPr>
              <a:r>
                <a:rPr lang="pt-BR" sz="2200" kern="0" dirty="0" err="1">
                  <a:solidFill>
                    <a:srgbClr val="0066FF"/>
                  </a:solidFill>
                  <a:latin typeface="Consolas" panose="020B0609020204030204" pitchFamily="49" charset="0"/>
                </a:rPr>
                <a:t>float</a:t>
              </a:r>
              <a:r>
                <a:rPr lang="pt-BR" sz="2200" kern="0" dirty="0">
                  <a:latin typeface="Consolas" panose="020B0609020204030204" pitchFamily="49" charset="0"/>
                </a:rPr>
                <a:t> </a:t>
              </a:r>
              <a:r>
                <a:rPr lang="pt-BR" sz="2200" kern="0" dirty="0" err="1">
                  <a:latin typeface="Consolas" panose="020B0609020204030204" pitchFamily="49" charset="0"/>
                </a:rPr>
                <a:t>somaquad</a:t>
              </a:r>
              <a:r>
                <a:rPr lang="pt-BR" sz="2200" kern="0" dirty="0">
                  <a:latin typeface="Consolas" panose="020B0609020204030204" pitchFamily="49" charset="0"/>
                </a:rPr>
                <a:t> (</a:t>
              </a:r>
              <a:r>
                <a:rPr lang="pt-BR" sz="2200" kern="0" dirty="0" err="1">
                  <a:solidFill>
                    <a:srgbClr val="0066FF"/>
                  </a:solidFill>
                  <a:latin typeface="Consolas" panose="020B0609020204030204" pitchFamily="49" charset="0"/>
                </a:rPr>
                <a:t>float</a:t>
              </a:r>
              <a:r>
                <a:rPr lang="pt-BR" sz="2200" kern="0" dirty="0">
                  <a:latin typeface="Consolas" panose="020B0609020204030204" pitchFamily="49" charset="0"/>
                </a:rPr>
                <a:t> m, </a:t>
              </a:r>
              <a:r>
                <a:rPr lang="pt-BR" sz="2200" kern="0" dirty="0" err="1">
                  <a:solidFill>
                    <a:srgbClr val="0066FF"/>
                  </a:solidFill>
                  <a:latin typeface="Consolas" panose="020B0609020204030204" pitchFamily="49" charset="0"/>
                </a:rPr>
                <a:t>float</a:t>
              </a:r>
              <a:r>
                <a:rPr lang="pt-BR" sz="2200" kern="0" dirty="0">
                  <a:latin typeface="Consolas" panose="020B0609020204030204" pitchFamily="49" charset="0"/>
                </a:rPr>
                <a:t> n) {</a:t>
              </a:r>
            </a:p>
            <a:p>
              <a:pPr marL="274320" indent="-274320">
                <a:spcBef>
                  <a:spcPct val="20000"/>
                </a:spcBef>
                <a:buClr>
                  <a:schemeClr val="accent2"/>
                </a:buClr>
                <a:defRPr/>
              </a:pPr>
              <a:r>
                <a:rPr lang="pt-BR" sz="2200" kern="0" dirty="0">
                  <a:latin typeface="Consolas" panose="020B0609020204030204" pitchFamily="49" charset="0"/>
                </a:rPr>
                <a:t>	</a:t>
              </a:r>
              <a:r>
                <a:rPr lang="pt-BR" sz="2200" kern="0" dirty="0" err="1">
                  <a:solidFill>
                    <a:srgbClr val="0066FF"/>
                  </a:solidFill>
                  <a:latin typeface="Consolas" panose="020B0609020204030204" pitchFamily="49" charset="0"/>
                </a:rPr>
                <a:t>return</a:t>
              </a:r>
              <a:r>
                <a:rPr lang="pt-BR" sz="2200" kern="0" dirty="0">
                  <a:latin typeface="Consolas" panose="020B0609020204030204" pitchFamily="49" charset="0"/>
                </a:rPr>
                <a:t> soma(</a:t>
              </a:r>
              <a:r>
                <a:rPr lang="pt-BR" sz="2200" kern="0" dirty="0" err="1">
                  <a:latin typeface="Consolas" panose="020B0609020204030204" pitchFamily="49" charset="0"/>
                </a:rPr>
                <a:t>quad</a:t>
              </a:r>
              <a:r>
                <a:rPr lang="pt-BR" sz="2200" kern="0" dirty="0">
                  <a:latin typeface="Consolas" panose="020B0609020204030204" pitchFamily="49" charset="0"/>
                </a:rPr>
                <a:t>(m), </a:t>
              </a:r>
              <a:r>
                <a:rPr lang="pt-BR" sz="2200" kern="0" dirty="0" err="1">
                  <a:latin typeface="Consolas" panose="020B0609020204030204" pitchFamily="49" charset="0"/>
                </a:rPr>
                <a:t>quad</a:t>
              </a:r>
              <a:r>
                <a:rPr lang="pt-BR" sz="2200" kern="0" dirty="0">
                  <a:latin typeface="Consolas" panose="020B0609020204030204" pitchFamily="49" charset="0"/>
                </a:rPr>
                <a:t>(n));</a:t>
              </a:r>
            </a:p>
            <a:p>
              <a:pPr marL="274320" indent="-274320">
                <a:spcBef>
                  <a:spcPct val="20000"/>
                </a:spcBef>
                <a:buClr>
                  <a:schemeClr val="accent2"/>
                </a:buClr>
                <a:defRPr/>
              </a:pPr>
              <a:r>
                <a:rPr lang="pt-BR" sz="2200" kern="0" dirty="0">
                  <a:latin typeface="Consolas" panose="020B0609020204030204" pitchFamily="49" charset="0"/>
                </a:rPr>
                <a:t>} </a:t>
              </a:r>
            </a:p>
          </p:txBody>
        </p:sp>
      </p:grpSp>
      <p:sp>
        <p:nvSpPr>
          <p:cNvPr id="4" name="AutoShape 4">
            <a:extLst>
              <a:ext uri="{FF2B5EF4-FFF2-40B4-BE49-F238E27FC236}">
                <a16:creationId xmlns:a16="http://schemas.microsoft.com/office/drawing/2014/main" id="{87518C3C-8AFA-40C4-AA5C-AF2CCF15F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2640" y="5209600"/>
            <a:ext cx="3245819" cy="908903"/>
          </a:xfrm>
          <a:prstGeom prst="borderCallout2">
            <a:avLst>
              <a:gd name="adj1" fmla="val 32159"/>
              <a:gd name="adj2" fmla="val -702"/>
              <a:gd name="adj3" fmla="val 50205"/>
              <a:gd name="adj4" fmla="val -16538"/>
              <a:gd name="adj5" fmla="val 13688"/>
              <a:gd name="adj6" fmla="val -58728"/>
            </a:avLst>
          </a:prstGeom>
          <a:solidFill>
            <a:srgbClr val="FFFCF3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defRPr/>
            </a:pPr>
            <a:r>
              <a:rPr lang="pt-BR" sz="2400" dirty="0"/>
              <a:t>Uso do método </a:t>
            </a:r>
            <a:r>
              <a:rPr lang="pt-BR" sz="2400" i="1" dirty="0" err="1">
                <a:solidFill>
                  <a:srgbClr val="CC3300"/>
                </a:solidFill>
              </a:rPr>
              <a:t>quad</a:t>
            </a:r>
            <a:r>
              <a:rPr lang="pt-BR" sz="2400" dirty="0"/>
              <a:t> como parâmetro do </a:t>
            </a:r>
            <a:r>
              <a:rPr lang="pt-BR" sz="2400" i="1" dirty="0">
                <a:solidFill>
                  <a:srgbClr val="CC3300"/>
                </a:solidFill>
              </a:rPr>
              <a:t>soma</a:t>
            </a:r>
          </a:p>
        </p:txBody>
      </p:sp>
    </p:spTree>
    <p:extLst>
      <p:ext uri="{BB962C8B-B14F-4D97-AF65-F5344CB8AC3E}">
        <p14:creationId xmlns:p14="http://schemas.microsoft.com/office/powerpoint/2010/main" val="24319035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4658E21-3D00-48CD-A16B-1487800E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– Exemplo 1</a:t>
            </a:r>
          </a:p>
        </p:txBody>
      </p:sp>
      <p:pic>
        <p:nvPicPr>
          <p:cNvPr id="7" name="Imagem 6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8C6CC328-4BD7-4E82-9FE7-E4797F345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DE10F732-4215-4D23-827D-F23D8F40E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727082"/>
              </p:ext>
            </p:extLst>
          </p:nvPr>
        </p:nvGraphicFramePr>
        <p:xfrm>
          <a:off x="443883" y="1189537"/>
          <a:ext cx="4537420" cy="49680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3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019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 err="1"/>
                        <a:t>ContaPoupanca</a:t>
                      </a:r>
                      <a:endParaRPr lang="pt-BR" sz="2800" dirty="0"/>
                    </a:p>
                  </a:txBody>
                  <a:tcPr marL="91464" marR="91464" marT="45695" marB="4569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0574">
                <a:tc>
                  <a:txBody>
                    <a:bodyPr/>
                    <a:lstStyle/>
                    <a:p>
                      <a:r>
                        <a:rPr lang="pt-BR" sz="2800" dirty="0"/>
                        <a:t>agencia: </a:t>
                      </a:r>
                      <a:r>
                        <a:rPr lang="pt-BR" sz="2800" dirty="0" err="1"/>
                        <a:t>string</a:t>
                      </a:r>
                      <a:endParaRPr lang="pt-BR" sz="2800" dirty="0"/>
                    </a:p>
                    <a:p>
                      <a:r>
                        <a:rPr lang="pt-BR" sz="2800" dirty="0"/>
                        <a:t>numero: </a:t>
                      </a:r>
                      <a:r>
                        <a:rPr lang="pt-BR" sz="2800" dirty="0" err="1"/>
                        <a:t>string</a:t>
                      </a:r>
                      <a:endParaRPr lang="pt-BR" sz="2800" dirty="0"/>
                    </a:p>
                    <a:p>
                      <a:r>
                        <a:rPr lang="pt-BR" sz="2800" dirty="0"/>
                        <a:t>saldo: </a:t>
                      </a:r>
                      <a:r>
                        <a:rPr lang="pt-BR" sz="2800" dirty="0" err="1"/>
                        <a:t>float</a:t>
                      </a:r>
                      <a:endParaRPr lang="pt-BR" sz="2800" dirty="0"/>
                    </a:p>
                    <a:p>
                      <a:r>
                        <a:rPr lang="pt-BR" sz="2800" dirty="0"/>
                        <a:t>taxa: </a:t>
                      </a:r>
                      <a:r>
                        <a:rPr lang="pt-BR" sz="2800" dirty="0" err="1"/>
                        <a:t>float</a:t>
                      </a:r>
                      <a:endParaRPr lang="pt-BR" sz="2800" dirty="0"/>
                    </a:p>
                  </a:txBody>
                  <a:tcPr marL="91464" marR="91464" marT="45695" marB="4569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370">
                <a:tc>
                  <a:txBody>
                    <a:bodyPr/>
                    <a:lstStyle/>
                    <a:p>
                      <a:pPr marL="0" marR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dirty="0" err="1"/>
                        <a:t>ContaPoupanca</a:t>
                      </a:r>
                      <a:r>
                        <a:rPr lang="pt-BR" sz="2800" dirty="0"/>
                        <a:t>()</a:t>
                      </a:r>
                    </a:p>
                    <a:p>
                      <a:pPr marL="0" marR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dirty="0" err="1"/>
                        <a:t>ContaPoupanca</a:t>
                      </a:r>
                      <a:r>
                        <a:rPr lang="pt-BR" sz="2800" dirty="0"/>
                        <a:t>(a: </a:t>
                      </a:r>
                      <a:r>
                        <a:rPr lang="pt-BR" sz="2800" dirty="0" err="1"/>
                        <a:t>string</a:t>
                      </a:r>
                      <a:r>
                        <a:rPr lang="pt-BR" sz="2800" dirty="0"/>
                        <a:t>, n: </a:t>
                      </a:r>
                      <a:r>
                        <a:rPr lang="pt-BR" sz="2800" dirty="0" err="1"/>
                        <a:t>string</a:t>
                      </a:r>
                      <a:r>
                        <a:rPr lang="pt-BR" sz="2800" dirty="0"/>
                        <a:t>,</a:t>
                      </a:r>
                      <a:r>
                        <a:rPr lang="pt-BR" sz="2800" baseline="0" dirty="0"/>
                        <a:t> s: </a:t>
                      </a:r>
                      <a:r>
                        <a:rPr lang="pt-BR" sz="2800" baseline="0" dirty="0" err="1"/>
                        <a:t>foat</a:t>
                      </a:r>
                      <a:r>
                        <a:rPr lang="pt-BR" sz="2800" baseline="0" dirty="0"/>
                        <a:t>, t: </a:t>
                      </a:r>
                      <a:r>
                        <a:rPr lang="pt-BR" sz="2800" baseline="0" dirty="0" err="1"/>
                        <a:t>float</a:t>
                      </a:r>
                      <a:r>
                        <a:rPr lang="pt-BR" sz="2800" baseline="0" dirty="0"/>
                        <a:t>)</a:t>
                      </a:r>
                      <a:endParaRPr lang="pt-BR" altLang="pt-BR" sz="2800" dirty="0"/>
                    </a:p>
                    <a:p>
                      <a:pPr eaLnBrk="0" hangingPunct="0"/>
                      <a:r>
                        <a:rPr lang="pt-BR" altLang="pt-BR" sz="2800" dirty="0" err="1"/>
                        <a:t>imprimeDados</a:t>
                      </a:r>
                      <a:r>
                        <a:rPr lang="pt-BR" altLang="pt-BR" sz="2800" dirty="0"/>
                        <a:t>(): </a:t>
                      </a:r>
                      <a:r>
                        <a:rPr lang="pt-BR" altLang="pt-BR" sz="2800" dirty="0" err="1"/>
                        <a:t>void</a:t>
                      </a:r>
                      <a:r>
                        <a:rPr lang="pt-BR" altLang="pt-BR" sz="2800" dirty="0"/>
                        <a:t> </a:t>
                      </a:r>
                    </a:p>
                    <a:p>
                      <a:pPr eaLnBrk="0" hangingPunct="0"/>
                      <a:r>
                        <a:rPr lang="pt-BR" altLang="pt-BR" sz="2800" dirty="0"/>
                        <a:t>depositar(valor: </a:t>
                      </a:r>
                      <a:r>
                        <a:rPr lang="pt-BR" altLang="pt-BR" sz="2800" dirty="0" err="1"/>
                        <a:t>float</a:t>
                      </a:r>
                      <a:r>
                        <a:rPr lang="pt-BR" altLang="pt-BR" sz="2800" dirty="0"/>
                        <a:t>): </a:t>
                      </a:r>
                      <a:r>
                        <a:rPr lang="pt-BR" altLang="pt-BR" sz="2800" dirty="0" err="1"/>
                        <a:t>void</a:t>
                      </a:r>
                      <a:endParaRPr lang="pt-BR" altLang="pt-BR" sz="2800" dirty="0"/>
                    </a:p>
                    <a:p>
                      <a:pPr eaLnBrk="0" hangingPunct="0"/>
                      <a:r>
                        <a:rPr lang="pt-BR" altLang="pt-BR" sz="2800" dirty="0" err="1"/>
                        <a:t>calculaRendimento</a:t>
                      </a:r>
                      <a:r>
                        <a:rPr lang="pt-BR" altLang="pt-BR" sz="2800" dirty="0"/>
                        <a:t>(): </a:t>
                      </a:r>
                      <a:r>
                        <a:rPr lang="pt-BR" altLang="pt-BR" sz="2800" dirty="0" err="1"/>
                        <a:t>float</a:t>
                      </a:r>
                      <a:endParaRPr lang="pt-BR" altLang="pt-BR" sz="2800" dirty="0"/>
                    </a:p>
                  </a:txBody>
                  <a:tcPr marL="91464" marR="91464" marT="45695" marB="4569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53187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4658E21-3D00-48CD-A16B-1487800E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– Exemplo 1</a:t>
            </a:r>
          </a:p>
        </p:txBody>
      </p:sp>
      <p:pic>
        <p:nvPicPr>
          <p:cNvPr id="7" name="Imagem 6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8C6CC328-4BD7-4E82-9FE7-E4797F345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411F7FA-E1FE-4C2A-9C9E-3956BE6C6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83" y="1111014"/>
            <a:ext cx="9571064" cy="364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7539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4658E21-3D00-48CD-A16B-1487800E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– Exemplo 1</a:t>
            </a:r>
          </a:p>
        </p:txBody>
      </p:sp>
      <p:pic>
        <p:nvPicPr>
          <p:cNvPr id="7" name="Imagem 6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8C6CC328-4BD7-4E82-9FE7-E4797F345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509EE16A-6519-494C-9399-319E97BCF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83" y="1075372"/>
            <a:ext cx="9591087" cy="448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7026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4658E21-3D00-48CD-A16B-1487800E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– Exemplo 1</a:t>
            </a:r>
          </a:p>
        </p:txBody>
      </p:sp>
      <p:pic>
        <p:nvPicPr>
          <p:cNvPr id="7" name="Imagem 6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8C6CC328-4BD7-4E82-9FE7-E4797F345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  <p:pic>
        <p:nvPicPr>
          <p:cNvPr id="3" name="Imagem 1">
            <a:extLst>
              <a:ext uri="{FF2B5EF4-FFF2-40B4-BE49-F238E27FC236}">
                <a16:creationId xmlns:a16="http://schemas.microsoft.com/office/drawing/2014/main" id="{5585707B-6428-4D28-A91A-ED41500C93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83" y="1029546"/>
            <a:ext cx="8025475" cy="5259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29006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4658E21-3D00-48CD-A16B-1487800E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– Exemplo 2</a:t>
            </a:r>
          </a:p>
        </p:txBody>
      </p:sp>
      <p:pic>
        <p:nvPicPr>
          <p:cNvPr id="7" name="Imagem 6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8C6CC328-4BD7-4E82-9FE7-E4797F345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E1730022-542B-4494-9EB3-AAFC92440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723809"/>
              </p:ext>
            </p:extLst>
          </p:nvPr>
        </p:nvGraphicFramePr>
        <p:xfrm>
          <a:off x="443883" y="1099321"/>
          <a:ext cx="4165600" cy="32614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6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84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Produto</a:t>
                      </a:r>
                    </a:p>
                  </a:txBody>
                  <a:tcPr marL="91460" marR="91460" marT="45728" marB="4572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9099">
                <a:tc>
                  <a:txBody>
                    <a:bodyPr/>
                    <a:lstStyle/>
                    <a:p>
                      <a:r>
                        <a:rPr lang="pt-BR" sz="2800" dirty="0"/>
                        <a:t>marca: </a:t>
                      </a:r>
                      <a:r>
                        <a:rPr lang="pt-BR" sz="2800" dirty="0" err="1"/>
                        <a:t>string</a:t>
                      </a:r>
                      <a:endParaRPr lang="pt-BR" sz="2800" dirty="0"/>
                    </a:p>
                    <a:p>
                      <a:r>
                        <a:rPr lang="pt-BR" sz="2800" dirty="0"/>
                        <a:t>valor: </a:t>
                      </a:r>
                      <a:r>
                        <a:rPr lang="pt-BR" sz="2800" dirty="0" err="1"/>
                        <a:t>float</a:t>
                      </a:r>
                      <a:endParaRPr lang="pt-BR" sz="2800" dirty="0"/>
                    </a:p>
                  </a:txBody>
                  <a:tcPr marL="91460" marR="91460" marT="45728" marB="4572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767">
                <a:tc>
                  <a:txBody>
                    <a:bodyPr/>
                    <a:lstStyle/>
                    <a:p>
                      <a:pPr marL="0" marR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pt-BR" sz="2800" dirty="0"/>
                        <a:t>Produto()</a:t>
                      </a:r>
                    </a:p>
                    <a:p>
                      <a:pPr marL="0" marR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pt-BR" sz="2800" dirty="0"/>
                        <a:t>Produto(m: </a:t>
                      </a:r>
                      <a:r>
                        <a:rPr lang="pt-BR" altLang="pt-BR" sz="2800" dirty="0" err="1"/>
                        <a:t>string</a:t>
                      </a:r>
                      <a:r>
                        <a:rPr lang="pt-BR" altLang="pt-BR" sz="2800" dirty="0"/>
                        <a:t>, v: </a:t>
                      </a:r>
                      <a:r>
                        <a:rPr lang="pt-BR" altLang="pt-BR" sz="2800" dirty="0" err="1"/>
                        <a:t>float</a:t>
                      </a:r>
                      <a:r>
                        <a:rPr lang="pt-BR" altLang="pt-BR" sz="2800" dirty="0"/>
                        <a:t>)</a:t>
                      </a:r>
                    </a:p>
                    <a:p>
                      <a:pPr eaLnBrk="0" hangingPunct="0"/>
                      <a:r>
                        <a:rPr lang="pt-BR" altLang="pt-BR" sz="2800" dirty="0" err="1"/>
                        <a:t>imprimeDados</a:t>
                      </a:r>
                      <a:r>
                        <a:rPr lang="pt-BR" altLang="pt-BR" sz="2800" dirty="0"/>
                        <a:t>(): </a:t>
                      </a:r>
                      <a:r>
                        <a:rPr lang="pt-BR" altLang="pt-BR" sz="2800" dirty="0" err="1"/>
                        <a:t>void</a:t>
                      </a:r>
                      <a:r>
                        <a:rPr lang="pt-BR" altLang="pt-BR" sz="2800" dirty="0"/>
                        <a:t> </a:t>
                      </a:r>
                    </a:p>
                    <a:p>
                      <a:pPr eaLnBrk="0" hangingPunct="0"/>
                      <a:r>
                        <a:rPr lang="pt-BR" altLang="pt-BR" sz="2800" dirty="0" err="1"/>
                        <a:t>calculaImposto</a:t>
                      </a:r>
                      <a:r>
                        <a:rPr lang="pt-BR" altLang="pt-BR" sz="2800" dirty="0"/>
                        <a:t>(p:</a:t>
                      </a:r>
                      <a:r>
                        <a:rPr lang="pt-BR" altLang="pt-BR" sz="2800" baseline="0" dirty="0"/>
                        <a:t> </a:t>
                      </a:r>
                      <a:r>
                        <a:rPr lang="pt-BR" altLang="pt-BR" sz="2800" baseline="0" dirty="0" err="1"/>
                        <a:t>float</a:t>
                      </a:r>
                      <a:r>
                        <a:rPr lang="pt-BR" altLang="pt-BR" sz="2800" dirty="0"/>
                        <a:t>): </a:t>
                      </a:r>
                      <a:r>
                        <a:rPr lang="pt-BR" altLang="pt-BR" sz="2800" dirty="0" err="1"/>
                        <a:t>float</a:t>
                      </a:r>
                      <a:endParaRPr lang="pt-BR" sz="2800" dirty="0"/>
                    </a:p>
                  </a:txBody>
                  <a:tcPr marL="91460" marR="91460" marT="45728" marB="457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46284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4658E21-3D00-48CD-A16B-1487800E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– Exemplo 2</a:t>
            </a:r>
          </a:p>
        </p:txBody>
      </p:sp>
      <p:pic>
        <p:nvPicPr>
          <p:cNvPr id="7" name="Imagem 6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8C6CC328-4BD7-4E82-9FE7-E4797F345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  <p:pic>
        <p:nvPicPr>
          <p:cNvPr id="2" name="Imagem 2">
            <a:extLst>
              <a:ext uri="{FF2B5EF4-FFF2-40B4-BE49-F238E27FC236}">
                <a16:creationId xmlns:a16="http://schemas.microsoft.com/office/drawing/2014/main" id="{2655E54B-AFE4-4ADC-8E18-AC5D77B24E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82" y="1049974"/>
            <a:ext cx="6856415" cy="5198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93824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4658E21-3D00-48CD-A16B-1487800E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– Exemplo 2</a:t>
            </a:r>
          </a:p>
        </p:txBody>
      </p:sp>
      <p:pic>
        <p:nvPicPr>
          <p:cNvPr id="3" name="Imagem 3">
            <a:extLst>
              <a:ext uri="{FF2B5EF4-FFF2-40B4-BE49-F238E27FC236}">
                <a16:creationId xmlns:a16="http://schemas.microsoft.com/office/drawing/2014/main" id="{079F0E76-ADB2-48A4-8641-9F8D7E6FB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83" y="1144588"/>
            <a:ext cx="10094968" cy="495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m 6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8C6CC328-4BD7-4E82-9FE7-E4797F345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8608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ão deve haver outro filme do Deadpool”, diz criador do personagem">
            <a:extLst>
              <a:ext uri="{FF2B5EF4-FFF2-40B4-BE49-F238E27FC236}">
                <a16:creationId xmlns:a16="http://schemas.microsoft.com/office/drawing/2014/main" id="{5D375748-2C84-41A0-9729-B8C333841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70774" y="1047891"/>
            <a:ext cx="8336268" cy="5189327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7ABC3450-8304-4884-9236-7D3A84DE6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Exercícios de aplicação</a:t>
            </a:r>
          </a:p>
        </p:txBody>
      </p:sp>
    </p:spTree>
    <p:extLst>
      <p:ext uri="{BB962C8B-B14F-4D97-AF65-F5344CB8AC3E}">
        <p14:creationId xmlns:p14="http://schemas.microsoft.com/office/powerpoint/2010/main" val="41459142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8C6CC328-4BD7-4E82-9FE7-E4797F345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  <p:graphicFrame>
        <p:nvGraphicFramePr>
          <p:cNvPr id="3" name="Group 28">
            <a:extLst>
              <a:ext uri="{FF2B5EF4-FFF2-40B4-BE49-F238E27FC236}">
                <a16:creationId xmlns:a16="http://schemas.microsoft.com/office/drawing/2014/main" id="{2DE6D3B9-8F87-4885-8DFC-DA3E35B974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522394"/>
              </p:ext>
            </p:extLst>
          </p:nvPr>
        </p:nvGraphicFramePr>
        <p:xfrm>
          <a:off x="443882" y="2584875"/>
          <a:ext cx="3268825" cy="3063271"/>
        </p:xfrm>
        <a:graphic>
          <a:graphicData uri="http://schemas.openxmlformats.org/drawingml/2006/table">
            <a:tbl>
              <a:tblPr/>
              <a:tblGrid>
                <a:gridCol w="326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2914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Raavi" panose="020B0502040204020203" pitchFamily="34" charset="0"/>
                        </a:rPr>
                        <a:t>Triangulo</a:t>
                      </a:r>
                    </a:p>
                  </a:txBody>
                  <a:tcPr marL="91414" marR="91414"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9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Raavi" panose="020B0502040204020203" pitchFamily="34" charset="0"/>
                        </a:rPr>
                        <a:t>base: </a:t>
                      </a: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Raavi" panose="020B0502040204020203" pitchFamily="34" charset="0"/>
                        </a:rPr>
                        <a:t>float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Raavi" panose="020B0502040204020203" pitchFamily="34" charset="0"/>
                      </a:endParaRPr>
                    </a:p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Raavi" panose="020B0502040204020203" pitchFamily="34" charset="0"/>
                        </a:rPr>
                        <a:t>altura: </a:t>
                      </a: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Raavi" panose="020B0502040204020203" pitchFamily="34" charset="0"/>
                        </a:rPr>
                        <a:t>float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Raavi" panose="020B0502040204020203" pitchFamily="34" charset="0"/>
                      </a:endParaRPr>
                    </a:p>
                  </a:txBody>
                  <a:tcPr marL="91414" marR="91414"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425">
                <a:tc>
                  <a:txBody>
                    <a:bodyPr/>
                    <a:lstStyle/>
                    <a:p>
                      <a:pPr marL="469900" marR="0" lvl="0" indent="-469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pt-BR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Raavi" panose="020B0502040204020203" pitchFamily="34" charset="0"/>
                        </a:rPr>
                        <a:t>Triangulo()</a:t>
                      </a:r>
                    </a:p>
                    <a:p>
                      <a:pPr marL="469900" marR="0" lvl="0" indent="-469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pt-BR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Raavi" panose="020B0502040204020203" pitchFamily="34" charset="0"/>
                        </a:rPr>
                        <a:t>Triangulo(b: float, a: float)</a:t>
                      </a:r>
                    </a:p>
                    <a:p>
                      <a:pPr marL="469900" marR="0" lvl="0" indent="-469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pt-BR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Raavi" panose="020B0502040204020203" pitchFamily="34" charset="0"/>
                        </a:rPr>
                        <a:t>calculaArea(): float</a:t>
                      </a:r>
                    </a:p>
                    <a:p>
                      <a:pPr marL="469900" marR="0" lvl="0" indent="-469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pt-BR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Raavi" panose="020B0502040204020203" pitchFamily="34" charset="0"/>
                        </a:rPr>
                        <a:t>imprimeDados(): String</a:t>
                      </a:r>
                    </a:p>
                  </a:txBody>
                  <a:tcPr marL="91414" marR="91414"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Group 28">
            <a:extLst>
              <a:ext uri="{FF2B5EF4-FFF2-40B4-BE49-F238E27FC236}">
                <a16:creationId xmlns:a16="http://schemas.microsoft.com/office/drawing/2014/main" id="{CFDD7F7A-5240-4CAC-A40E-DADFB70939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2496538"/>
              </p:ext>
            </p:extLst>
          </p:nvPr>
        </p:nvGraphicFramePr>
        <p:xfrm>
          <a:off x="4022555" y="2584875"/>
          <a:ext cx="3268825" cy="3428505"/>
        </p:xfrm>
        <a:graphic>
          <a:graphicData uri="http://schemas.openxmlformats.org/drawingml/2006/table">
            <a:tbl>
              <a:tblPr/>
              <a:tblGrid>
                <a:gridCol w="326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2772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91474" marR="91474" marT="45659" marB="456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3994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dia: </a:t>
                      </a: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mes</a:t>
                      </a: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: </a:t>
                      </a: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ano: </a:t>
                      </a: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74" marR="91474" marT="45659" marB="456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135">
                <a:tc>
                  <a:txBody>
                    <a:bodyPr/>
                    <a:lstStyle/>
                    <a:p>
                      <a:pPr marL="469900" marR="0" lvl="0" indent="-469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pt-BR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Data()</a:t>
                      </a:r>
                    </a:p>
                    <a:p>
                      <a:pPr marL="469900" marR="0" lvl="0" indent="-469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pt-BR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Data(d: int, m: int, a: int)</a:t>
                      </a:r>
                    </a:p>
                    <a:p>
                      <a:pPr marL="469900" marR="0" lvl="0" indent="-469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pt-BR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cadastraDados(): void</a:t>
                      </a:r>
                    </a:p>
                    <a:p>
                      <a:pPr marL="469900" marR="0" lvl="0" indent="-469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pt-BR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imprimeData(): void</a:t>
                      </a:r>
                    </a:p>
                  </a:txBody>
                  <a:tcPr marL="91474" marR="91474" marT="45659" marB="4565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Box 5">
            <a:extLst>
              <a:ext uri="{FF2B5EF4-FFF2-40B4-BE49-F238E27FC236}">
                <a16:creationId xmlns:a16="http://schemas.microsoft.com/office/drawing/2014/main" id="{47E2CA4A-EA87-4A44-B501-3DE27CE1C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82" y="1046496"/>
            <a:ext cx="1139005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pt-PT" altLang="pt-BR" sz="2800" b="1" dirty="0">
                <a:latin typeface="+mj-lt"/>
              </a:rPr>
              <a:t>1- </a:t>
            </a:r>
            <a:r>
              <a:rPr lang="pt-PT" altLang="pt-BR" sz="2800" dirty="0">
                <a:latin typeface="+mj-lt"/>
              </a:rPr>
              <a:t>Implemente as classes disponíveis com o métodos descritos nos diagramas UML abaixo. Crie a classe</a:t>
            </a:r>
            <a:r>
              <a:rPr lang="pt-BR" altLang="pt-BR" sz="2800" dirty="0">
                <a:latin typeface="+mj-lt"/>
              </a:rPr>
              <a:t> Java principal, instancie 2 objetos usando os construtores criados, também utilize os outros métodos.</a:t>
            </a:r>
            <a:endParaRPr lang="pt-PT" altLang="pt-BR" sz="2800" dirty="0">
              <a:latin typeface="+mj-lt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2DCF9BF8-08DE-4ADA-B8C6-27D1CB002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Exercícios de aplicação</a:t>
            </a:r>
          </a:p>
        </p:txBody>
      </p:sp>
    </p:spTree>
    <p:extLst>
      <p:ext uri="{BB962C8B-B14F-4D97-AF65-F5344CB8AC3E}">
        <p14:creationId xmlns:p14="http://schemas.microsoft.com/office/powerpoint/2010/main" val="6947137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8C6CC328-4BD7-4E82-9FE7-E4797F345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5B7BA0DE-0B47-4E89-959F-029434785E33}"/>
              </a:ext>
            </a:extLst>
          </p:cNvPr>
          <p:cNvGraphicFramePr>
            <a:graphicFrameLocks noGrp="1"/>
          </p:cNvGraphicFramePr>
          <p:nvPr/>
        </p:nvGraphicFramePr>
        <p:xfrm>
          <a:off x="443883" y="1058575"/>
          <a:ext cx="5965626" cy="52117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65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185">
                <a:tc>
                  <a:txBody>
                    <a:bodyPr/>
                    <a:lstStyle/>
                    <a:p>
                      <a:pPr algn="ctr"/>
                      <a:r>
                        <a:rPr lang="en-US" sz="2700" dirty="0" err="1"/>
                        <a:t>ContaCorrente</a:t>
                      </a:r>
                      <a:endParaRPr lang="pt-BR" sz="2700" dirty="0"/>
                    </a:p>
                  </a:txBody>
                  <a:tcPr marL="91466" marR="91466" marT="45666" marB="4566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0746">
                <a:tc>
                  <a:txBody>
                    <a:bodyPr/>
                    <a:lstStyle/>
                    <a:p>
                      <a:r>
                        <a:rPr lang="en-US" sz="2700" dirty="0" err="1"/>
                        <a:t>nome</a:t>
                      </a:r>
                      <a:r>
                        <a:rPr lang="en-US" sz="2700" dirty="0"/>
                        <a:t>: string</a:t>
                      </a:r>
                    </a:p>
                    <a:p>
                      <a:r>
                        <a:rPr lang="en-US" sz="2700" dirty="0" err="1"/>
                        <a:t>saldo</a:t>
                      </a:r>
                      <a:r>
                        <a:rPr lang="en-US" sz="2700" dirty="0"/>
                        <a:t>: float</a:t>
                      </a:r>
                    </a:p>
                    <a:p>
                      <a:r>
                        <a:rPr lang="en-US" sz="2700" dirty="0" err="1"/>
                        <a:t>limite</a:t>
                      </a:r>
                      <a:r>
                        <a:rPr lang="en-US" sz="2700" dirty="0"/>
                        <a:t>: float</a:t>
                      </a:r>
                    </a:p>
                    <a:p>
                      <a:r>
                        <a:rPr lang="en-US" sz="2700" dirty="0" err="1"/>
                        <a:t>tipo</a:t>
                      </a:r>
                      <a:r>
                        <a:rPr lang="en-US" sz="2700" dirty="0"/>
                        <a:t>: char</a:t>
                      </a:r>
                    </a:p>
                  </a:txBody>
                  <a:tcPr marL="91466" marR="91466" marT="45666" marB="4566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5306">
                <a:tc>
                  <a:txBody>
                    <a:bodyPr/>
                    <a:lstStyle/>
                    <a:p>
                      <a:r>
                        <a:rPr lang="en-US" sz="2700" dirty="0" err="1"/>
                        <a:t>ContaCorrente</a:t>
                      </a:r>
                      <a:r>
                        <a:rPr lang="en-US" sz="2700" dirty="0"/>
                        <a:t>(n: string, s: float, l: float, t: char)</a:t>
                      </a:r>
                    </a:p>
                    <a:p>
                      <a:r>
                        <a:rPr lang="en-US" sz="2700" dirty="0" err="1"/>
                        <a:t>ContaCorrente</a:t>
                      </a:r>
                      <a:r>
                        <a:rPr lang="en-US" sz="2700" dirty="0"/>
                        <a:t>(n: string, s: float, t: char)</a:t>
                      </a:r>
                    </a:p>
                    <a:p>
                      <a:r>
                        <a:rPr lang="en-US" sz="2700" dirty="0" err="1"/>
                        <a:t>ContaCorrente</a:t>
                      </a:r>
                      <a:r>
                        <a:rPr lang="en-US" sz="2700" dirty="0"/>
                        <a:t>()</a:t>
                      </a:r>
                    </a:p>
                    <a:p>
                      <a:pPr marL="0" marR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pt-BR" sz="2700" dirty="0"/>
                        <a:t>cadastraDados(): void </a:t>
                      </a:r>
                    </a:p>
                    <a:p>
                      <a:pPr eaLnBrk="0" hangingPunct="0"/>
                      <a:r>
                        <a:rPr lang="pt-BR" altLang="pt-BR" sz="2700" dirty="0"/>
                        <a:t>imprimeDados(): string </a:t>
                      </a:r>
                    </a:p>
                    <a:p>
                      <a:pPr eaLnBrk="0" hangingPunct="0"/>
                      <a:r>
                        <a:rPr lang="pt-BR" altLang="pt-BR" sz="2700" dirty="0"/>
                        <a:t>depositar(valor: float): void</a:t>
                      </a:r>
                    </a:p>
                    <a:p>
                      <a:pPr eaLnBrk="0" hangingPunct="0"/>
                      <a:r>
                        <a:rPr lang="pt-BR" altLang="pt-BR" sz="2700" dirty="0"/>
                        <a:t>sacar(valor: float): void</a:t>
                      </a:r>
                    </a:p>
                  </a:txBody>
                  <a:tcPr marL="91466" marR="91466" marT="45666" marB="4566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 Box 5">
            <a:extLst>
              <a:ext uri="{FF2B5EF4-FFF2-40B4-BE49-F238E27FC236}">
                <a16:creationId xmlns:a16="http://schemas.microsoft.com/office/drawing/2014/main" id="{E3BF84F4-B44C-46B6-8834-7B0EFB062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7224" y="1058575"/>
            <a:ext cx="5120893" cy="26776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pt-PT" altLang="pt-BR" sz="2800" b="1" dirty="0">
                <a:latin typeface="+mj-lt"/>
              </a:rPr>
              <a:t>2- </a:t>
            </a:r>
            <a:r>
              <a:rPr lang="pt-PT" altLang="pt-BR" sz="2800" dirty="0">
                <a:latin typeface="+mj-lt"/>
              </a:rPr>
              <a:t>Implemente as classes disponíveis com o métodos descritos no diagrama UML ao lado. Crie a classe</a:t>
            </a:r>
            <a:r>
              <a:rPr lang="pt-BR" altLang="pt-BR" sz="2800" dirty="0">
                <a:latin typeface="+mj-lt"/>
              </a:rPr>
              <a:t> Java principal, instancie 2 objetos usando os construtores criados, também utilize os outros métodos.</a:t>
            </a:r>
            <a:endParaRPr lang="pt-PT" altLang="pt-BR" sz="2800" dirty="0">
              <a:latin typeface="+mj-lt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1D7AC39-8B7E-4243-8DE4-A068F197C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Exercícios de aplicação</a:t>
            </a:r>
          </a:p>
        </p:txBody>
      </p:sp>
    </p:spTree>
    <p:extLst>
      <p:ext uri="{BB962C8B-B14F-4D97-AF65-F5344CB8AC3E}">
        <p14:creationId xmlns:p14="http://schemas.microsoft.com/office/powerpoint/2010/main" val="21303175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comida, desenho&#10;&#10;Descrição gerada automaticamente">
            <a:extLst>
              <a:ext uri="{FF2B5EF4-FFF2-40B4-BE49-F238E27FC236}">
                <a16:creationId xmlns:a16="http://schemas.microsoft.com/office/drawing/2014/main" id="{A1402EDD-1116-47C1-B88A-BECAA8C6AE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2899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915070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Personalizada 2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FFC000"/>
      </a:accent1>
      <a:accent2>
        <a:srgbClr val="1C6294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Personalizada 4">
      <a:majorFont>
        <a:latin typeface="Arial Nova Cond Light"/>
        <a:ea typeface=""/>
        <a:cs typeface=""/>
      </a:majorFont>
      <a:minorFont>
        <a:latin typeface="Arial Nova Cond Light"/>
        <a:ea typeface=""/>
        <a:cs typeface="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DC3B0FB0-ED31-4F24-B778-A87C6F2CDFC2}" vid="{B24ACB02-B94D-4442-AB5F-1EBC2B9DA99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1908</Words>
  <Application>Microsoft Office PowerPoint</Application>
  <PresentationFormat>Widescreen</PresentationFormat>
  <Paragraphs>521</Paragraphs>
  <Slides>43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50" baseType="lpstr">
      <vt:lpstr>Arial Nova Cond Light</vt:lpstr>
      <vt:lpstr>Calibri</vt:lpstr>
      <vt:lpstr>Consolas</vt:lpstr>
      <vt:lpstr>Tw Cen MT Condensed Extra Bold</vt:lpstr>
      <vt:lpstr>Verdana</vt:lpstr>
      <vt:lpstr>Wingdings</vt:lpstr>
      <vt:lpstr>Tema1</vt:lpstr>
      <vt:lpstr>Programação Orientada a Objetos</vt:lpstr>
      <vt:lpstr>Aula anterior: Classes</vt:lpstr>
      <vt:lpstr>Aula anterior: Construindo classes em Java</vt:lpstr>
      <vt:lpstr>Resumindo a aula anterior</vt:lpstr>
      <vt:lpstr>Estrutura de uma classe Java executável</vt:lpstr>
      <vt:lpstr>Apresentação do PowerPoint</vt:lpstr>
      <vt:lpstr>Modelo de memória</vt:lpstr>
      <vt:lpstr>Modelo de memória (tipos primitivos)</vt:lpstr>
      <vt:lpstr>Modelo de memória (tipos primitivos)</vt:lpstr>
      <vt:lpstr>Tipos primitivos VS Objeto</vt:lpstr>
      <vt:lpstr>Escopo (variáveis e objetos)</vt:lpstr>
      <vt:lpstr>Escopo (variáveis e objetos)</vt:lpstr>
      <vt:lpstr>Escopo (variáveis e objetos)</vt:lpstr>
      <vt:lpstr>Escopo (variáveis e objetos)</vt:lpstr>
      <vt:lpstr>Escopo (variáveis e objetos)</vt:lpstr>
      <vt:lpstr>Escopo (variáveis e objetos)</vt:lpstr>
      <vt:lpstr>Escopo (variáveis e objetos)</vt:lpstr>
      <vt:lpstr>Escopo (variáveis e objetos)</vt:lpstr>
      <vt:lpstr>Desafio 1</vt:lpstr>
      <vt:lpstr>Desafio 2</vt:lpstr>
      <vt:lpstr>Desafio 3</vt:lpstr>
      <vt:lpstr>Desafio 3 (resolução)</vt:lpstr>
      <vt:lpstr>Desafio 4</vt:lpstr>
      <vt:lpstr>Métodos</vt:lpstr>
      <vt:lpstr>Métodos</vt:lpstr>
      <vt:lpstr>Métodos</vt:lpstr>
      <vt:lpstr>Métodos</vt:lpstr>
      <vt:lpstr>Métodos</vt:lpstr>
      <vt:lpstr>Métodos</vt:lpstr>
      <vt:lpstr>Métodos</vt:lpstr>
      <vt:lpstr>Métodos</vt:lpstr>
      <vt:lpstr>Métodos</vt:lpstr>
      <vt:lpstr>Métodos – Exemplo 1</vt:lpstr>
      <vt:lpstr>Métodos – Exemplo 1</vt:lpstr>
      <vt:lpstr>Métodos – Exemplo 1</vt:lpstr>
      <vt:lpstr>Métodos – Exemplo 1</vt:lpstr>
      <vt:lpstr>Métodos – Exemplo 2</vt:lpstr>
      <vt:lpstr>Métodos – Exemplo 2</vt:lpstr>
      <vt:lpstr>Métodos – Exemplo 2</vt:lpstr>
      <vt:lpstr>Exercícios de aplicação</vt:lpstr>
      <vt:lpstr>Exercícios de aplicação</vt:lpstr>
      <vt:lpstr>Exercícios de aplicação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Orientada a Objetos</dc:title>
  <dc:creator>Marco Antonio Sanches Anastacio</dc:creator>
  <cp:lastModifiedBy>Marco Sanches</cp:lastModifiedBy>
  <cp:revision>1</cp:revision>
  <dcterms:created xsi:type="dcterms:W3CDTF">2020-09-02T17:58:36Z</dcterms:created>
  <dcterms:modified xsi:type="dcterms:W3CDTF">2021-02-01T17:56:36Z</dcterms:modified>
</cp:coreProperties>
</file>